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21.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2"/>
  </p:notesMasterIdLst>
  <p:handoutMasterIdLst>
    <p:handoutMasterId r:id="rId153"/>
  </p:handoutMasterIdLst>
  <p:sldIdLst>
    <p:sldId id="3958" r:id="rId135"/>
    <p:sldId id="3931" r:id="rId136"/>
    <p:sldId id="3980" r:id="rId137"/>
    <p:sldId id="4010" r:id="rId138"/>
    <p:sldId id="3951" r:id="rId139"/>
    <p:sldId id="1670" r:id="rId140"/>
    <p:sldId id="3956" r:id="rId141"/>
    <p:sldId id="3814" r:id="rId142"/>
    <p:sldId id="4024" r:id="rId143"/>
    <p:sldId id="837" r:id="rId144"/>
    <p:sldId id="3880" r:id="rId145"/>
    <p:sldId id="4104" r:id="rId146"/>
    <p:sldId id="4273" r:id="rId147"/>
    <p:sldId id="4272" r:id="rId148"/>
    <p:sldId id="3971" r:id="rId149"/>
    <p:sldId id="468" r:id="rId150"/>
    <p:sldId id="985" r:id="rId151"/>
  </p:sldIdLst>
  <p:sldSz cx="9144000" cy="6858000" type="screen4x3"/>
  <p:notesSz cx="7010400" cy="9296400"/>
  <p:embeddedFontLst>
    <p:embeddedFont>
      <p:font typeface="Aharoni" panose="02010803020104030203" pitchFamily="2" charset="-79"/>
      <p:bold r:id="rId154"/>
    </p:embeddedFont>
    <p:embeddedFont>
      <p:font typeface="Century Gothic" panose="020B0502020202020204" pitchFamily="34" charset="0"/>
      <p:regular r:id="rId155"/>
      <p:bold r:id="rId156"/>
      <p:italic r:id="rId157"/>
      <p:boldItalic r:id="rId158"/>
    </p:embeddedFont>
    <p:embeddedFont>
      <p:font typeface="Corbel" panose="020B0503020204020204" pitchFamily="34" charset="0"/>
      <p:regular r:id="rId159"/>
      <p:bold r:id="rId160"/>
      <p:italic r:id="rId161"/>
      <p:boldItalic r:id="rId162"/>
    </p:embeddedFont>
    <p:embeddedFont>
      <p:font typeface="Palatino Linotype" panose="02040502050505030304" pitchFamily="18" charset="0"/>
      <p:regular r:id="rId163"/>
      <p:bold r:id="rId164"/>
      <p:italic r:id="rId165"/>
      <p:boldItalic r:id="rId166"/>
    </p:embeddedFont>
    <p:embeddedFont>
      <p:font typeface="Segoe UI" panose="020B0502040204020203" pitchFamily="34" charset="0"/>
      <p:regular r:id="rId167"/>
      <p:bold r:id="rId168"/>
      <p:italic r:id="rId169"/>
      <p:boldItalic r:id="rId170"/>
    </p:embeddedFont>
  </p:embeddedFontLst>
  <p:custDataLst>
    <p:tags r:id="rId17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522BE6-E4C3-457E-9A94-0996DE262A5B}" v="8" dt="2026-06-09T19:12:14.3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customXml" Target="../customXml/item76.xml"/><Relationship Id="rId77" Type="http://schemas.openxmlformats.org/officeDocument/2006/relationships/customXml" Target="../customXml/item77.xml"/><Relationship Id="rId78" Type="http://schemas.openxmlformats.org/officeDocument/2006/relationships/customXml" Target="../customXml/item78.xml"/><Relationship Id="rId79" Type="http://schemas.openxmlformats.org/officeDocument/2006/relationships/customXml" Target="../customXml/item79.xml"/><Relationship Id="rId80" Type="http://schemas.openxmlformats.org/officeDocument/2006/relationships/customXml" Target="../customXml/item80.xml"/><Relationship Id="rId81" Type="http://schemas.openxmlformats.org/officeDocument/2006/relationships/customXml" Target="../customXml/item81.xml"/><Relationship Id="rId82" Type="http://schemas.openxmlformats.org/officeDocument/2006/relationships/customXml" Target="../customXml/item82.xml"/><Relationship Id="rId83" Type="http://schemas.openxmlformats.org/officeDocument/2006/relationships/customXml" Target="../customXml/item83.xml"/><Relationship Id="rId84" Type="http://schemas.openxmlformats.org/officeDocument/2006/relationships/customXml" Target="../customXml/item84.xml"/><Relationship Id="rId85" Type="http://schemas.openxmlformats.org/officeDocument/2006/relationships/customXml" Target="../customXml/item85.xml"/><Relationship Id="rId86" Type="http://schemas.openxmlformats.org/officeDocument/2006/relationships/customXml" Target="../customXml/item86.xml"/><Relationship Id="rId87" Type="http://schemas.openxmlformats.org/officeDocument/2006/relationships/customXml" Target="../customXml/item87.xml"/><Relationship Id="rId88" Type="http://schemas.openxmlformats.org/officeDocument/2006/relationships/customXml" Target="../customXml/item88.xml"/><Relationship Id="rId89" Type="http://schemas.openxmlformats.org/officeDocument/2006/relationships/customXml" Target="../customXml/item89.xml"/><Relationship Id="rId90" Type="http://schemas.openxmlformats.org/officeDocument/2006/relationships/customXml" Target="../customXml/item90.xml"/><Relationship Id="rId91" Type="http://schemas.openxmlformats.org/officeDocument/2006/relationships/customXml" Target="../customXml/item91.xml"/><Relationship Id="rId92" Type="http://schemas.openxmlformats.org/officeDocument/2006/relationships/customXml" Target="../customXml/item92.xml"/><Relationship Id="rId93" Type="http://schemas.openxmlformats.org/officeDocument/2006/relationships/customXml" Target="../customXml/item93.xml"/><Relationship Id="rId94" Type="http://schemas.openxmlformats.org/officeDocument/2006/relationships/customXml" Target="../customXml/item94.xml"/><Relationship Id="rId95" Type="http://schemas.openxmlformats.org/officeDocument/2006/relationships/customXml" Target="../customXml/item95.xml"/><Relationship Id="rId96" Type="http://schemas.openxmlformats.org/officeDocument/2006/relationships/customXml" Target="../customXml/item96.xml"/><Relationship Id="rId97" Type="http://schemas.openxmlformats.org/officeDocument/2006/relationships/customXml" Target="../customXml/item97.xml"/><Relationship Id="rId98" Type="http://schemas.openxmlformats.org/officeDocument/2006/relationships/customXml" Target="../customXml/item98.xml"/><Relationship Id="rId99" Type="http://schemas.openxmlformats.org/officeDocument/2006/relationships/customXml" Target="../customXml/item99.xml"/><Relationship Id="rId100" Type="http://schemas.openxmlformats.org/officeDocument/2006/relationships/customXml" Target="../customXml/item100.xml"/><Relationship Id="rId101" Type="http://schemas.openxmlformats.org/officeDocument/2006/relationships/customXml" Target="../customXml/item101.xml"/><Relationship Id="rId102" Type="http://schemas.openxmlformats.org/officeDocument/2006/relationships/customXml" Target="../customXml/item102.xml"/><Relationship Id="rId103" Type="http://schemas.openxmlformats.org/officeDocument/2006/relationships/customXml" Target="../customXml/item103.xml"/><Relationship Id="rId104" Type="http://schemas.openxmlformats.org/officeDocument/2006/relationships/customXml" Target="../customXml/item104.xml"/><Relationship Id="rId105" Type="http://schemas.openxmlformats.org/officeDocument/2006/relationships/customXml" Target="../customXml/item105.xml"/><Relationship Id="rId106" Type="http://schemas.openxmlformats.org/officeDocument/2006/relationships/customXml" Target="../customXml/item106.xml"/><Relationship Id="rId107" Type="http://schemas.openxmlformats.org/officeDocument/2006/relationships/customXml" Target="../customXml/item107.xml"/><Relationship Id="rId108" Type="http://schemas.openxmlformats.org/officeDocument/2006/relationships/customXml" Target="../customXml/item108.xml"/><Relationship Id="rId109" Type="http://schemas.openxmlformats.org/officeDocument/2006/relationships/customXml" Target="../customXml/item109.xml"/><Relationship Id="rId110" Type="http://schemas.openxmlformats.org/officeDocument/2006/relationships/customXml" Target="../customXml/item110.xml"/><Relationship Id="rId111" Type="http://schemas.openxmlformats.org/officeDocument/2006/relationships/customXml" Target="../customXml/item111.xml"/><Relationship Id="rId112" Type="http://schemas.openxmlformats.org/officeDocument/2006/relationships/customXml" Target="../customXml/item112.xml"/><Relationship Id="rId113" Type="http://schemas.openxmlformats.org/officeDocument/2006/relationships/customXml" Target="../customXml/item113.xml"/><Relationship Id="rId114" Type="http://schemas.openxmlformats.org/officeDocument/2006/relationships/customXml" Target="../customXml/item114.xml"/><Relationship Id="rId115" Type="http://schemas.openxmlformats.org/officeDocument/2006/relationships/customXml" Target="../customXml/item115.xml"/><Relationship Id="rId116" Type="http://schemas.openxmlformats.org/officeDocument/2006/relationships/customXml" Target="../customXml/item116.xml"/><Relationship Id="rId117" Type="http://schemas.openxmlformats.org/officeDocument/2006/relationships/customXml" Target="../customXml/item117.xml"/><Relationship Id="rId118" Type="http://schemas.openxmlformats.org/officeDocument/2006/relationships/customXml" Target="../customXml/item118.xml"/><Relationship Id="rId119" Type="http://schemas.openxmlformats.org/officeDocument/2006/relationships/customXml" Target="../customXml/item119.xml"/><Relationship Id="rId120" Type="http://schemas.openxmlformats.org/officeDocument/2006/relationships/customXml" Target="../customXml/item120.xml"/><Relationship Id="rId121" Type="http://schemas.openxmlformats.org/officeDocument/2006/relationships/customXml" Target="../customXml/item121.xml"/><Relationship Id="rId122" Type="http://schemas.openxmlformats.org/officeDocument/2006/relationships/customXml" Target="../customXml/item122.xml"/><Relationship Id="rId123" Type="http://schemas.openxmlformats.org/officeDocument/2006/relationships/customXml" Target="../customXml/item123.xml"/><Relationship Id="rId124" Type="http://schemas.openxmlformats.org/officeDocument/2006/relationships/customXml" Target="../customXml/item124.xml"/><Relationship Id="rId125" Type="http://schemas.openxmlformats.org/officeDocument/2006/relationships/customXml" Target="../customXml/item125.xml"/><Relationship Id="rId126" Type="http://schemas.openxmlformats.org/officeDocument/2006/relationships/customXml" Target="../customXml/item126.xml"/><Relationship Id="rId127" Type="http://schemas.openxmlformats.org/officeDocument/2006/relationships/customXml" Target="../customXml/item127.xml"/><Relationship Id="rId128" Type="http://schemas.openxmlformats.org/officeDocument/2006/relationships/customXml" Target="../customXml/item128.xml"/><Relationship Id="rId129" Type="http://schemas.openxmlformats.org/officeDocument/2006/relationships/customXml" Target="../customXml/item129.xml"/><Relationship Id="rId130" Type="http://schemas.openxmlformats.org/officeDocument/2006/relationships/customXml" Target="../customXml/item130.xml"/><Relationship Id="rId131" Type="http://schemas.openxmlformats.org/officeDocument/2006/relationships/customXml" Target="../customXml/item131.xml"/><Relationship Id="rId132" Type="http://schemas.openxmlformats.org/officeDocument/2006/relationships/customXml" Target="../customXml/item132.xml"/><Relationship Id="rId133" Type="http://schemas.openxmlformats.org/officeDocument/2006/relationships/slideMaster" Target="slideMasters/slideMaster1.xml"/><Relationship Id="rId134" Type="http://schemas.openxmlformats.org/officeDocument/2006/relationships/slideMaster" Target="slideMasters/slideMaster2.xml"/><Relationship Id="rId135" Type="http://schemas.openxmlformats.org/officeDocument/2006/relationships/slide" Target="slides/slide1.xml"/><Relationship Id="rId136" Type="http://schemas.openxmlformats.org/officeDocument/2006/relationships/slide" Target="slides/slide2.xml"/><Relationship Id="rId137" Type="http://schemas.openxmlformats.org/officeDocument/2006/relationships/slide" Target="slides/slide3.xml"/><Relationship Id="rId138" Type="http://schemas.openxmlformats.org/officeDocument/2006/relationships/slide" Target="slides/slide4.xml"/><Relationship Id="rId139" Type="http://schemas.openxmlformats.org/officeDocument/2006/relationships/slide" Target="slides/slide5.xml"/><Relationship Id="rId140" Type="http://schemas.openxmlformats.org/officeDocument/2006/relationships/slide" Target="slides/slide6.xml"/><Relationship Id="rId141" Type="http://schemas.openxmlformats.org/officeDocument/2006/relationships/slide" Target="slides/slide7.xml"/><Relationship Id="rId142" Type="http://schemas.openxmlformats.org/officeDocument/2006/relationships/slide" Target="slides/slide8.xml"/><Relationship Id="rId143" Type="http://schemas.openxmlformats.org/officeDocument/2006/relationships/slide" Target="slides/slide9.xml"/><Relationship Id="rId144" Type="http://schemas.openxmlformats.org/officeDocument/2006/relationships/slide" Target="slides/slide10.xml"/><Relationship Id="rId145" Type="http://schemas.openxmlformats.org/officeDocument/2006/relationships/slide" Target="slides/slide11.xml"/><Relationship Id="rId146" Type="http://schemas.openxmlformats.org/officeDocument/2006/relationships/slide" Target="slides/slide12.xml"/><Relationship Id="rId147" Type="http://schemas.openxmlformats.org/officeDocument/2006/relationships/slide" Target="slides/slide13.xml"/><Relationship Id="rId148" Type="http://schemas.openxmlformats.org/officeDocument/2006/relationships/slide" Target="slides/slide14.xml"/><Relationship Id="rId149" Type="http://schemas.openxmlformats.org/officeDocument/2006/relationships/slide" Target="slides/slide15.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notesMaster" Target="notesMasters/notesMaster1.xml"/><Relationship Id="rId153" Type="http://schemas.openxmlformats.org/officeDocument/2006/relationships/handoutMaster" Target="handoutMasters/handoutMaster1.xml"/><Relationship Id="rId154" Type="http://schemas.openxmlformats.org/officeDocument/2006/relationships/font" Target="fonts/font1.fntdata"/><Relationship Id="rId155" Type="http://schemas.openxmlformats.org/officeDocument/2006/relationships/font" Target="fonts/font2.fntdata"/><Relationship Id="rId156" Type="http://schemas.openxmlformats.org/officeDocument/2006/relationships/font" Target="fonts/font3.fntdata"/><Relationship Id="rId157" Type="http://schemas.openxmlformats.org/officeDocument/2006/relationships/font" Target="fonts/font4.fntdata"/><Relationship Id="rId158" Type="http://schemas.openxmlformats.org/officeDocument/2006/relationships/font" Target="fonts/font5.fntdata"/><Relationship Id="rId159" Type="http://schemas.openxmlformats.org/officeDocument/2006/relationships/font" Target="fonts/font6.fntdata"/><Relationship Id="rId160" Type="http://schemas.openxmlformats.org/officeDocument/2006/relationships/font" Target="fonts/font7.fntdata"/><Relationship Id="rId161" Type="http://schemas.openxmlformats.org/officeDocument/2006/relationships/font" Target="fonts/font8.fntdata"/><Relationship Id="rId162" Type="http://schemas.openxmlformats.org/officeDocument/2006/relationships/font" Target="fonts/font9.fntdata"/><Relationship Id="rId163" Type="http://schemas.openxmlformats.org/officeDocument/2006/relationships/font" Target="fonts/font10.fntdata"/><Relationship Id="rId164" Type="http://schemas.openxmlformats.org/officeDocument/2006/relationships/font" Target="fonts/font11.fntdata"/><Relationship Id="rId165" Type="http://schemas.openxmlformats.org/officeDocument/2006/relationships/font" Target="fonts/font12.fntdata"/><Relationship Id="rId166" Type="http://schemas.openxmlformats.org/officeDocument/2006/relationships/font" Target="fonts/font13.fntdata"/><Relationship Id="rId167" Type="http://schemas.openxmlformats.org/officeDocument/2006/relationships/font" Target="fonts/font14.fntdata"/><Relationship Id="rId168" Type="http://schemas.openxmlformats.org/officeDocument/2006/relationships/font" Target="fonts/font15.fntdata"/><Relationship Id="rId169" Type="http://schemas.openxmlformats.org/officeDocument/2006/relationships/font" Target="fonts/font16.fntdata"/><Relationship Id="rId170" Type="http://schemas.openxmlformats.org/officeDocument/2006/relationships/font" Target="fonts/font17.fntdata"/><Relationship Id="rId171" Type="http://schemas.openxmlformats.org/officeDocument/2006/relationships/tags" Target="tags/tag1.xml"/><Relationship Id="rId172" Type="http://schemas.openxmlformats.org/officeDocument/2006/relationships/commentAuthors" Target="commentAuthors.xml"/><Relationship Id="rId173" Type="http://schemas.openxmlformats.org/officeDocument/2006/relationships/presProps" Target="presProps.xml"/><Relationship Id="rId174" Type="http://schemas.openxmlformats.org/officeDocument/2006/relationships/viewProps" Target="viewProps.xml"/><Relationship Id="rId175" Type="http://schemas.openxmlformats.org/officeDocument/2006/relationships/theme" Target="theme/theme1.xml"/><Relationship Id="rId176" Type="http://schemas.openxmlformats.org/officeDocument/2006/relationships/tableStyles" Target="tableStyles.xml"/><Relationship Id="rId177" Type="http://schemas.microsoft.com/office/2016/11/relationships/changesInfo" Target="changesInfos/changesInfo1.xml"/><Relationship Id="rId178" Type="http://schemas.microsoft.com/office/2015/10/relationships/revisionInfo" Target="revisionInfo.xml"/><Relationship Id="rId179"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undo custSel addSld modSld modMainMaster">
      <pc:chgData name="Tate Wilson" userId="dd715062-ed57-4058-a014-95cd6b7000da" providerId="ADAL" clId="{ECC2427A-958D-48F4-91B3-1A337BB0DFE3}" dt="2026-06-09T19:12:39.578" v="114" actId="20577"/>
      <pc:docMkLst>
        <pc:docMk/>
      </pc:docMkLst>
      <pc:sldChg chg="addSp delSp modSp add mod modClrScheme chgLayout">
        <pc:chgData name="Tate Wilson" userId="dd715062-ed57-4058-a014-95cd6b7000da" providerId="ADAL" clId="{ECC2427A-958D-48F4-91B3-1A337BB0DFE3}" dt="2026-06-09T19:12:01.252" v="67" actId="166"/>
        <pc:sldMkLst>
          <pc:docMk/>
          <pc:sldMk cId="1740364246" sldId="837"/>
        </pc:sldMkLst>
        <pc:spChg chg="add mod ord">
          <ac:chgData name="Tate Wilson" userId="dd715062-ed57-4058-a014-95cd6b7000da" providerId="ADAL" clId="{ECC2427A-958D-48F4-91B3-1A337BB0DFE3}" dt="2026-06-03T14:00:36.236" v="61" actId="14100"/>
          <ac:spMkLst>
            <pc:docMk/>
            <pc:sldMk cId="1740364246" sldId="837"/>
            <ac:spMk id="2" creationId="{8F157F75-FB65-0538-495A-410FEC73F488}"/>
          </ac:spMkLst>
        </pc:spChg>
        <pc:spChg chg="mod ord">
          <ac:chgData name="Tate Wilson" userId="dd715062-ed57-4058-a014-95cd6b7000da" providerId="ADAL" clId="{ECC2427A-958D-48F4-91B3-1A337BB0DFE3}" dt="2026-06-03T13:59:17.310" v="18" actId="700"/>
          <ac:spMkLst>
            <pc:docMk/>
            <pc:sldMk cId="1740364246" sldId="837"/>
            <ac:spMk id="3" creationId="{00000000-0000-0000-0000-000000000000}"/>
          </ac:spMkLst>
        </pc:spChg>
        <pc:spChg chg="add mod ord">
          <ac:chgData name="Tate Wilson" userId="dd715062-ed57-4058-a014-95cd6b7000da" providerId="ADAL" clId="{ECC2427A-958D-48F4-91B3-1A337BB0DFE3}" dt="2026-06-09T19:12:01.252" v="67" actId="166"/>
          <ac:spMkLst>
            <pc:docMk/>
            <pc:sldMk cId="1740364246" sldId="837"/>
            <ac:spMk id="4" creationId="{4F7B9329-AEF9-0CC1-38F8-4CEB00B02B8E}"/>
          </ac:spMkLst>
        </pc:spChg>
        <pc:spChg chg="add mod ord">
          <ac:chgData name="Tate Wilson" userId="dd715062-ed57-4058-a014-95cd6b7000da" providerId="ADAL" clId="{ECC2427A-958D-48F4-91B3-1A337BB0DFE3}" dt="2026-06-03T13:59:19.384" v="21" actId="20577"/>
          <ac:spMkLst>
            <pc:docMk/>
            <pc:sldMk cId="1740364246" sldId="837"/>
            <ac:spMk id="5" creationId="{768AD244-3A20-57B2-4ADA-71A9B6863829}"/>
          </ac:spMkLst>
        </pc:spChg>
        <pc:spChg chg="mod ord">
          <ac:chgData name="Tate Wilson" userId="dd715062-ed57-4058-a014-95cd6b7000da" providerId="ADAL" clId="{ECC2427A-958D-48F4-91B3-1A337BB0DFE3}" dt="2026-06-03T13:59:17.310" v="18" actId="700"/>
          <ac:spMkLst>
            <pc:docMk/>
            <pc:sldMk cId="1740364246" sldId="837"/>
            <ac:spMk id="7" creationId="{00000000-0000-0000-0000-000000000000}"/>
          </ac:spMkLst>
        </pc:spChg>
        <pc:spChg chg="mod ord">
          <ac:chgData name="Tate Wilson" userId="dd715062-ed57-4058-a014-95cd6b7000da" providerId="ADAL" clId="{ECC2427A-958D-48F4-91B3-1A337BB0DFE3}" dt="2026-06-03T13:59:17.310" v="18" actId="700"/>
          <ac:spMkLst>
            <pc:docMk/>
            <pc:sldMk cId="1740364246" sldId="837"/>
            <ac:spMk id="15" creationId="{8D36FBFB-0BC0-4A4C-B382-B0D361DF317E}"/>
          </ac:spMkLst>
        </pc:spChg>
        <pc:picChg chg="del">
          <ac:chgData name="Tate Wilson" userId="dd715062-ed57-4058-a014-95cd6b7000da" providerId="ADAL" clId="{ECC2427A-958D-48F4-91B3-1A337BB0DFE3}" dt="2026-06-09T19:11:52.720" v="64" actId="478"/>
          <ac:picMkLst>
            <pc:docMk/>
            <pc:sldMk cId="1740364246" sldId="837"/>
            <ac:picMk id="10" creationId="{CF5754A3-2507-400E-959B-2880C043E988}"/>
          </ac:picMkLst>
        </pc:picChg>
      </pc:sldChg>
      <pc:sldChg chg="modSp mod">
        <pc:chgData name="Tate Wilson" userId="dd715062-ed57-4058-a014-95cd6b7000da" providerId="ADAL" clId="{ECC2427A-958D-48F4-91B3-1A337BB0DFE3}" dt="2026-05-28T23:57:20.780" v="0" actId="167"/>
        <pc:sldMkLst>
          <pc:docMk/>
          <pc:sldMk cId="2957093444" sldId="3956"/>
        </pc:sldMkLst>
        <pc:spChg chg="ord">
          <ac:chgData name="Tate Wilson" userId="dd715062-ed57-4058-a014-95cd6b7000da" providerId="ADAL" clId="{ECC2427A-958D-48F4-91B3-1A337BB0DFE3}" dt="2026-05-28T23:57:20.780" v="0" actId="167"/>
          <ac:spMkLst>
            <pc:docMk/>
            <pc:sldMk cId="2957093444" sldId="3956"/>
            <ac:spMk id="16" creationId="{94657DC8-6BF9-3A95-3AD3-77AF93FAFED0}"/>
          </ac:spMkLst>
        </pc:spChg>
      </pc:sldChg>
      <pc:sldChg chg="modSp mod">
        <pc:chgData name="Tate Wilson" userId="dd715062-ed57-4058-a014-95cd6b7000da" providerId="ADAL" clId="{ECC2427A-958D-48F4-91B3-1A337BB0DFE3}" dt="2026-06-09T19:12:23.246" v="78" actId="20577"/>
        <pc:sldMkLst>
          <pc:docMk/>
          <pc:sldMk cId="2209922693" sldId="4104"/>
        </pc:sldMkLst>
        <pc:spChg chg="mod">
          <ac:chgData name="Tate Wilson" userId="dd715062-ed57-4058-a014-95cd6b7000da" providerId="ADAL" clId="{ECC2427A-958D-48F4-91B3-1A337BB0DFE3}" dt="2026-06-09T19:12:23.246" v="78" actId="20577"/>
          <ac:spMkLst>
            <pc:docMk/>
            <pc:sldMk cId="2209922693" sldId="4104"/>
            <ac:spMk id="7" creationId="{00000000-0000-0000-0000-000000000000}"/>
          </ac:spMkLst>
        </pc:spChg>
      </pc:sldChg>
      <pc:sldChg chg="modSp add mod">
        <pc:chgData name="Tate Wilson" userId="dd715062-ed57-4058-a014-95cd6b7000da" providerId="ADAL" clId="{ECC2427A-958D-48F4-91B3-1A337BB0DFE3}" dt="2026-06-09T19:12:39.578" v="114" actId="20577"/>
        <pc:sldMkLst>
          <pc:docMk/>
          <pc:sldMk cId="474708073" sldId="4273"/>
        </pc:sldMkLst>
        <pc:spChg chg="mod">
          <ac:chgData name="Tate Wilson" userId="dd715062-ed57-4058-a014-95cd6b7000da" providerId="ADAL" clId="{ECC2427A-958D-48F4-91B3-1A337BB0DFE3}" dt="2026-06-09T19:12:39.578" v="114" actId="20577"/>
          <ac:spMkLst>
            <pc:docMk/>
            <pc:sldMk cId="474708073" sldId="4273"/>
            <ac:spMk id="4" creationId="{78C1EEF6-3FF8-1E0F-9E55-44B30EBF81B0}"/>
          </ac:spMkLst>
        </pc:spChg>
        <pc:spChg chg="mod">
          <ac:chgData name="Tate Wilson" userId="dd715062-ed57-4058-a014-95cd6b7000da" providerId="ADAL" clId="{ECC2427A-958D-48F4-91B3-1A337BB0DFE3}" dt="2026-06-09T19:12:34.462" v="104" actId="20577"/>
          <ac:spMkLst>
            <pc:docMk/>
            <pc:sldMk cId="474708073" sldId="4273"/>
            <ac:spMk id="7" creationId="{DDDBE004-61F1-B422-1777-E6FCC613A43E}"/>
          </ac:spMkLst>
        </pc:spChg>
      </pc:sldChg>
      <pc:sldMasterChg chg="modSldLayout">
        <pc:chgData name="Tate Wilson" userId="dd715062-ed57-4058-a014-95cd6b7000da" providerId="ADAL" clId="{ECC2427A-958D-48F4-91B3-1A337BB0DFE3}" dt="2026-06-09T19:12:14.398" v="76"/>
        <pc:sldMasterMkLst>
          <pc:docMk/>
          <pc:sldMasterMk cId="4131669179" sldId="2147483732"/>
        </pc:sldMasterMkLst>
        <pc:sldLayoutChg chg="addSp delSp modSp mod">
          <pc:chgData name="Tate Wilson" userId="dd715062-ed57-4058-a014-95cd6b7000da" providerId="ADAL" clId="{ECC2427A-958D-48F4-91B3-1A337BB0DFE3}" dt="2026-06-03T13:57:43.130" v="9"/>
          <pc:sldLayoutMkLst>
            <pc:docMk/>
            <pc:sldMasterMk cId="4131669179" sldId="2147483732"/>
            <pc:sldLayoutMk cId="1640211033" sldId="2147483733"/>
          </pc:sldLayoutMkLst>
          <pc:spChg chg="add mod modVis">
            <ac:chgData name="Tate Wilson" userId="dd715062-ed57-4058-a014-95cd6b7000da" providerId="ADAL" clId="{ECC2427A-958D-48F4-91B3-1A337BB0DFE3}" dt="2026-06-03T13:57:43.130" v="9"/>
            <ac:spMkLst>
              <pc:docMk/>
              <pc:sldMasterMk cId="4131669179" sldId="2147483732"/>
              <pc:sldLayoutMk cId="1640211033" sldId="2147483733"/>
              <ac:spMk id="3" creationId="{B861C087-D4F8-9C76-E0C9-85F3B6957C6D}"/>
            </ac:spMkLst>
          </pc:spChg>
        </pc:sldLayoutChg>
        <pc:sldLayoutChg chg="addSp delSp modSp mod">
          <pc:chgData name="Tate Wilson" userId="dd715062-ed57-4058-a014-95cd6b7000da" providerId="ADAL" clId="{ECC2427A-958D-48F4-91B3-1A337BB0DFE3}" dt="2026-06-09T19:12:14.398" v="76"/>
          <pc:sldLayoutMkLst>
            <pc:docMk/>
            <pc:sldMasterMk cId="4131669179" sldId="2147483732"/>
            <pc:sldLayoutMk cId="3149587934" sldId="2147483734"/>
          </pc:sldLayoutMkLst>
          <pc:spChg chg="add mod modVis">
            <ac:chgData name="Tate Wilson" userId="dd715062-ed57-4058-a014-95cd6b7000da" providerId="ADAL" clId="{ECC2427A-958D-48F4-91B3-1A337BB0DFE3}" dt="2026-06-09T19:12:14.398" v="76"/>
            <ac:spMkLst>
              <pc:docMk/>
              <pc:sldMasterMk cId="4131669179" sldId="2147483732"/>
              <pc:sldLayoutMk cId="3149587934" sldId="2147483734"/>
              <ac:spMk id="2" creationId="{FB75D94C-216D-25B8-8DD3-5CA51662336F}"/>
            </ac:spMkLst>
          </pc:spChg>
          <pc:spChg chg="del">
            <ac:chgData name="Tate Wilson" userId="dd715062-ed57-4058-a014-95cd6b7000da" providerId="ADAL" clId="{ECC2427A-958D-48F4-91B3-1A337BB0DFE3}" dt="2026-06-09T19:12:14.398" v="69"/>
            <ac:spMkLst>
              <pc:docMk/>
              <pc:sldMasterMk cId="4131669179" sldId="2147483732"/>
              <pc:sldLayoutMk cId="3149587934" sldId="2147483734"/>
              <ac:spMk id="4" creationId="{C2CA8E89-00EF-C267-8379-76E2A2A85AEA}"/>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2026-06-09</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09/06/2026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472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11</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40C71-3641-8DD8-9D87-F3113EB7C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C9BE6-E203-A667-8A96-705B2C79F663}"/>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CE59F54-8682-BDA3-DF5C-ACCEF00E0C9B}"/>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E6D3091-85A6-DC68-E1D1-56266EFC5D8E}"/>
              </a:ext>
            </a:extLst>
          </p:cNvPr>
          <p:cNvSpPr>
            <a:spLocks noGrp="1"/>
          </p:cNvSpPr>
          <p:nvPr>
            <p:ph type="sldNum" sz="quarter" idx="5"/>
          </p:nvPr>
        </p:nvSpPr>
        <p:spPr/>
        <p:txBody>
          <a:bodyPr/>
          <a:lstStyle/>
          <a:p>
            <a:fld id="{5BE1016A-D413-403C-A974-2E06FD2162DF}" type="slidenum">
              <a:rPr lang="en-GB" smtClean="0"/>
              <a:t>12</a:t>
            </a:fld>
            <a:endParaRPr lang="en-GB"/>
          </a:p>
        </p:txBody>
      </p:sp>
    </p:spTree>
    <p:extLst>
      <p:ext uri="{BB962C8B-B14F-4D97-AF65-F5344CB8AC3E}">
        <p14:creationId xmlns:p14="http://schemas.microsoft.com/office/powerpoint/2010/main" val="7186683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13</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14</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tags" Target="../tags/tag4.xml"/><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B861C087-D4F8-9C76-E0C9-85F3B6957C6D}"/>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FB75D94C-216D-25B8-8DD3-5CA51662336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2.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 Id="rId8" Type="http://schemas.openxmlformats.org/officeDocument/2006/relationships/image" Target="../media/image9.svg"/><Relationship Id="rId9" Type="http://schemas.openxmlformats.org/officeDocument/2006/relationships/image" Target="../media/image10.svg"/><Relationship Id="rId10" Type="http://schemas.openxmlformats.org/officeDocument/2006/relationships/image" Target="../media/image11.svg"/><Relationship Id="rId11" Type="http://schemas.openxmlformats.org/officeDocument/2006/relationships/image" Target="../media/image12.svg"/><Relationship Id="rId12"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Layout" Target="../slideLayouts/slideLayout4.xml"/><Relationship Id="rId4" Type="http://schemas.openxmlformats.org/officeDocument/2006/relationships/notesSlide" Target="../notesSlides/notesSlide2.xml"/><Relationship Id="rId5" Type="http://schemas.openxmlformats.org/officeDocument/2006/relationships/image" Target="../media/image14.png"/><Relationship Id="rId6" Type="http://schemas.openxmlformats.org/officeDocument/2006/relationships/image" Target="../media/image15.emf"/><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jpeg"/><Relationship Id="rId11" Type="http://schemas.openxmlformats.org/officeDocument/2006/relationships/image" Target="../media/image20.jpeg"/><Relationship Id="rId12" Type="http://schemas.openxmlformats.org/officeDocument/2006/relationships/image" Target="../media/image21.sv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jpeg"/><Relationship Id="rId18" Type="http://schemas.openxmlformats.org/officeDocument/2006/relationships/image" Target="../media/image27.png"/><Relationship Id="rId19" Type="http://schemas.openxmlformats.org/officeDocument/2006/relationships/image" Target="../media/image28.png"/><Relationship Id="rId20"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jpeg"/><Relationship Id="rId10" Type="http://schemas.openxmlformats.org/officeDocument/2006/relationships/image" Target="../media/image36.jpeg"/><Relationship Id="rId11"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38.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4.xml"/><Relationship Id="rId3"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0734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157F75-FB65-0538-495A-410FEC73F488}"/>
              </a:ext>
            </a:extLst>
          </p:cNvPr>
          <p:cNvSpPr/>
          <p:nvPr/>
        </p:nvSpPr>
        <p:spPr>
          <a:xfrm>
            <a:off x="333369" y="1385387"/>
            <a:ext cx="4121952" cy="307577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Insider Ownership]</a:t>
            </a:r>
          </a:p>
        </p:txBody>
      </p:sp>
      <p:sp>
        <p:nvSpPr>
          <p:cNvPr id="7" name="Title 6"/>
          <p:cNvSpPr>
            <a:spLocks noGrp="1"/>
          </p:cNvSpPr>
          <p:nvPr>
            <p:ph type="title"/>
          </p:nvPr>
        </p:nvSpPr>
        <p:spPr/>
        <p:txBody>
          <a:bodyPr>
            <a:normAutofit/>
          </a:bodyPr>
          <a:lstStyle/>
          <a:p>
            <a:r>
              <a:rPr lang="en-CA" dirty="0"/>
              <a:t>Ownership</a:t>
            </a:r>
          </a:p>
        </p:txBody>
      </p:sp>
      <p:sp>
        <p:nvSpPr>
          <p:cNvPr id="3" name="Slide Number Placeholder 2"/>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US"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15" name="Text Placeholder 14">
            <a:extLst>
              <a:ext uri="{FF2B5EF4-FFF2-40B4-BE49-F238E27FC236}">
                <a16:creationId xmlns:a16="http://schemas.microsoft.com/office/drawing/2014/main" id="{8D36FBFB-0BC0-4A4C-B382-B0D361DF317E}"/>
              </a:ext>
            </a:extLst>
          </p:cNvPr>
          <p:cNvSpPr>
            <a:spLocks noGrp="1"/>
          </p:cNvSpPr>
          <p:nvPr>
            <p:ph type="body" sz="quarter" idx="13"/>
          </p:nvPr>
        </p:nvSpPr>
        <p:spPr/>
        <p:txBody>
          <a:bodyPr/>
          <a:lstStyle/>
          <a:p>
            <a:r>
              <a:rPr lang="en-US" dirty="0"/>
              <a:t>Source: Bloomberg</a:t>
            </a:r>
          </a:p>
        </p:txBody>
      </p:sp>
      <p:sp>
        <p:nvSpPr>
          <p:cNvPr id="5" name="Text Placeholder 4">
            <a:extLst>
              <a:ext uri="{FF2B5EF4-FFF2-40B4-BE49-F238E27FC236}">
                <a16:creationId xmlns:a16="http://schemas.microsoft.com/office/drawing/2014/main" id="{768AD244-3A20-57B2-4ADA-71A9B6863829}"/>
              </a:ext>
            </a:extLst>
          </p:cNvPr>
          <p:cNvSpPr>
            <a:spLocks noGrp="1"/>
          </p:cNvSpPr>
          <p:nvPr>
            <p:ph type="body" sz="quarter" idx="15"/>
          </p:nvPr>
        </p:nvSpPr>
        <p:spPr/>
        <p:txBody>
          <a:bodyPr/>
          <a:lstStyle/>
          <a:p>
            <a:r>
              <a:rPr lang="en-US" dirty="0"/>
              <a:t>[x]</a:t>
            </a:r>
          </a:p>
        </p:txBody>
      </p:sp>
      <p:sp>
        <p:nvSpPr>
          <p:cNvPr id="20" name="Rectangle 19">
            <a:extLst>
              <a:ext uri="{FF2B5EF4-FFF2-40B4-BE49-F238E27FC236}">
                <a16:creationId xmlns:a16="http://schemas.microsoft.com/office/drawing/2014/main" id="{BB02DF0F-FC1B-41E7-A69B-47F98CBCD7D6}"/>
              </a:ext>
            </a:extLst>
          </p:cNvPr>
          <p:cNvSpPr/>
          <p:nvPr/>
        </p:nvSpPr>
        <p:spPr>
          <a:xfrm>
            <a:off x="4688681"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Institutions</a:t>
            </a:r>
            <a:endParaRPr kumimoji="0" lang="en-CA" sz="1400" b="1" i="0" u="none" strike="noStrike" kern="0" cap="none" spc="0" normalizeH="0" baseline="30000" noProof="0" dirty="0">
              <a:ln>
                <a:noFill/>
              </a:ln>
              <a:solidFill>
                <a:prstClr val="white"/>
              </a:solidFill>
              <a:effectLst/>
              <a:uLnTx/>
              <a:uFillTx/>
              <a:latin typeface="Palatino Linotype"/>
              <a:ea typeface="+mn-ea"/>
              <a:cs typeface="+mn-cs"/>
            </a:endParaRPr>
          </a:p>
        </p:txBody>
      </p:sp>
      <p:sp>
        <p:nvSpPr>
          <p:cNvPr id="25" name="Rectangle 24">
            <a:extLst>
              <a:ext uri="{FF2B5EF4-FFF2-40B4-BE49-F238E27FC236}">
                <a16:creationId xmlns:a16="http://schemas.microsoft.com/office/drawing/2014/main" id="{75E6EB81-7049-43E7-BDFB-7E69B8326032}"/>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0" cap="none" spc="0" normalizeH="0" baseline="0" noProof="0" dirty="0">
                <a:ln>
                  <a:noFill/>
                </a:ln>
                <a:solidFill>
                  <a:prstClr val="white"/>
                </a:solidFill>
                <a:effectLst/>
                <a:uLnTx/>
                <a:uFillTx/>
                <a:latin typeface="Palatino Linotype"/>
                <a:ea typeface="+mn-ea"/>
                <a:cs typeface="+mn-cs"/>
              </a:rPr>
              <a:t>Insiders</a:t>
            </a:r>
          </a:p>
        </p:txBody>
      </p:sp>
      <p:sp>
        <p:nvSpPr>
          <p:cNvPr id="4" name="Rectangle 3">
            <a:extLst>
              <a:ext uri="{FF2B5EF4-FFF2-40B4-BE49-F238E27FC236}">
                <a16:creationId xmlns:a16="http://schemas.microsoft.com/office/drawing/2014/main" id="{4F7B9329-AEF9-0CC1-38F8-4CEB00B02B8E}"/>
              </a:ext>
            </a:extLst>
          </p:cNvPr>
          <p:cNvSpPr/>
          <p:nvPr/>
        </p:nvSpPr>
        <p:spPr>
          <a:xfrm>
            <a:off x="4688679" y="1385387"/>
            <a:ext cx="4121952" cy="3374566"/>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Institutional Ownership]</a:t>
            </a:r>
          </a:p>
        </p:txBody>
      </p:sp>
    </p:spTree>
    <p:custDataLst>
      <p:tags r:id="rId1"/>
    </p:custDataLst>
    <p:extLst>
      <p:ext uri="{BB962C8B-B14F-4D97-AF65-F5344CB8AC3E}">
        <p14:creationId xmlns:p14="http://schemas.microsoft.com/office/powerpoint/2010/main" val="1740364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11</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74B68-3B15-4AD6-B7AC-C019CCAC1B5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DDBE004-61F1-B422-1777-E6FCC613A43E}"/>
              </a:ext>
            </a:extLst>
          </p:cNvPr>
          <p:cNvSpPr>
            <a:spLocks noGrp="1"/>
          </p:cNvSpPr>
          <p:nvPr>
            <p:ph type="title"/>
          </p:nvPr>
        </p:nvSpPr>
        <p:spPr/>
        <p:txBody>
          <a:bodyPr/>
          <a:lstStyle/>
          <a:p>
            <a:r>
              <a:rPr lang="en-CA" sz="2200" dirty="0"/>
              <a:t>Precedent Transactions</a:t>
            </a:r>
            <a:r>
              <a:rPr lang="en-CA" dirty="0"/>
              <a:t> Analysis</a:t>
            </a:r>
          </a:p>
        </p:txBody>
      </p:sp>
      <p:sp>
        <p:nvSpPr>
          <p:cNvPr id="11" name="Slide Number Placeholder 3">
            <a:extLst>
              <a:ext uri="{FF2B5EF4-FFF2-40B4-BE49-F238E27FC236}">
                <a16:creationId xmlns:a16="http://schemas.microsoft.com/office/drawing/2014/main" id="{A6DDFB8D-CA6E-3EC0-D052-240454A8E422}"/>
              </a:ext>
            </a:extLst>
          </p:cNvPr>
          <p:cNvSpPr>
            <a:spLocks noGrp="1"/>
          </p:cNvSpPr>
          <p:nvPr>
            <p:ph type="sldNum" sz="quarter" idx="12"/>
          </p:nvPr>
        </p:nvSpPr>
        <p:spPr/>
        <p:txBody>
          <a:bodyPr/>
          <a:lstStyle/>
          <a:p>
            <a:fld id="{B0BBF262-6B1A-47DC-B7A7-A92B0DCA2A1B}" type="slidenum">
              <a:rPr lang="en-CA" smtClean="0"/>
              <a:pPr/>
              <a:t>12</a:t>
            </a:fld>
            <a:endParaRPr lang="en-CA"/>
          </a:p>
        </p:txBody>
      </p:sp>
      <p:sp>
        <p:nvSpPr>
          <p:cNvPr id="2" name="Text Placeholder 1">
            <a:extLst>
              <a:ext uri="{FF2B5EF4-FFF2-40B4-BE49-F238E27FC236}">
                <a16:creationId xmlns:a16="http://schemas.microsoft.com/office/drawing/2014/main" id="{532CB2D2-E3C0-0FED-3E7F-948E3F7E33C9}"/>
              </a:ext>
            </a:extLst>
          </p:cNvPr>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98FE1515-9D0C-B194-C042-32BC719130F5}"/>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78C1EEF6-3FF8-1E0F-9E55-44B30EBF81B0}"/>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Precedents Chart]</a:t>
            </a:r>
          </a:p>
        </p:txBody>
      </p:sp>
    </p:spTree>
    <p:extLst>
      <p:ext uri="{BB962C8B-B14F-4D97-AF65-F5344CB8AC3E}">
        <p14:creationId xmlns:p14="http://schemas.microsoft.com/office/powerpoint/2010/main" val="474708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13</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14</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e10102.pptx]]&gt;&lt;/Source&gt;&lt;SourceModified&gt;2026-04-20 20:03:02&lt;/SourceModified&gt;&lt;ParentId&gt;&lt;/ParentId&gt;&lt;LinkId&gt;c776c967009314bd&lt;/LinkId&gt;&lt;FriendlyName&gt;&lt;/FriendlyName&gt;&lt;Type&gt;10&lt;/Type&gt;&lt;Address&gt;&lt;/Address&gt;&lt;LastUpdate&gt;2026-06-03 09:56: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e10102.pptx]]&gt;&lt;/ContentPath&gt;&lt;ContentType&gt;1&lt;/ContentType&gt;&lt;ContentId&gt;c776c967009314bd&lt;/ContentId&gt;&lt;Title&gt;Ownership&lt;/Title&gt;&lt;CurrentVersion&gt;1&lt;/CurrentVersion&gt;&lt;IgnoredVersion /&gt;&lt;KeepSrcFormatting&gt;True&lt;/KeepSrcFormatting&gt;&lt;ModifiedAt&gt;2026-06-03 13:56:51&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6.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6.xml>��
</file>

<file path=customXml/item47.xml>��
</file>

<file path=customXml/item48.xml><?xml version="1.0" encoding="utf-8"?>
<?mso-contentType ?>
<FormTemplates xmlns="http://schemas.microsoft.com/sharepoint/v3/contenttype/forms">
  <Display>DocumentLibraryForm</Display>
  <Edit>DocumentLibraryForm</Edit>
  <New>DocumentLibraryForm</New>
</FormTemplates>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xml version="1.0" encoding="utf-8"?>
<p:properties xmlns:p="http://schemas.microsoft.com/office/2006/metadata/properties" xmlns:xsi="http://www.w3.org/2001/XMLSchema-instance" xmlns:pc="http://schemas.microsoft.com/office/infopath/2007/PartnerControls">
  <documentManagement/>
</p:properties>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326E4EF2-6C1C-4D86-9022-5819E0A56E05}">
  <ds:schemaRefs>
    <ds:schemaRef ds:uri="http://macabacus.com"/>
  </ds:schemaRefs>
</ds:datastoreItem>
</file>

<file path=customXml/itemProps2.xml><?xml version="1.0" encoding="utf-8"?>
<ds:datastoreItem xmlns:ds="http://schemas.openxmlformats.org/officeDocument/2006/customXml" ds:itemID="{4E7DBD33-61D1-40AC-854D-8450BED07E7A}">
  <ds:schemaRefs>
    <ds:schemaRef ds:uri="http://macabacus.com"/>
  </ds:schemaRefs>
</ds:datastoreItem>
</file>

<file path=customXml/itemProps3.xml><?xml version="1.0" encoding="utf-8"?>
<ds:datastoreItem xmlns:ds="http://schemas.openxmlformats.org/officeDocument/2006/customXml" ds:itemID="{0278805A-B6E0-4ACE-B365-E5FC9EC16178}">
  <ds:schemaRefs>
    <ds:schemaRef ds:uri="http://macabacus.com"/>
  </ds:schemaRefs>
</ds:datastoreItem>
</file>

<file path=customXml/itemProps4.xml><?xml version="1.0" encoding="utf-8"?>
<ds:datastoreItem xmlns:ds="http://schemas.openxmlformats.org/officeDocument/2006/customXml" ds:itemID="{CF6CBFF1-1DC0-45B0-9DAA-840B67239381}">
  <ds:schemaRefs>
    <ds:schemaRef ds:uri="http://macabacus.com"/>
  </ds:schemaRefs>
</ds:datastoreItem>
</file>

<file path=customXml/itemProps5.xml><?xml version="1.0" encoding="utf-8"?>
<ds:datastoreItem xmlns:ds="http://schemas.openxmlformats.org/officeDocument/2006/customXml" ds:itemID="{671443EC-75C3-4544-A289-D9D428578426}">
  <ds:schemaRefs>
    <ds:schemaRef ds:uri="http://macabacus.com"/>
  </ds:schemaRefs>
</ds:datastoreItem>
</file>

<file path=customXml/itemProps6.xml><?xml version="1.0" encoding="utf-8"?>
<ds:datastoreItem xmlns:ds="http://schemas.openxmlformats.org/officeDocument/2006/customXml" ds:itemID="{2BE2369D-0F51-490B-967A-E772A297543D}">
  <ds:schemaRefs>
    <ds:schemaRef ds:uri="http://macabacus.com"/>
  </ds:schemaRefs>
</ds:datastoreItem>
</file>

<file path=customXml/itemProps7.xml><?xml version="1.0" encoding="utf-8"?>
<ds:datastoreItem xmlns:ds="http://schemas.openxmlformats.org/officeDocument/2006/customXml" ds:itemID="{F8D26A2D-69D9-4420-B593-4E039EC17DF5}">
  <ds:schemaRefs>
    <ds:schemaRef ds:uri="http://macabacus.com"/>
  </ds:schemaRefs>
</ds:datastoreItem>
</file>

<file path=customXml/itemProps8.xml><?xml version="1.0" encoding="utf-8"?>
<ds:datastoreItem xmlns:ds="http://schemas.openxmlformats.org/officeDocument/2006/customXml" ds:itemID="{653109CF-558B-4EDB-AF2E-1C87DE3D1396}">
  <ds:schemaRefs>
    <ds:schemaRef ds:uri="http://macabacus.com"/>
  </ds:schemaRefs>
</ds:datastoreItem>
</file>

<file path=customXml/itemProps9.xml><?xml version="1.0" encoding="utf-8"?>
<ds:datastoreItem xmlns:ds="http://schemas.openxmlformats.org/officeDocument/2006/customXml" ds:itemID="{193BF2A5-6AC1-41F0-9A65-CE83FA056F80}">
  <ds:schemaRefs>
    <ds:schemaRef ds:uri="http://macabacus.com"/>
  </ds:schemaRefs>
</ds:datastoreItem>
</file>

<file path=customXml/itemProps10.xml><?xml version="1.0" encoding="utf-8"?>
<ds:datastoreItem xmlns:ds="http://schemas.openxmlformats.org/officeDocument/2006/customXml" ds:itemID="{48A0D701-53B6-4964-BFAD-B8FCAB125AF3}">
  <ds:schemaRefs>
    <ds:schemaRef ds:uri="http://macabacus.com"/>
  </ds:schemaRefs>
</ds:datastoreItem>
</file>

<file path=customXml/itemProps11.xml><?xml version="1.0" encoding="utf-8"?>
<ds:datastoreItem xmlns:ds="http://schemas.openxmlformats.org/officeDocument/2006/customXml" ds:itemID="{75303608-EDD5-446E-9527-DD37A1396F94}">
  <ds:schemaRefs>
    <ds:schemaRef ds:uri="http://macabacus.com"/>
  </ds:schemaRefs>
</ds:datastoreItem>
</file>

<file path=customXml/itemProps12.xml><?xml version="1.0" encoding="utf-8"?>
<ds:datastoreItem xmlns:ds="http://schemas.openxmlformats.org/officeDocument/2006/customXml" ds:itemID="{6186ECD5-0432-4595-91D3-DE1C10DE85B0}">
  <ds:schemaRefs>
    <ds:schemaRef ds:uri="http://macabacus.com"/>
  </ds:schemaRefs>
</ds:datastoreItem>
</file>

<file path=customXml/itemProps13.xml><?xml version="1.0" encoding="utf-8"?>
<ds:datastoreItem xmlns:ds="http://schemas.openxmlformats.org/officeDocument/2006/customXml" ds:itemID="{0EE1E98B-F3F6-4C3A-B3F4-D56F144C0ED1}">
  <ds:schemaRefs>
    <ds:schemaRef ds:uri="http://macabacus.com"/>
  </ds:schemaRefs>
</ds:datastoreItem>
</file>

<file path=customXml/itemProps14.xml><?xml version="1.0" encoding="utf-8"?>
<ds:datastoreItem xmlns:ds="http://schemas.openxmlformats.org/officeDocument/2006/customXml" ds:itemID="{1551A933-4240-4E61-A1DD-C587CC4521E9}">
  <ds:schemaRefs>
    <ds:schemaRef ds:uri="http://macabacus.com"/>
  </ds:schemaRefs>
</ds:datastoreItem>
</file>

<file path=customXml/itemProps15.xml><?xml version="1.0" encoding="utf-8"?>
<ds:datastoreItem xmlns:ds="http://schemas.openxmlformats.org/officeDocument/2006/customXml" ds:itemID="{34C00308-DC6B-4312-BC94-0453E0AC4D08}">
  <ds:schemaRefs>
    <ds:schemaRef ds:uri="http://macabacus.com"/>
  </ds:schemaRefs>
</ds:datastoreItem>
</file>

<file path=customXml/itemProps16.xml><?xml version="1.0" encoding="utf-8"?>
<ds:datastoreItem xmlns:ds="http://schemas.openxmlformats.org/officeDocument/2006/customXml" ds:itemID="{92A90794-08F0-4B60-A689-04E998DC1D9F}">
  <ds:schemaRefs>
    <ds:schemaRef ds:uri="http://macabacus.com"/>
  </ds:schemaRefs>
</ds:datastoreItem>
</file>

<file path=customXml/itemProps17.xml><?xml version="1.0" encoding="utf-8"?>
<ds:datastoreItem xmlns:ds="http://schemas.openxmlformats.org/officeDocument/2006/customXml" ds:itemID="{FF53D666-BCA9-4939-B85D-F850F488C154}">
  <ds:schemaRefs>
    <ds:schemaRef ds:uri="http://macabacus.com"/>
  </ds:schemaRefs>
</ds:datastoreItem>
</file>

<file path=customXml/itemProps18.xml><?xml version="1.0" encoding="utf-8"?>
<ds:datastoreItem xmlns:ds="http://schemas.openxmlformats.org/officeDocument/2006/customXml" ds:itemID="{149A8EE8-FAF9-4F0F-A58D-DE805C526F65}">
  <ds:schemaRefs>
    <ds:schemaRef ds:uri="http://macabacus.com"/>
  </ds:schemaRefs>
</ds:datastoreItem>
</file>

<file path=customXml/itemProps19.xml><?xml version="1.0" encoding="utf-8"?>
<ds:datastoreItem xmlns:ds="http://schemas.openxmlformats.org/officeDocument/2006/customXml" ds:itemID="{135AED11-E2E2-48F5-BD3B-9F087132F148}">
  <ds:schemaRefs>
    <ds:schemaRef ds:uri="http://macabacus.com"/>
  </ds:schemaRefs>
</ds:datastoreItem>
</file>

<file path=customXml/itemProps20.xml><?xml version="1.0" encoding="utf-8"?>
<ds:datastoreItem xmlns:ds="http://schemas.openxmlformats.org/officeDocument/2006/customXml" ds:itemID="{366104C4-CC19-40E5-9BBE-368DA0B50B87}">
  <ds:schemaRefs>
    <ds:schemaRef ds:uri="http://macabacus.com"/>
  </ds:schemaRefs>
</ds:datastoreItem>
</file>

<file path=customXml/itemProps21.xml><?xml version="1.0" encoding="utf-8"?>
<ds:datastoreItem xmlns:ds="http://schemas.openxmlformats.org/officeDocument/2006/customXml" ds:itemID="{B9979C64-7404-453B-8375-CBD269CA82DF}">
  <ds:schemaRefs>
    <ds:schemaRef ds:uri="http://macabacus.com"/>
  </ds:schemaRefs>
</ds:datastoreItem>
</file>

<file path=customXml/itemProps22.xml><?xml version="1.0" encoding="utf-8"?>
<ds:datastoreItem xmlns:ds="http://schemas.openxmlformats.org/officeDocument/2006/customXml" ds:itemID="{A336470F-4198-4394-90DE-357AD52A020A}">
  <ds:schemaRefs>
    <ds:schemaRef ds:uri="http://macabacus.com"/>
  </ds:schemaRefs>
</ds:datastoreItem>
</file>

<file path=customXml/itemProps23.xml><?xml version="1.0" encoding="utf-8"?>
<ds:datastoreItem xmlns:ds="http://schemas.openxmlformats.org/officeDocument/2006/customXml" ds:itemID="{74A2F58B-1863-463B-9A17-9FD6002DF3EA}">
  <ds:schemaRefs>
    <ds:schemaRef ds:uri="http://macabacus.com"/>
  </ds:schemaRefs>
</ds:datastoreItem>
</file>

<file path=customXml/itemProps24.xml><?xml version="1.0" encoding="utf-8"?>
<ds:datastoreItem xmlns:ds="http://schemas.openxmlformats.org/officeDocument/2006/customXml" ds:itemID="{DAE1DB7B-35E0-4ECA-93EC-ECC5FE3E17EE}">
  <ds:schemaRefs>
    <ds:schemaRef ds:uri="http://macabacus.com"/>
  </ds:schemaRefs>
</ds:datastoreItem>
</file>

<file path=customXml/itemProps25.xml><?xml version="1.0" encoding="utf-8"?>
<ds:datastoreItem xmlns:ds="http://schemas.openxmlformats.org/officeDocument/2006/customXml" ds:itemID="{2957749B-F412-42E5-AF9C-8EFBB7EDFCFF}">
  <ds:schemaRefs>
    <ds:schemaRef ds:uri="http://macabacus.com"/>
  </ds:schemaRefs>
</ds:datastoreItem>
</file>

<file path=customXml/itemProps26.xml><?xml version="1.0" encoding="utf-8"?>
<ds:datastoreItem xmlns:ds="http://schemas.openxmlformats.org/officeDocument/2006/customXml" ds:itemID="{3C2EE3FF-F903-4F4A-A361-687B89ADBF5D}">
  <ds:schemaRefs>
    <ds:schemaRef ds:uri="http://macabacus.com"/>
  </ds:schemaRefs>
</ds:datastoreItem>
</file>

<file path=customXml/itemProps27.xml><?xml version="1.0" encoding="utf-8"?>
<ds:datastoreItem xmlns:ds="http://schemas.openxmlformats.org/officeDocument/2006/customXml" ds:itemID="{5056A744-3AA2-41D9-9520-DA4884EEB787}">
  <ds:schemaRefs>
    <ds:schemaRef ds:uri="http://macabacus.com"/>
  </ds:schemaRefs>
</ds:datastoreItem>
</file>

<file path=customXml/itemProps28.xml><?xml version="1.0" encoding="utf-8"?>
<ds:datastoreItem xmlns:ds="http://schemas.openxmlformats.org/officeDocument/2006/customXml" ds:itemID="{21E72A72-0F4B-4A03-BBA3-6A27C826890C}">
  <ds:schemaRefs>
    <ds:schemaRef ds:uri="http://macabacus.com"/>
  </ds:schemaRefs>
</ds:datastoreItem>
</file>

<file path=customXml/itemProps29.xml><?xml version="1.0" encoding="utf-8"?>
<ds:datastoreItem xmlns:ds="http://schemas.openxmlformats.org/officeDocument/2006/customXml" ds:itemID="{A02840BE-FEC0-4982-AC1C-360DB1E54A68}">
  <ds:schemaRefs>
    <ds:schemaRef ds:uri="http://macabacus.com"/>
  </ds:schemaRefs>
</ds:datastoreItem>
</file>

<file path=customXml/itemProps30.xml><?xml version="1.0" encoding="utf-8"?>
<ds:datastoreItem xmlns:ds="http://schemas.openxmlformats.org/officeDocument/2006/customXml" ds:itemID="{6FD65DFD-96EE-47DE-9ECE-92962A30AE8E}">
  <ds:schemaRefs>
    <ds:schemaRef ds:uri="http://macabacus.com"/>
  </ds:schemaRefs>
</ds:datastoreItem>
</file>

<file path=customXml/itemProps31.xml><?xml version="1.0" encoding="utf-8"?>
<ds:datastoreItem xmlns:ds="http://schemas.openxmlformats.org/officeDocument/2006/customXml" ds:itemID="{E9A9520D-252E-47D5-AE22-67DF5E6D8E89}">
  <ds:schemaRefs>
    <ds:schemaRef ds:uri="http://macabacus.com"/>
  </ds:schemaRefs>
</ds:datastoreItem>
</file>

<file path=customXml/itemProps32.xml><?xml version="1.0" encoding="utf-8"?>
<ds:datastoreItem xmlns:ds="http://schemas.openxmlformats.org/officeDocument/2006/customXml" ds:itemID="{060E31B7-EAAB-4D10-BD59-6966D23424AD}">
  <ds:schemaRefs>
    <ds:schemaRef ds:uri="http://macabacus.com"/>
  </ds:schemaRefs>
</ds:datastoreItem>
</file>

<file path=customXml/itemProps33.xml><?xml version="1.0" encoding="utf-8"?>
<ds:datastoreItem xmlns:ds="http://schemas.openxmlformats.org/officeDocument/2006/customXml" ds:itemID="{96A42BE5-0098-4369-B3D2-88BA3C2D62E4}">
  <ds:schemaRefs>
    <ds:schemaRef ds:uri="http://macabacus.com"/>
  </ds:schemaRefs>
</ds:datastoreItem>
</file>

<file path=customXml/itemProps34.xml><?xml version="1.0" encoding="utf-8"?>
<ds:datastoreItem xmlns:ds="http://schemas.openxmlformats.org/officeDocument/2006/customXml" ds:itemID="{37AC0175-97FD-4709-BFA4-236FDE52EAD6}">
  <ds:schemaRefs>
    <ds:schemaRef ds:uri="http://macabacus.com"/>
  </ds:schemaRefs>
</ds:datastoreItem>
</file>

<file path=customXml/itemProps35.xml><?xml version="1.0" encoding="utf-8"?>
<ds:datastoreItem xmlns:ds="http://schemas.openxmlformats.org/officeDocument/2006/customXml" ds:itemID="{B66B62CF-60AD-46A3-AA4B-E25ECC580B08}">
  <ds:schemaRefs>
    <ds:schemaRef ds:uri="http://macabacus.com"/>
  </ds:schemaRefs>
</ds:datastoreItem>
</file>

<file path=customXml/itemProps36.xml><?xml version="1.0" encoding="utf-8"?>
<ds:datastoreItem xmlns:ds="http://schemas.openxmlformats.org/officeDocument/2006/customXml" ds:itemID="{B15DC8DE-4E41-49F2-BEB1-4C5F782A05C4}">
  <ds:schemaRefs>
    <ds:schemaRef ds:uri="http://macabacus.com"/>
  </ds:schemaRefs>
</ds:datastoreItem>
</file>

<file path=customXml/itemProps37.xml><?xml version="1.0" encoding="utf-8"?>
<ds:datastoreItem xmlns:ds="http://schemas.openxmlformats.org/officeDocument/2006/customXml" ds:itemID="{6557C92F-E465-4DFF-8A7E-DBA031979CE3}">
  <ds:schemaRefs>
    <ds:schemaRef ds:uri="http://macabacus.com"/>
  </ds:schemaRefs>
</ds:datastoreItem>
</file>

<file path=customXml/itemProps38.xml><?xml version="1.0" encoding="utf-8"?>
<ds:datastoreItem xmlns:ds="http://schemas.openxmlformats.org/officeDocument/2006/customXml" ds:itemID="{695A3544-8374-4B68-8B56-9376732D7327}">
  <ds:schemaRefs>
    <ds:schemaRef ds:uri="http://macabacus.com"/>
  </ds:schemaRefs>
</ds:datastoreItem>
</file>

<file path=customXml/itemProps39.xml><?xml version="1.0" encoding="utf-8"?>
<ds:datastoreItem xmlns:ds="http://schemas.openxmlformats.org/officeDocument/2006/customXml" ds:itemID="{453648E7-00C6-44CE-8CCF-B935E9B1F836}">
  <ds:schemaRefs>
    <ds:schemaRef ds:uri="http://macabacus.com"/>
  </ds:schemaRefs>
</ds:datastoreItem>
</file>

<file path=customXml/itemProps40.xml><?xml version="1.0" encoding="utf-8"?>
<ds:datastoreItem xmlns:ds="http://schemas.openxmlformats.org/officeDocument/2006/customXml" ds:itemID="{E8EF96AF-4EB1-49DE-907B-BFAE887F46CE}">
  <ds:schemaRefs>
    <ds:schemaRef ds:uri="http://macabacus.com"/>
  </ds:schemaRefs>
</ds:datastoreItem>
</file>

<file path=customXml/itemProps41.xml><?xml version="1.0" encoding="utf-8"?>
<ds:datastoreItem xmlns:ds="http://schemas.openxmlformats.org/officeDocument/2006/customXml" ds:itemID="{4AA0FDB8-0E01-4690-A96C-E8AA4B17154D}">
  <ds:schemaRefs>
    <ds:schemaRef ds:uri="http://macabacus.com"/>
  </ds:schemaRefs>
</ds:datastoreItem>
</file>

<file path=customXml/itemProps42.xml><?xml version="1.0" encoding="utf-8"?>
<ds:datastoreItem xmlns:ds="http://schemas.openxmlformats.org/officeDocument/2006/customXml" ds:itemID="{04BC8FFF-6C5B-4312-8C37-24B43E601E01}">
  <ds:schemaRefs>
    <ds:schemaRef ds:uri="http://macabacus.com"/>
  </ds:schemaRefs>
</ds:datastoreItem>
</file>

<file path=customXml/itemProps43.xml><?xml version="1.0" encoding="utf-8"?>
<ds:datastoreItem xmlns:ds="http://schemas.openxmlformats.org/officeDocument/2006/customXml" ds:itemID="{263CB93B-A20B-40C7-8137-66B2B7E81A48}">
  <ds:schemaRefs>
    <ds:schemaRef ds:uri="http://macabacus.com"/>
  </ds:schemaRefs>
</ds:datastoreItem>
</file>

<file path=customXml/itemProps44.xml><?xml version="1.0" encoding="utf-8"?>
<ds:datastoreItem xmlns:ds="http://schemas.openxmlformats.org/officeDocument/2006/customXml" ds:itemID="{D59F5F65-2F5B-4E00-92BD-12AEB232CBFB}">
  <ds:schemaRefs>
    <ds:schemaRef ds:uri="http://macabacus.com"/>
  </ds:schemaRefs>
</ds:datastoreItem>
</file>

<file path=customXml/itemProps45.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6.xml><?xml version="1.0" encoding="utf-8"?>
<ds:datastoreItem xmlns:ds="http://schemas.openxmlformats.org/officeDocument/2006/customXml" ds:itemID="{E87F85AD-EF6D-4F4B-8AD6-791F8294E1E1}">
  <ds:schemaRefs>
    <ds:schemaRef ds:uri="http://macabacus.com"/>
  </ds:schemaRefs>
</ds:datastoreItem>
</file>

<file path=customXml/itemProps47.xml><?xml version="1.0" encoding="utf-8"?>
<ds:datastoreItem xmlns:ds="http://schemas.openxmlformats.org/officeDocument/2006/customXml" ds:itemID="{903AD103-0EE8-4ECE-AAFC-8F6ACF825AC3}">
  <ds:schemaRefs>
    <ds:schemaRef ds:uri="http://macabacus.com"/>
  </ds:schemaRefs>
</ds:datastoreItem>
</file>

<file path=customXml/itemProps48.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49.xml><?xml version="1.0" encoding="utf-8"?>
<ds:datastoreItem xmlns:ds="http://schemas.openxmlformats.org/officeDocument/2006/customXml" ds:itemID="{84176A60-C5CE-4096-A469-0ABB795F69FC}">
  <ds:schemaRefs>
    <ds:schemaRef ds:uri="http://macabacus.com"/>
  </ds:schemaRefs>
</ds:datastoreItem>
</file>

<file path=customXml/itemProps50.xml><?xml version="1.0" encoding="utf-8"?>
<ds:datastoreItem xmlns:ds="http://schemas.openxmlformats.org/officeDocument/2006/customXml" ds:itemID="{240A18A4-47C8-41F8-907A-BDD48939CB1E}">
  <ds:schemaRefs>
    <ds:schemaRef ds:uri="http://macabacus.com"/>
  </ds:schemaRefs>
</ds:datastoreItem>
</file>

<file path=customXml/itemProps51.xml><?xml version="1.0" encoding="utf-8"?>
<ds:datastoreItem xmlns:ds="http://schemas.openxmlformats.org/officeDocument/2006/customXml" ds:itemID="{4FD8E487-F81B-4EE6-9364-ED05FF32A0B0}">
  <ds:schemaRefs>
    <ds:schemaRef ds:uri="http://macabacus.com"/>
  </ds:schemaRefs>
</ds:datastoreItem>
</file>

<file path=customXml/itemProps52.xml><?xml version="1.0" encoding="utf-8"?>
<ds:datastoreItem xmlns:ds="http://schemas.openxmlformats.org/officeDocument/2006/customXml" ds:itemID="{5732FC22-B878-4CD7-A0E5-E150D751F040}">
  <ds:schemaRefs>
    <ds:schemaRef ds:uri="http://macabacus.com"/>
  </ds:schemaRefs>
</ds:datastoreItem>
</file>

<file path=customXml/itemProps53.xml><?xml version="1.0" encoding="utf-8"?>
<ds:datastoreItem xmlns:ds="http://schemas.openxmlformats.org/officeDocument/2006/customXml" ds:itemID="{C9507455-816F-4254-9CF8-8B9C4EB1431B}">
  <ds:schemaRefs>
    <ds:schemaRef ds:uri="http://macabacus.com"/>
  </ds:schemaRefs>
</ds:datastoreItem>
</file>

<file path=customXml/itemProps54.xml><?xml version="1.0" encoding="utf-8"?>
<ds:datastoreItem xmlns:ds="http://schemas.openxmlformats.org/officeDocument/2006/customXml" ds:itemID="{5F0E317F-5CDD-4245-AC1A-C47048B1B28A}">
  <ds:schemaRefs>
    <ds:schemaRef ds:uri="http://macabacus.com"/>
  </ds:schemaRefs>
</ds:datastoreItem>
</file>

<file path=customXml/itemProps55.xml><?xml version="1.0" encoding="utf-8"?>
<ds:datastoreItem xmlns:ds="http://schemas.openxmlformats.org/officeDocument/2006/customXml" ds:itemID="{828BBFB9-B2F5-4A23-8821-8D98CCD5379F}">
  <ds:schemaRefs>
    <ds:schemaRef ds:uri="http://macabacus.com"/>
  </ds:schemaRefs>
</ds:datastoreItem>
</file>

<file path=customXml/itemProps56.xml><?xml version="1.0" encoding="utf-8"?>
<ds:datastoreItem xmlns:ds="http://schemas.openxmlformats.org/officeDocument/2006/customXml" ds:itemID="{026E6971-A25B-4691-B6AB-872A4B216A56}">
  <ds:schemaRefs>
    <ds:schemaRef ds:uri="http://macabacus.com"/>
  </ds:schemaRefs>
</ds:datastoreItem>
</file>

<file path=customXml/itemProps57.xml><?xml version="1.0" encoding="utf-8"?>
<ds:datastoreItem xmlns:ds="http://schemas.openxmlformats.org/officeDocument/2006/customXml" ds:itemID="{624ADC78-020B-4B98-9193-4D2D1A232A69}">
  <ds:schemaRefs>
    <ds:schemaRef ds:uri="http://macabacus.com"/>
  </ds:schemaRefs>
</ds:datastoreItem>
</file>

<file path=customXml/itemProps58.xml><?xml version="1.0" encoding="utf-8"?>
<ds:datastoreItem xmlns:ds="http://schemas.openxmlformats.org/officeDocument/2006/customXml" ds:itemID="{99387AD8-6435-4031-AED1-B765E693B6D8}">
  <ds:schemaRefs>
    <ds:schemaRef ds:uri="http://macabacus.com"/>
  </ds:schemaRefs>
</ds:datastoreItem>
</file>

<file path=customXml/itemProps59.xml><?xml version="1.0" encoding="utf-8"?>
<ds:datastoreItem xmlns:ds="http://schemas.openxmlformats.org/officeDocument/2006/customXml" ds:itemID="{04A274B0-93FC-47F0-870B-502F2F0F7326}">
  <ds:schemaRefs>
    <ds:schemaRef ds:uri="http://macabacus.com"/>
  </ds:schemaRefs>
</ds:datastoreItem>
</file>

<file path=customXml/itemProps60.xml><?xml version="1.0" encoding="utf-8"?>
<ds:datastoreItem xmlns:ds="http://schemas.openxmlformats.org/officeDocument/2006/customXml" ds:itemID="{96315420-B635-4BA3-AD64-ED3197249883}">
  <ds:schemaRefs>
    <ds:schemaRef ds:uri="http://macabacus.com"/>
  </ds:schemaRefs>
</ds:datastoreItem>
</file>

<file path=customXml/itemProps61.xml><?xml version="1.0" encoding="utf-8"?>
<ds:datastoreItem xmlns:ds="http://schemas.openxmlformats.org/officeDocument/2006/customXml" ds:itemID="{27FD3BE9-08A7-4951-A451-96DA79C01D23}">
  <ds:schemaRefs>
    <ds:schemaRef ds:uri="http://macabacus.com"/>
  </ds:schemaRefs>
</ds:datastoreItem>
</file>

<file path=customXml/itemProps62.xml><?xml version="1.0" encoding="utf-8"?>
<ds:datastoreItem xmlns:ds="http://schemas.openxmlformats.org/officeDocument/2006/customXml" ds:itemID="{5CF2C4E1-6B68-45AA-A6FD-42AB4E713F35}">
  <ds:schemaRefs>
    <ds:schemaRef ds:uri="http://macabacus.com"/>
  </ds:schemaRefs>
</ds:datastoreItem>
</file>

<file path=customXml/itemProps63.xml><?xml version="1.0" encoding="utf-8"?>
<ds:datastoreItem xmlns:ds="http://schemas.openxmlformats.org/officeDocument/2006/customXml" ds:itemID="{9E9D5AF6-EDD7-4950-BDCC-2FED30665885}">
  <ds:schemaRefs>
    <ds:schemaRef ds:uri="http://macabacus.com"/>
  </ds:schemaRefs>
</ds:datastoreItem>
</file>

<file path=customXml/itemProps64.xml><?xml version="1.0" encoding="utf-8"?>
<ds:datastoreItem xmlns:ds="http://schemas.openxmlformats.org/officeDocument/2006/customXml" ds:itemID="{94AEEB49-1FF7-4848-94DC-D56CBDC3194B}">
  <ds:schemaRefs>
    <ds:schemaRef ds:uri="http://macabacus.com"/>
  </ds:schemaRefs>
</ds:datastoreItem>
</file>

<file path=customXml/itemProps65.xml><?xml version="1.0" encoding="utf-8"?>
<ds:datastoreItem xmlns:ds="http://schemas.openxmlformats.org/officeDocument/2006/customXml" ds:itemID="{45633EBB-578B-4C7B-93AC-4E29E4D8C720}">
  <ds:schemaRefs>
    <ds:schemaRef ds:uri="http://macabacus.com"/>
  </ds:schemaRefs>
</ds:datastoreItem>
</file>

<file path=customXml/itemProps66.xml><?xml version="1.0" encoding="utf-8"?>
<ds:datastoreItem xmlns:ds="http://schemas.openxmlformats.org/officeDocument/2006/customXml" ds:itemID="{A15087E0-4D39-4D26-957A-F9BF8AB7CD15}">
  <ds:schemaRefs>
    <ds:schemaRef ds:uri="http://macabacus.com"/>
  </ds:schemaRefs>
</ds:datastoreItem>
</file>

<file path=customXml/itemProps67.xml><?xml version="1.0" encoding="utf-8"?>
<ds:datastoreItem xmlns:ds="http://schemas.openxmlformats.org/officeDocument/2006/customXml" ds:itemID="{2872A061-3A62-476F-A0A2-FE5B075CE8EF}">
  <ds:schemaRefs>
    <ds:schemaRef ds:uri="http://macabacus.com"/>
  </ds:schemaRefs>
</ds:datastoreItem>
</file>

<file path=customXml/itemProps68.xml><?xml version="1.0" encoding="utf-8"?>
<ds:datastoreItem xmlns:ds="http://schemas.openxmlformats.org/officeDocument/2006/customXml" ds:itemID="{05361EA6-CB62-40B6-9F3E-042F3E4B57AD}">
  <ds:schemaRefs>
    <ds:schemaRef ds:uri="http://macabacus.com"/>
  </ds:schemaRefs>
</ds:datastoreItem>
</file>

<file path=customXml/itemProps69.xml><?xml version="1.0" encoding="utf-8"?>
<ds:datastoreItem xmlns:ds="http://schemas.openxmlformats.org/officeDocument/2006/customXml" ds:itemID="{C6FE8F90-0EC5-42EE-A96E-E8FDE77EC9CA}">
  <ds:schemaRefs>
    <ds:schemaRef ds:uri="http://macabacus.com"/>
  </ds:schemaRefs>
</ds:datastoreItem>
</file>

<file path=customXml/itemProps70.xml><?xml version="1.0" encoding="utf-8"?>
<ds:datastoreItem xmlns:ds="http://schemas.openxmlformats.org/officeDocument/2006/customXml" ds:itemID="{52778C26-298A-42D0-A002-BFD67249CC89}">
  <ds:schemaRefs>
    <ds:schemaRef ds:uri="http://macabacus.com"/>
  </ds:schemaRefs>
</ds:datastoreItem>
</file>

<file path=customXml/itemProps71.xml><?xml version="1.0" encoding="utf-8"?>
<ds:datastoreItem xmlns:ds="http://schemas.openxmlformats.org/officeDocument/2006/customXml" ds:itemID="{6F74B883-01D0-491F-AC29-F1B1F36A687B}">
  <ds:schemaRefs>
    <ds:schemaRef ds:uri="http://macabacus.com"/>
  </ds:schemaRefs>
</ds:datastoreItem>
</file>

<file path=customXml/itemProps72.xml><?xml version="1.0" encoding="utf-8"?>
<ds:datastoreItem xmlns:ds="http://schemas.openxmlformats.org/officeDocument/2006/customXml" ds:itemID="{F0D091EA-36EC-42F8-A919-8F43F0BFC2C2}">
  <ds:schemaRefs>
    <ds:schemaRef ds:uri="http://macabacus.com"/>
  </ds:schemaRefs>
</ds:datastoreItem>
</file>

<file path=customXml/itemProps73.xml><?xml version="1.0" encoding="utf-8"?>
<ds:datastoreItem xmlns:ds="http://schemas.openxmlformats.org/officeDocument/2006/customXml" ds:itemID="{21E277FB-74C8-4098-A891-DC180DA11D66}">
  <ds:schemaRefs>
    <ds:schemaRef ds:uri="http://macabacus.com"/>
  </ds:schemaRefs>
</ds:datastoreItem>
</file>

<file path=customXml/itemProps74.xml><?xml version="1.0" encoding="utf-8"?>
<ds:datastoreItem xmlns:ds="http://schemas.openxmlformats.org/officeDocument/2006/customXml" ds:itemID="{550D905A-1840-4CB8-B248-18B4A80B80D6}">
  <ds:schemaRefs>
    <ds:schemaRef ds:uri="http://macabacus.com"/>
  </ds:schemaRefs>
</ds:datastoreItem>
</file>

<file path=customXml/itemProps75.xml><?xml version="1.0" encoding="utf-8"?>
<ds:datastoreItem xmlns:ds="http://schemas.openxmlformats.org/officeDocument/2006/customXml" ds:itemID="{F268AA44-7F72-4408-9F14-9C65699ED944}">
  <ds:schemaRefs>
    <ds:schemaRef ds:uri="http://macabacus.com"/>
  </ds:schemaRefs>
</ds:datastoreItem>
</file>

<file path=customXml/itemProps76.xml><?xml version="1.0" encoding="utf-8"?>
<ds:datastoreItem xmlns:ds="http://schemas.openxmlformats.org/officeDocument/2006/customXml" ds:itemID="{6D06D0E4-067B-4C5E-9C1B-EB0284B77838}">
  <ds:schemaRefs>
    <ds:schemaRef ds:uri="http://macabacus.com"/>
  </ds:schemaRefs>
</ds:datastoreItem>
</file>

<file path=customXml/itemProps77.xml><?xml version="1.0" encoding="utf-8"?>
<ds:datastoreItem xmlns:ds="http://schemas.openxmlformats.org/officeDocument/2006/customXml" ds:itemID="{8A23D2F2-04A4-4EE7-A793-E0543ECBBCF9}">
  <ds:schemaRefs>
    <ds:schemaRef ds:uri="http://macabacus.com"/>
  </ds:schemaRefs>
</ds:datastoreItem>
</file>

<file path=customXml/itemProps78.xml><?xml version="1.0" encoding="utf-8"?>
<ds:datastoreItem xmlns:ds="http://schemas.openxmlformats.org/officeDocument/2006/customXml" ds:itemID="{04DEB12B-8F62-49EF-AA9D-6ECE1CD23AA0}">
  <ds:schemaRefs>
    <ds:schemaRef ds:uri="http://macabacus.com"/>
  </ds:schemaRefs>
</ds:datastoreItem>
</file>

<file path=customXml/itemProps79.xml><?xml version="1.0" encoding="utf-8"?>
<ds:datastoreItem xmlns:ds="http://schemas.openxmlformats.org/officeDocument/2006/customXml" ds:itemID="{27AA862D-5A85-4E8B-B77F-137484C22EEF}">
  <ds:schemaRefs>
    <ds:schemaRef ds:uri="http://macabacus.com"/>
  </ds:schemaRefs>
</ds:datastoreItem>
</file>

<file path=customXml/itemProps80.xml><?xml version="1.0" encoding="utf-8"?>
<ds:datastoreItem xmlns:ds="http://schemas.openxmlformats.org/officeDocument/2006/customXml" ds:itemID="{F1E614D4-EFE9-43AE-9DE1-D0A67D6BB1F4}">
  <ds:schemaRefs>
    <ds:schemaRef ds:uri="http://macabacus.com"/>
  </ds:schemaRefs>
</ds:datastoreItem>
</file>

<file path=customXml/itemProps81.xml><?xml version="1.0" encoding="utf-8"?>
<ds:datastoreItem xmlns:ds="http://schemas.openxmlformats.org/officeDocument/2006/customXml" ds:itemID="{C9A0195F-520C-464B-A87E-C3BAC10A9A4B}">
  <ds:schemaRefs>
    <ds:schemaRef ds:uri="http://macabacus.com"/>
  </ds:schemaRefs>
</ds:datastoreItem>
</file>

<file path=customXml/itemProps82.xml><?xml version="1.0" encoding="utf-8"?>
<ds:datastoreItem xmlns:ds="http://schemas.openxmlformats.org/officeDocument/2006/customXml" ds:itemID="{8224CE37-2AC9-4E57-A290-E612B28B1E29}">
  <ds:schemaRefs>
    <ds:schemaRef ds:uri="http://macabacus.com"/>
  </ds:schemaRefs>
</ds:datastoreItem>
</file>

<file path=customXml/itemProps83.xml><?xml version="1.0" encoding="utf-8"?>
<ds:datastoreItem xmlns:ds="http://schemas.openxmlformats.org/officeDocument/2006/customXml" ds:itemID="{8335B9E6-8E9C-4193-B118-B8BCC70B74E9}">
  <ds:schemaRefs>
    <ds:schemaRef ds:uri="http://macabacus.com"/>
  </ds:schemaRefs>
</ds:datastoreItem>
</file>

<file path=customXml/itemProps84.xml><?xml version="1.0" encoding="utf-8"?>
<ds:datastoreItem xmlns:ds="http://schemas.openxmlformats.org/officeDocument/2006/customXml" ds:itemID="{3F306767-4664-4B14-B975-A5683092E94C}">
  <ds:schemaRefs>
    <ds:schemaRef ds:uri="http://macabacus.com"/>
  </ds:schemaRefs>
</ds:datastoreItem>
</file>

<file path=customXml/itemProps85.xml><?xml version="1.0" encoding="utf-8"?>
<ds:datastoreItem xmlns:ds="http://schemas.openxmlformats.org/officeDocument/2006/customXml" ds:itemID="{4B5CD039-CA50-4F51-B46A-8DED96384D34}">
  <ds:schemaRefs>
    <ds:schemaRef ds:uri="http://macabacus.com"/>
  </ds:schemaRefs>
</ds:datastoreItem>
</file>

<file path=customXml/itemProps86.xml><?xml version="1.0" encoding="utf-8"?>
<ds:datastoreItem xmlns:ds="http://schemas.openxmlformats.org/officeDocument/2006/customXml" ds:itemID="{75E58F22-32D1-473D-873C-6F981620686F}">
  <ds:schemaRefs>
    <ds:schemaRef ds:uri="http://macabacus.com"/>
  </ds:schemaRefs>
</ds:datastoreItem>
</file>

<file path=customXml/itemProps87.xml><?xml version="1.0" encoding="utf-8"?>
<ds:datastoreItem xmlns:ds="http://schemas.openxmlformats.org/officeDocument/2006/customXml" ds:itemID="{79517373-9F58-42BE-A4F1-0098EF5D4D0C}">
  <ds:schemaRefs>
    <ds:schemaRef ds:uri="http://macabacus.com"/>
  </ds:schemaRefs>
</ds:datastoreItem>
</file>

<file path=customXml/itemProps88.xml><?xml version="1.0" encoding="utf-8"?>
<ds:datastoreItem xmlns:ds="http://schemas.openxmlformats.org/officeDocument/2006/customXml" ds:itemID="{61CAF986-50B4-4EEB-B960-EA6507E45A95}">
  <ds:schemaRefs>
    <ds:schemaRef ds:uri="http://macabacus.com"/>
  </ds:schemaRefs>
</ds:datastoreItem>
</file>

<file path=customXml/itemProps89.xml><?xml version="1.0" encoding="utf-8"?>
<ds:datastoreItem xmlns:ds="http://schemas.openxmlformats.org/officeDocument/2006/customXml" ds:itemID="{466ACEC2-36CC-405C-ACF5-E6D313DA275E}">
  <ds:schemaRefs>
    <ds:schemaRef ds:uri="http://macabacus.com"/>
  </ds:schemaRefs>
</ds:datastoreItem>
</file>

<file path=customXml/itemProps90.xml><?xml version="1.0" encoding="utf-8"?>
<ds:datastoreItem xmlns:ds="http://schemas.openxmlformats.org/officeDocument/2006/customXml" ds:itemID="{A8C7D7F7-ECFD-4E99-B9F0-75E068103563}">
  <ds:schemaRefs>
    <ds:schemaRef ds:uri="http://macabacus.com"/>
  </ds:schemaRefs>
</ds:datastoreItem>
</file>

<file path=customXml/itemProps91.xml><?xml version="1.0" encoding="utf-8"?>
<ds:datastoreItem xmlns:ds="http://schemas.openxmlformats.org/officeDocument/2006/customXml" ds:itemID="{C9D376EA-5B2C-48DC-ADAC-7A4A4950557F}">
  <ds:schemaRefs>
    <ds:schemaRef ds:uri="http://macabacus.com"/>
  </ds:schemaRefs>
</ds:datastoreItem>
</file>

<file path=customXml/itemProps92.xml><?xml version="1.0" encoding="utf-8"?>
<ds:datastoreItem xmlns:ds="http://schemas.openxmlformats.org/officeDocument/2006/customXml" ds:itemID="{8EC9C2FB-156C-4C94-9EA1-947D106A7A1C}">
  <ds:schemaRefs>
    <ds:schemaRef ds:uri="http://macabacus.com"/>
  </ds:schemaRefs>
</ds:datastoreItem>
</file>

<file path=customXml/itemProps93.xml><?xml version="1.0" encoding="utf-8"?>
<ds:datastoreItem xmlns:ds="http://schemas.openxmlformats.org/officeDocument/2006/customXml" ds:itemID="{D014C11A-0CB9-479C-B3CC-CF3C2287EE75}">
  <ds:schemaRefs>
    <ds:schemaRef ds:uri="http://macabacus.com"/>
  </ds:schemaRefs>
</ds:datastoreItem>
</file>

<file path=customXml/itemProps94.xml><?xml version="1.0" encoding="utf-8"?>
<ds:datastoreItem xmlns:ds="http://schemas.openxmlformats.org/officeDocument/2006/customXml" ds:itemID="{52A03F70-6738-43CD-A349-996DE52D49CF}">
  <ds:schemaRefs>
    <ds:schemaRef ds:uri="http://macabacus.com"/>
  </ds:schemaRefs>
</ds:datastoreItem>
</file>

<file path=customXml/itemProps95.xml><?xml version="1.0" encoding="utf-8"?>
<ds:datastoreItem xmlns:ds="http://schemas.openxmlformats.org/officeDocument/2006/customXml" ds:itemID="{2EA9E129-ED27-466E-BF86-590A6D772B04}">
  <ds:schemaRefs>
    <ds:schemaRef ds:uri="http://macabacus.com"/>
  </ds:schemaRefs>
</ds:datastoreItem>
</file>

<file path=customXml/itemProps96.xml><?xml version="1.0" encoding="utf-8"?>
<ds:datastoreItem xmlns:ds="http://schemas.openxmlformats.org/officeDocument/2006/customXml" ds:itemID="{AC3D7D10-DA7B-4C46-A440-D35FBEEB613C}">
  <ds:schemaRefs>
    <ds:schemaRef ds:uri="http://macabacus.com"/>
  </ds:schemaRefs>
</ds:datastoreItem>
</file>

<file path=customXml/itemProps97.xml><?xml version="1.0" encoding="utf-8"?>
<ds:datastoreItem xmlns:ds="http://schemas.openxmlformats.org/officeDocument/2006/customXml" ds:itemID="{3C45D92A-2DFF-480C-9B58-A1E452909B84}">
  <ds:schemaRefs>
    <ds:schemaRef ds:uri="http://macabacus.com"/>
  </ds:schemaRefs>
</ds:datastoreItem>
</file>

<file path=customXml/itemProps98.xml><?xml version="1.0" encoding="utf-8"?>
<ds:datastoreItem xmlns:ds="http://schemas.openxmlformats.org/officeDocument/2006/customXml" ds:itemID="{DC051E33-C373-49B6-B473-0A96332C9C23}">
  <ds:schemaRefs>
    <ds:schemaRef ds:uri="http://macabacus.com"/>
  </ds:schemaRefs>
</ds:datastoreItem>
</file>

<file path=customXml/itemProps99.xml><?xml version="1.0" encoding="utf-8"?>
<ds:datastoreItem xmlns:ds="http://schemas.openxmlformats.org/officeDocument/2006/customXml" ds:itemID="{5A0E3FFC-BC1B-4313-8A6D-8AE2AE15BF53}">
  <ds:schemaRefs>
    <ds:schemaRef ds:uri="http://macabacus.com"/>
  </ds:schemaRefs>
</ds:datastoreItem>
</file>

<file path=customXml/itemProps100.xml><?xml version="1.0" encoding="utf-8"?>
<ds:datastoreItem xmlns:ds="http://schemas.openxmlformats.org/officeDocument/2006/customXml" ds:itemID="{8A14217F-6C52-425C-B096-1E1D2690959E}">
  <ds:schemaRefs>
    <ds:schemaRef ds:uri="http://macabacus.com"/>
  </ds:schemaRefs>
</ds:datastoreItem>
</file>

<file path=customXml/itemProps101.xml><?xml version="1.0" encoding="utf-8"?>
<ds:datastoreItem xmlns:ds="http://schemas.openxmlformats.org/officeDocument/2006/customXml" ds:itemID="{CF6370B2-B797-4A92-8D4E-6AB628AD784B}">
  <ds:schemaRefs>
    <ds:schemaRef ds:uri="http://macabacus.com"/>
  </ds:schemaRefs>
</ds:datastoreItem>
</file>

<file path=customXml/itemProps102.xml><?xml version="1.0" encoding="utf-8"?>
<ds:datastoreItem xmlns:ds="http://schemas.openxmlformats.org/officeDocument/2006/customXml" ds:itemID="{24886683-8F5D-4A66-977D-67B7EB883013}">
  <ds:schemaRefs>
    <ds:schemaRef ds:uri="http://macabacus.com"/>
  </ds:schemaRefs>
</ds:datastoreItem>
</file>

<file path=customXml/itemProps103.xml><?xml version="1.0" encoding="utf-8"?>
<ds:datastoreItem xmlns:ds="http://schemas.openxmlformats.org/officeDocument/2006/customXml" ds:itemID="{21D6C46F-170C-4F46-AF8C-B5348FCFC490}">
  <ds:schemaRefs>
    <ds:schemaRef ds:uri="http://macabacus.com"/>
  </ds:schemaRefs>
</ds:datastoreItem>
</file>

<file path=customXml/itemProps104.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105.xml><?xml version="1.0" encoding="utf-8"?>
<ds:datastoreItem xmlns:ds="http://schemas.openxmlformats.org/officeDocument/2006/customXml" ds:itemID="{9066CBFA-1D84-48FB-8F84-9A0C96FA636D}">
  <ds:schemaRefs>
    <ds:schemaRef ds:uri="http://macabacus.com"/>
  </ds:schemaRefs>
</ds:datastoreItem>
</file>

<file path=customXml/itemProps106.xml><?xml version="1.0" encoding="utf-8"?>
<ds:datastoreItem xmlns:ds="http://schemas.openxmlformats.org/officeDocument/2006/customXml" ds:itemID="{777C1E19-D61D-4BD1-A54B-483E91D29678}">
  <ds:schemaRefs>
    <ds:schemaRef ds:uri="http://macabacus.com"/>
  </ds:schemaRefs>
</ds:datastoreItem>
</file>

<file path=customXml/itemProps107.xml><?xml version="1.0" encoding="utf-8"?>
<ds:datastoreItem xmlns:ds="http://schemas.openxmlformats.org/officeDocument/2006/customXml" ds:itemID="{2A3C6A2B-B501-483D-8B09-45B406E80EB6}">
  <ds:schemaRefs>
    <ds:schemaRef ds:uri="http://macabacus.com"/>
  </ds:schemaRefs>
</ds:datastoreItem>
</file>

<file path=customXml/itemProps108.xml><?xml version="1.0" encoding="utf-8"?>
<ds:datastoreItem xmlns:ds="http://schemas.openxmlformats.org/officeDocument/2006/customXml" ds:itemID="{C6570A7B-ECCB-43C6-B7D2-0928F7217E2E}">
  <ds:schemaRefs>
    <ds:schemaRef ds:uri="http://macabacus.com"/>
  </ds:schemaRefs>
</ds:datastoreItem>
</file>

<file path=customXml/itemProps109.xml><?xml version="1.0" encoding="utf-8"?>
<ds:datastoreItem xmlns:ds="http://schemas.openxmlformats.org/officeDocument/2006/customXml" ds:itemID="{8F3F4184-DC13-4E48-BF95-83D24BFDCB59}">
  <ds:schemaRefs>
    <ds:schemaRef ds:uri="http://macabacus.com"/>
  </ds:schemaRefs>
</ds:datastoreItem>
</file>

<file path=customXml/itemProps110.xml><?xml version="1.0" encoding="utf-8"?>
<ds:datastoreItem xmlns:ds="http://schemas.openxmlformats.org/officeDocument/2006/customXml" ds:itemID="{ECA05229-FA42-44D7-9C2F-E2408D0994AD}">
  <ds:schemaRefs>
    <ds:schemaRef ds:uri="http://macabacus.com"/>
  </ds:schemaRefs>
</ds:datastoreItem>
</file>

<file path=customXml/itemProps111.xml><?xml version="1.0" encoding="utf-8"?>
<ds:datastoreItem xmlns:ds="http://schemas.openxmlformats.org/officeDocument/2006/customXml" ds:itemID="{737BA18B-C454-4325-855B-35E89164B159}">
  <ds:schemaRefs>
    <ds:schemaRef ds:uri="http://macabacus.com"/>
  </ds:schemaRefs>
</ds:datastoreItem>
</file>

<file path=customXml/itemProps112.xml><?xml version="1.0" encoding="utf-8"?>
<ds:datastoreItem xmlns:ds="http://schemas.openxmlformats.org/officeDocument/2006/customXml" ds:itemID="{2947A6FC-801D-4412-81BD-980A26BD6B9E}">
  <ds:schemaRefs>
    <ds:schemaRef ds:uri="http://macabacus.com"/>
  </ds:schemaRefs>
</ds:datastoreItem>
</file>

<file path=customXml/itemProps113.xml><?xml version="1.0" encoding="utf-8"?>
<ds:datastoreItem xmlns:ds="http://schemas.openxmlformats.org/officeDocument/2006/customXml" ds:itemID="{D4CE0D74-51D8-4935-96E3-E94815FD372F}">
  <ds:schemaRefs>
    <ds:schemaRef ds:uri="http://macabacus.com"/>
  </ds:schemaRefs>
</ds:datastoreItem>
</file>

<file path=customXml/itemProps114.xml><?xml version="1.0" encoding="utf-8"?>
<ds:datastoreItem xmlns:ds="http://schemas.openxmlformats.org/officeDocument/2006/customXml" ds:itemID="{B78937B7-6CED-4967-98F1-9C295EB845E6}">
  <ds:schemaRefs>
    <ds:schemaRef ds:uri="http://macabacus.com"/>
  </ds:schemaRefs>
</ds:datastoreItem>
</file>

<file path=customXml/itemProps115.xml><?xml version="1.0" encoding="utf-8"?>
<ds:datastoreItem xmlns:ds="http://schemas.openxmlformats.org/officeDocument/2006/customXml" ds:itemID="{1A6767FF-8AAD-4940-8281-2C6331C33D96}">
  <ds:schemaRefs>
    <ds:schemaRef ds:uri="http://macabacus.com"/>
  </ds:schemaRefs>
</ds:datastoreItem>
</file>

<file path=customXml/itemProps116.xml><?xml version="1.0" encoding="utf-8"?>
<ds:datastoreItem xmlns:ds="http://schemas.openxmlformats.org/officeDocument/2006/customXml" ds:itemID="{1A046D5D-7BC6-41BE-A417-A350A80DE7B6}">
  <ds:schemaRefs>
    <ds:schemaRef ds:uri="http://macabacus.com"/>
  </ds:schemaRefs>
</ds:datastoreItem>
</file>

<file path=customXml/itemProps117.xml><?xml version="1.0" encoding="utf-8"?>
<ds:datastoreItem xmlns:ds="http://schemas.openxmlformats.org/officeDocument/2006/customXml" ds:itemID="{4E49E78D-54E1-4A7E-AA90-39082CD5CBA2}">
  <ds:schemaRefs>
    <ds:schemaRef ds:uri="http://macabacus.com"/>
  </ds:schemaRefs>
</ds:datastoreItem>
</file>

<file path=customXml/itemProps118.xml><?xml version="1.0" encoding="utf-8"?>
<ds:datastoreItem xmlns:ds="http://schemas.openxmlformats.org/officeDocument/2006/customXml" ds:itemID="{92F0377E-6BE3-4967-93F5-C4476410128A}">
  <ds:schemaRefs>
    <ds:schemaRef ds:uri="http://macabacus.com"/>
  </ds:schemaRefs>
</ds:datastoreItem>
</file>

<file path=customXml/itemProps119.xml><?xml version="1.0" encoding="utf-8"?>
<ds:datastoreItem xmlns:ds="http://schemas.openxmlformats.org/officeDocument/2006/customXml" ds:itemID="{6C499524-575A-4CC8-BB3E-4BD9850A135B}">
  <ds:schemaRefs>
    <ds:schemaRef ds:uri="http://macabacus.com"/>
  </ds:schemaRefs>
</ds:datastoreItem>
</file>

<file path=customXml/itemProps120.xml><?xml version="1.0" encoding="utf-8"?>
<ds:datastoreItem xmlns:ds="http://schemas.openxmlformats.org/officeDocument/2006/customXml" ds:itemID="{AFDAF6D5-468B-4C41-BB33-F8C62B0740C6}">
  <ds:schemaRefs>
    <ds:schemaRef ds:uri="http://macabacus.com"/>
  </ds:schemaRefs>
</ds:datastoreItem>
</file>

<file path=customXml/itemProps121.xml><?xml version="1.0" encoding="utf-8"?>
<ds:datastoreItem xmlns:ds="http://schemas.openxmlformats.org/officeDocument/2006/customXml" ds:itemID="{69ED915A-16BA-4162-AB93-F9B3D20274A1}">
  <ds:schemaRefs>
    <ds:schemaRef ds:uri="http://macabacus.com"/>
  </ds:schemaRefs>
</ds:datastoreItem>
</file>

<file path=customXml/itemProps122.xml><?xml version="1.0" encoding="utf-8"?>
<ds:datastoreItem xmlns:ds="http://schemas.openxmlformats.org/officeDocument/2006/customXml" ds:itemID="{0A92F38C-85E9-4AC0-BF0E-E22A4AD79D09}">
  <ds:schemaRefs>
    <ds:schemaRef ds:uri="http://macabacus.com"/>
  </ds:schemaRefs>
</ds:datastoreItem>
</file>

<file path=customXml/itemProps123.xml><?xml version="1.0" encoding="utf-8"?>
<ds:datastoreItem xmlns:ds="http://schemas.openxmlformats.org/officeDocument/2006/customXml" ds:itemID="{BEA8E2CE-36C8-4400-AFC6-BBFEFA1698F1}">
  <ds:schemaRefs>
    <ds:schemaRef ds:uri="http://macabacus.com"/>
  </ds:schemaRefs>
</ds:datastoreItem>
</file>

<file path=customXml/itemProps124.xml><?xml version="1.0" encoding="utf-8"?>
<ds:datastoreItem xmlns:ds="http://schemas.openxmlformats.org/officeDocument/2006/customXml" ds:itemID="{5E380FEB-070E-4283-8187-4B93836E0F74}">
  <ds:schemaRefs>
    <ds:schemaRef ds:uri="http://macabacus.com"/>
  </ds:schemaRefs>
</ds:datastoreItem>
</file>

<file path=customXml/itemProps125.xml><?xml version="1.0" encoding="utf-8"?>
<ds:datastoreItem xmlns:ds="http://schemas.openxmlformats.org/officeDocument/2006/customXml" ds:itemID="{91EEAC99-15C0-42ED-AD86-D2686EBF1DA2}">
  <ds:schemaRefs>
    <ds:schemaRef ds:uri="http://macabacus.com"/>
  </ds:schemaRefs>
</ds:datastoreItem>
</file>

<file path=customXml/itemProps126.xml><?xml version="1.0" encoding="utf-8"?>
<ds:datastoreItem xmlns:ds="http://schemas.openxmlformats.org/officeDocument/2006/customXml" ds:itemID="{D395FDE2-DCDA-44FB-99D6-EB6FCC6A5548}">
  <ds:schemaRefs>
    <ds:schemaRef ds:uri="http://macabacus.com"/>
  </ds:schemaRefs>
</ds:datastoreItem>
</file>

<file path=customXml/itemProps127.xml><?xml version="1.0" encoding="utf-8"?>
<ds:datastoreItem xmlns:ds="http://schemas.openxmlformats.org/officeDocument/2006/customXml" ds:itemID="{9BBAE588-F412-4A99-B99D-83F512F6C267}">
  <ds:schemaRefs>
    <ds:schemaRef ds:uri="http://macabacus.com"/>
  </ds:schemaRefs>
</ds:datastoreItem>
</file>

<file path=customXml/itemProps128.xml><?xml version="1.0" encoding="utf-8"?>
<ds:datastoreItem xmlns:ds="http://schemas.openxmlformats.org/officeDocument/2006/customXml" ds:itemID="{4DB1A4AD-FB36-45D2-93DE-E792E1C1DE15}">
  <ds:schemaRefs>
    <ds:schemaRef ds:uri="http://macabacus.com"/>
  </ds:schemaRefs>
</ds:datastoreItem>
</file>

<file path=customXml/itemProps129.xml><?xml version="1.0" encoding="utf-8"?>
<ds:datastoreItem xmlns:ds="http://schemas.openxmlformats.org/officeDocument/2006/customXml" ds:itemID="{6CAD533A-8DBA-4764-8659-BA8A46567EC7}">
  <ds:schemaRefs>
    <ds:schemaRef ds:uri="http://macabacus.com"/>
  </ds:schemaRefs>
</ds:datastoreItem>
</file>

<file path=customXml/itemProps130.xml><?xml version="1.0" encoding="utf-8"?>
<ds:datastoreItem xmlns:ds="http://schemas.openxmlformats.org/officeDocument/2006/customXml" ds:itemID="{30A181CB-C4A9-4042-9ABF-5A445AE688A4}">
  <ds:schemaRefs>
    <ds:schemaRef ds:uri="http://macabacus.com"/>
  </ds:schemaRefs>
</ds:datastoreItem>
</file>

<file path=customXml/itemProps131.xml><?xml version="1.0" encoding="utf-8"?>
<ds:datastoreItem xmlns:ds="http://schemas.openxmlformats.org/officeDocument/2006/customXml" ds:itemID="{D8700D8D-62CA-481B-B998-7BE282AEF742}">
  <ds:schemaRefs>
    <ds:schemaRef ds:uri="http://macabacus.com"/>
  </ds:schemaRefs>
</ds:datastoreItem>
</file>

<file path=customXml/itemProps132.xml><?xml version="1.0" encoding="utf-8"?>
<ds:datastoreItem xmlns:ds="http://schemas.openxmlformats.org/officeDocument/2006/customXml" ds:itemID="{A2C983DD-E8B1-49FB-BF06-72675BD1246C}">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1652</TotalTime>
  <Words>1537</Words>
  <Application>Microsoft Office PowerPoint</Application>
  <PresentationFormat>On-screen Show (4:3)</PresentationFormat>
  <Paragraphs>329</Paragraphs>
  <Slides>17</Slides>
  <Notes>11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17</vt:i4>
      </vt:variant>
    </vt:vector>
  </HeadingPairs>
  <TitlesOfParts>
    <vt:vector size="27" baseType="lpstr">
      <vt:lpstr>Wingdings</vt:lpstr>
      <vt:lpstr>Segoe UI</vt:lpstr>
      <vt:lpstr>Century Gothic</vt:lpstr>
      <vt:lpstr>Arial</vt:lpstr>
      <vt:lpstr>Palatino Linotype</vt:lpstr>
      <vt:lpstr>Calibri</vt:lpstr>
      <vt:lpstr>Corbel</vt:lpstr>
      <vt:lpstr>Aharoni</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Ownership</vt:lpstr>
      <vt:lpstr>Potential Perceived Acquiror Considerations and Mitigants</vt:lpstr>
      <vt:lpstr>Comparable Companies Analysis</vt:lpstr>
      <vt:lpstr>Precedent Transactions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2026-06-09T19:12:46Z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