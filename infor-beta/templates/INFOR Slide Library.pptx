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12.xml" ContentType="application/vnd.openxmlformats-officedocument.presentationml.tags+xml"/>
  <Override PartName="/ppt/tags/tag13.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autoCompressPictures="0" bookmarkIdSeed="2">
  <p:sldMasterIdLst>
    <p:sldMasterId id="2147483718" r:id="rId133"/>
    <p:sldMasterId id="2147483732" r:id="rId134"/>
  </p:sldMasterIdLst>
  <p:notesMasterIdLst>
    <p:notesMasterId r:id="rId150"/>
  </p:notesMasterIdLst>
  <p:handoutMasterIdLst>
    <p:handoutMasterId r:id="rId151"/>
  </p:handoutMasterIdLst>
  <p:sldIdLst>
    <p:sldId id="3958" r:id="rId135"/>
    <p:sldId id="3931" r:id="rId136"/>
    <p:sldId id="3980" r:id="rId137"/>
    <p:sldId id="4010" r:id="rId138"/>
    <p:sldId id="3951" r:id="rId139"/>
    <p:sldId id="1670" r:id="rId140"/>
    <p:sldId id="3956" r:id="rId141"/>
    <p:sldId id="3814" r:id="rId142"/>
    <p:sldId id="4024" r:id="rId143"/>
    <p:sldId id="3880" r:id="rId144"/>
    <p:sldId id="4104" r:id="rId145"/>
    <p:sldId id="4272" r:id="rId146"/>
    <p:sldId id="3971" r:id="rId147"/>
    <p:sldId id="468" r:id="rId148"/>
    <p:sldId id="985" r:id="rId149"/>
  </p:sldIdLst>
  <p:sldSz cx="9144000" cy="6858000" type="screen4x3"/>
  <p:notesSz cx="7010400" cy="9296400"/>
  <p:embeddedFontLst>
    <p:embeddedFont>
      <p:font typeface="Aharoni" panose="02010803020104030203" pitchFamily="2" charset="-79"/>
      <p:bold r:id="rId152"/>
    </p:embeddedFont>
    <p:embeddedFont>
      <p:font typeface="Century Gothic" panose="020B0502020202020204" pitchFamily="34" charset="0"/>
      <p:regular r:id="rId153"/>
      <p:bold r:id="rId154"/>
      <p:italic r:id="rId155"/>
      <p:boldItalic r:id="rId156"/>
    </p:embeddedFont>
    <p:embeddedFont>
      <p:font typeface="Corbel" panose="020B0503020204020204" pitchFamily="34" charset="0"/>
      <p:regular r:id="rId157"/>
      <p:bold r:id="rId158"/>
      <p:italic r:id="rId159"/>
      <p:boldItalic r:id="rId160"/>
    </p:embeddedFont>
    <p:embeddedFont>
      <p:font typeface="Palatino Linotype" panose="02040502050505030304" pitchFamily="18" charset="0"/>
      <p:regular r:id="rId161"/>
      <p:bold r:id="rId162"/>
      <p:italic r:id="rId163"/>
      <p:boldItalic r:id="rId164"/>
    </p:embeddedFont>
    <p:embeddedFont>
      <p:font typeface="Segoe UI" panose="020B0502040204020203" pitchFamily="34" charset="0"/>
      <p:regular r:id="rId165"/>
      <p:bold r:id="rId166"/>
      <p:italic r:id="rId167"/>
      <p:boldItalic r:id="rId168"/>
    </p:embeddedFont>
  </p:embeddedFontLst>
  <p:custDataLst>
    <p:tags r:id="rId169"/>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2952" userDrawn="1">
          <p15:clr>
            <a:srgbClr val="A4A3A4"/>
          </p15:clr>
        </p15:guide>
        <p15:guide id="3" pos="816" userDrawn="1">
          <p15:clr>
            <a:srgbClr val="A4A3A4"/>
          </p15:clr>
        </p15:guide>
        <p15:guide id="4" pos="216" userDrawn="1">
          <p15:clr>
            <a:srgbClr val="A4A3A4"/>
          </p15:clr>
        </p15:guide>
        <p15:guide id="6" pos="5544" userDrawn="1">
          <p15:clr>
            <a:srgbClr val="A4A3A4"/>
          </p15:clr>
        </p15:guide>
        <p15:guide id="7" pos="5424" userDrawn="1">
          <p15:clr>
            <a:srgbClr val="A4A3A4"/>
          </p15:clr>
        </p15:guide>
        <p15:guide id="8" pos="363" userDrawn="1">
          <p15:clr>
            <a:srgbClr val="A4A3A4"/>
          </p15:clr>
        </p15:guide>
        <p15:guide id="10" orient="horz" pos="3317" userDrawn="1">
          <p15:clr>
            <a:srgbClr val="A4A3A4"/>
          </p15:clr>
        </p15:guide>
        <p15:guide id="11" orient="horz" pos="1797" userDrawn="1">
          <p15:clr>
            <a:srgbClr val="A4A3A4"/>
          </p15:clr>
        </p15:guide>
        <p15:guide id="13" orient="horz" pos="3906"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CF5F306-4ED6-795C-C3B7-FA8047F68CA0}" name="Petar Mijacevic" initials="PM" userId="S::pmijacevic@inforfg.com::87170486-a460-4fab-9bb6-4fe79e90bab6" providerId="AD"/>
  <p188:author id="{5FF8D615-BFCE-EE3F-8A36-3336454C3871}" name="Joey Shaw" initials="JS" userId="S::jshaw@inforfg.com::06bdb8e4-7545-463a-95a2-3a9f011cefd4" providerId="AD"/>
  <p188:author id="{F65E286F-26DC-E4EA-0386-DBCAA223FCB6}" name="Tate Wilson" initials="TW" userId="S::twilson@inforfg.com::dd715062-ed57-4058-a014-95cd6b7000da" providerId="AD"/>
  <p188:author id="{84C68970-5F03-B2E7-DD34-AD5666F5BE71}" name="Joe Winnitoy" initials="JW" userId="S::jwinnitoy@inforfg.com::59a0b5f6-ccff-44a7-b378-e7509c28860a" providerId="AD"/>
  <p188:author id="{26379496-5BC4-1D91-490E-6ACADF49F87B}" name="Matthew Buckles" initials="MB" userId="S::mbuckles@inforfg.com::241cfb4c-4deb-4fbf-93e8-634796df9da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ebastian McKinlay" initials="SM" lastIdx="1" clrIdx="0"/>
  <p:cmAuthor id="2" name="Greg Lewis" initials="GL" lastIdx="1" clrIdx="1"/>
  <p:cmAuthor id="3" name="Nick Matta" initials="NM" lastIdx="2" clrIdx="2">
    <p:extLst>
      <p:ext uri="{19B8F6BF-5375-455C-9EA6-DF929625EA0E}">
        <p15:presenceInfo xmlns:p15="http://schemas.microsoft.com/office/powerpoint/2012/main" userId="S::nmatta@inforfg.com::9700b57c-2069-47c2-812e-fa76cd19aacb" providerId="AD"/>
      </p:ext>
    </p:extLst>
  </p:cmAuthor>
  <p:cmAuthor id="4" name="Sukhmun Dosanjh" initials="SD" lastIdx="1" clrIdx="3">
    <p:extLst>
      <p:ext uri="{19B8F6BF-5375-455C-9EA6-DF929625EA0E}">
        <p15:presenceInfo xmlns:p15="http://schemas.microsoft.com/office/powerpoint/2012/main" userId="S::Sdosanjh@inforfg.com::38ac0071-4363-43cd-b57b-c27ed8897e3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FFFFFF"/>
    <a:srgbClr val="46566E"/>
    <a:srgbClr val="E7E8E8"/>
    <a:srgbClr val="CCCCCE"/>
    <a:srgbClr val="83531E"/>
    <a:srgbClr val="00B050"/>
    <a:srgbClr val="0E213F"/>
    <a:srgbClr val="ADB9CA"/>
    <a:srgbClr val="022E7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0F59F3-BCA3-431D-89A5-11C8C00A8470}" v="89" dt="2026-05-28T20:47:23.70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1794" y="96"/>
      </p:cViewPr>
      <p:guideLst>
        <p:guide pos="2952"/>
        <p:guide pos="816"/>
        <p:guide pos="216"/>
        <p:guide pos="5544"/>
        <p:guide pos="5424"/>
        <p:guide pos="363"/>
        <p:guide orient="horz" pos="3317"/>
        <p:guide orient="horz" pos="1797"/>
        <p:guide orient="horz" pos="3906"/>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1" Type="http://schemas.openxmlformats.org/officeDocument/2006/relationships/customXml" Target="../customXml/item21.xml"/><Relationship Id="rId42" Type="http://schemas.openxmlformats.org/officeDocument/2006/relationships/customXml" Target="../customXml/item42.xml"/><Relationship Id="rId63" Type="http://schemas.openxmlformats.org/officeDocument/2006/relationships/customXml" Target="../customXml/item63.xml"/><Relationship Id="rId84" Type="http://schemas.openxmlformats.org/officeDocument/2006/relationships/customXml" Target="../customXml/item84.xml"/><Relationship Id="rId138" Type="http://schemas.openxmlformats.org/officeDocument/2006/relationships/slide" Target="slides/slide4.xml"/><Relationship Id="rId159" Type="http://schemas.openxmlformats.org/officeDocument/2006/relationships/font" Target="fonts/font8.fntdata"/><Relationship Id="rId170" Type="http://schemas.openxmlformats.org/officeDocument/2006/relationships/commentAuthors" Target="commentAuthors.xml"/><Relationship Id="rId107" Type="http://schemas.openxmlformats.org/officeDocument/2006/relationships/customXml" Target="../customXml/item107.xml"/><Relationship Id="rId11" Type="http://schemas.openxmlformats.org/officeDocument/2006/relationships/customXml" Target="../customXml/item11.xml"/><Relationship Id="rId32" Type="http://schemas.openxmlformats.org/officeDocument/2006/relationships/customXml" Target="../customXml/item32.xml"/><Relationship Id="rId53" Type="http://schemas.openxmlformats.org/officeDocument/2006/relationships/customXml" Target="../customXml/item53.xml"/><Relationship Id="rId74" Type="http://schemas.openxmlformats.org/officeDocument/2006/relationships/customXml" Target="../customXml/item74.xml"/><Relationship Id="rId128" Type="http://schemas.openxmlformats.org/officeDocument/2006/relationships/customXml" Target="../customXml/item128.xml"/><Relationship Id="rId149" Type="http://schemas.openxmlformats.org/officeDocument/2006/relationships/slide" Target="slides/slide15.xml"/><Relationship Id="rId5" Type="http://schemas.openxmlformats.org/officeDocument/2006/relationships/customXml" Target="../customXml/item5.xml"/><Relationship Id="rId95" Type="http://schemas.openxmlformats.org/officeDocument/2006/relationships/customXml" Target="../customXml/item95.xml"/><Relationship Id="rId160" Type="http://schemas.openxmlformats.org/officeDocument/2006/relationships/font" Target="fonts/font9.fntdata"/><Relationship Id="rId22" Type="http://schemas.openxmlformats.org/officeDocument/2006/relationships/customXml" Target="../customXml/item22.xml"/><Relationship Id="rId43" Type="http://schemas.openxmlformats.org/officeDocument/2006/relationships/customXml" Target="../customXml/item43.xml"/><Relationship Id="rId64" Type="http://schemas.openxmlformats.org/officeDocument/2006/relationships/customXml" Target="../customXml/item64.xml"/><Relationship Id="rId118" Type="http://schemas.openxmlformats.org/officeDocument/2006/relationships/customXml" Target="../customXml/item118.xml"/><Relationship Id="rId139" Type="http://schemas.openxmlformats.org/officeDocument/2006/relationships/slide" Target="slides/slide5.xml"/><Relationship Id="rId85" Type="http://schemas.openxmlformats.org/officeDocument/2006/relationships/customXml" Target="../customXml/item85.xml"/><Relationship Id="rId150" Type="http://schemas.openxmlformats.org/officeDocument/2006/relationships/notesMaster" Target="notesMasters/notesMaster1.xml"/><Relationship Id="rId171" Type="http://schemas.openxmlformats.org/officeDocument/2006/relationships/presProps" Target="presProps.xml"/><Relationship Id="rId12" Type="http://schemas.openxmlformats.org/officeDocument/2006/relationships/customXml" Target="../customXml/item12.xml"/><Relationship Id="rId33" Type="http://schemas.openxmlformats.org/officeDocument/2006/relationships/customXml" Target="../customXml/item33.xml"/><Relationship Id="rId108" Type="http://schemas.openxmlformats.org/officeDocument/2006/relationships/customXml" Target="../customXml/item108.xml"/><Relationship Id="rId129" Type="http://schemas.openxmlformats.org/officeDocument/2006/relationships/customXml" Target="../customXml/item129.xml"/><Relationship Id="rId54" Type="http://schemas.openxmlformats.org/officeDocument/2006/relationships/customXml" Target="../customXml/item54.xml"/><Relationship Id="rId75" Type="http://schemas.openxmlformats.org/officeDocument/2006/relationships/customXml" Target="../customXml/item75.xml"/><Relationship Id="rId96" Type="http://schemas.openxmlformats.org/officeDocument/2006/relationships/customXml" Target="../customXml/item96.xml"/><Relationship Id="rId140" Type="http://schemas.openxmlformats.org/officeDocument/2006/relationships/slide" Target="slides/slide6.xml"/><Relationship Id="rId161" Type="http://schemas.openxmlformats.org/officeDocument/2006/relationships/font" Target="fonts/font10.fntdata"/><Relationship Id="rId6" Type="http://schemas.openxmlformats.org/officeDocument/2006/relationships/customXml" Target="../customXml/item6.xml"/><Relationship Id="rId23" Type="http://schemas.openxmlformats.org/officeDocument/2006/relationships/customXml" Target="../customXml/item23.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119" Type="http://schemas.openxmlformats.org/officeDocument/2006/relationships/customXml" Target="../customXml/item119.xml"/><Relationship Id="rId44" Type="http://schemas.openxmlformats.org/officeDocument/2006/relationships/customXml" Target="../customXml/item44.xml"/><Relationship Id="rId60" Type="http://schemas.openxmlformats.org/officeDocument/2006/relationships/customXml" Target="../customXml/item60.xml"/><Relationship Id="rId65" Type="http://schemas.openxmlformats.org/officeDocument/2006/relationships/customXml" Target="../customXml/item65.xml"/><Relationship Id="rId81" Type="http://schemas.openxmlformats.org/officeDocument/2006/relationships/customXml" Target="../customXml/item81.xml"/><Relationship Id="rId86" Type="http://schemas.openxmlformats.org/officeDocument/2006/relationships/customXml" Target="../customXml/item86.xml"/><Relationship Id="rId130" Type="http://schemas.openxmlformats.org/officeDocument/2006/relationships/customXml" Target="../customXml/item130.xml"/><Relationship Id="rId135" Type="http://schemas.openxmlformats.org/officeDocument/2006/relationships/slide" Target="slides/slide1.xml"/><Relationship Id="rId151" Type="http://schemas.openxmlformats.org/officeDocument/2006/relationships/handoutMaster" Target="handoutMasters/handoutMaster1.xml"/><Relationship Id="rId156" Type="http://schemas.openxmlformats.org/officeDocument/2006/relationships/font" Target="fonts/font5.fntdata"/><Relationship Id="rId177" Type="http://schemas.microsoft.com/office/2018/10/relationships/authors" Target="authors.xml"/><Relationship Id="rId172" Type="http://schemas.openxmlformats.org/officeDocument/2006/relationships/viewProps" Target="viewProps.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customXml" Target="../customXml/item39.xml"/><Relationship Id="rId109" Type="http://schemas.openxmlformats.org/officeDocument/2006/relationships/customXml" Target="../customXml/item109.xml"/><Relationship Id="rId34" Type="http://schemas.openxmlformats.org/officeDocument/2006/relationships/customXml" Target="../customXml/item34.xml"/><Relationship Id="rId50" Type="http://schemas.openxmlformats.org/officeDocument/2006/relationships/customXml" Target="../customXml/item50.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04" Type="http://schemas.openxmlformats.org/officeDocument/2006/relationships/customXml" Target="../customXml/item104.xml"/><Relationship Id="rId120" Type="http://schemas.openxmlformats.org/officeDocument/2006/relationships/customXml" Target="../customXml/item120.xml"/><Relationship Id="rId125" Type="http://schemas.openxmlformats.org/officeDocument/2006/relationships/customXml" Target="../customXml/item125.xml"/><Relationship Id="rId141" Type="http://schemas.openxmlformats.org/officeDocument/2006/relationships/slide" Target="slides/slide7.xml"/><Relationship Id="rId146" Type="http://schemas.openxmlformats.org/officeDocument/2006/relationships/slide" Target="slides/slide12.xml"/><Relationship Id="rId167" Type="http://schemas.openxmlformats.org/officeDocument/2006/relationships/font" Target="fonts/font16.fntdata"/><Relationship Id="rId7" Type="http://schemas.openxmlformats.org/officeDocument/2006/relationships/customXml" Target="../customXml/item7.xml"/><Relationship Id="rId71" Type="http://schemas.openxmlformats.org/officeDocument/2006/relationships/customXml" Target="../customXml/item71.xml"/><Relationship Id="rId92" Type="http://schemas.openxmlformats.org/officeDocument/2006/relationships/customXml" Target="../customXml/item92.xml"/><Relationship Id="rId162" Type="http://schemas.openxmlformats.org/officeDocument/2006/relationships/font" Target="fonts/font11.fntdata"/><Relationship Id="rId2" Type="http://schemas.openxmlformats.org/officeDocument/2006/relationships/customXml" Target="../customXml/item2.xml"/><Relationship Id="rId29" Type="http://schemas.openxmlformats.org/officeDocument/2006/relationships/customXml" Target="../customXml/item29.xml"/><Relationship Id="rId24" Type="http://schemas.openxmlformats.org/officeDocument/2006/relationships/customXml" Target="../customXml/item24.xml"/><Relationship Id="rId40" Type="http://schemas.openxmlformats.org/officeDocument/2006/relationships/customXml" Target="../customXml/item40.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15" Type="http://schemas.openxmlformats.org/officeDocument/2006/relationships/customXml" Target="../customXml/item115.xml"/><Relationship Id="rId131" Type="http://schemas.openxmlformats.org/officeDocument/2006/relationships/customXml" Target="../customXml/item131.xml"/><Relationship Id="rId136" Type="http://schemas.openxmlformats.org/officeDocument/2006/relationships/slide" Target="slides/slide2.xml"/><Relationship Id="rId157" Type="http://schemas.openxmlformats.org/officeDocument/2006/relationships/font" Target="fonts/font6.fntdata"/><Relationship Id="rId61" Type="http://schemas.openxmlformats.org/officeDocument/2006/relationships/customXml" Target="../customXml/item61.xml"/><Relationship Id="rId82" Type="http://schemas.openxmlformats.org/officeDocument/2006/relationships/customXml" Target="../customXml/item82.xml"/><Relationship Id="rId152" Type="http://schemas.openxmlformats.org/officeDocument/2006/relationships/font" Target="fonts/font1.fntdata"/><Relationship Id="rId173" Type="http://schemas.openxmlformats.org/officeDocument/2006/relationships/theme" Target="theme/theme1.xml"/><Relationship Id="rId19" Type="http://schemas.openxmlformats.org/officeDocument/2006/relationships/customXml" Target="../customXml/item19.xml"/><Relationship Id="rId14" Type="http://schemas.openxmlformats.org/officeDocument/2006/relationships/customXml" Target="../customXml/item14.xml"/><Relationship Id="rId30" Type="http://schemas.openxmlformats.org/officeDocument/2006/relationships/customXml" Target="../customXml/item30.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slide" Target="slides/slide13.xml"/><Relationship Id="rId168" Type="http://schemas.openxmlformats.org/officeDocument/2006/relationships/font" Target="fonts/font17.fntdata"/><Relationship Id="rId8" Type="http://schemas.openxmlformats.org/officeDocument/2006/relationships/customXml" Target="../customXml/item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slide" Target="slides/slide8.xml"/><Relationship Id="rId163" Type="http://schemas.openxmlformats.org/officeDocument/2006/relationships/font" Target="fonts/font12.fntdata"/><Relationship Id="rId3" Type="http://schemas.openxmlformats.org/officeDocument/2006/relationships/customXml" Target="../customXml/item3.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116" Type="http://schemas.openxmlformats.org/officeDocument/2006/relationships/customXml" Target="../customXml/item116.xml"/><Relationship Id="rId137" Type="http://schemas.openxmlformats.org/officeDocument/2006/relationships/slide" Target="slides/slide3.xml"/><Relationship Id="rId158" Type="http://schemas.openxmlformats.org/officeDocument/2006/relationships/font" Target="fonts/font7.fntdata"/><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font" Target="fonts/font2.fntdata"/><Relationship Id="rId174" Type="http://schemas.openxmlformats.org/officeDocument/2006/relationships/tableStyles" Target="tableStyles.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78" Type="http://schemas.openxmlformats.org/officeDocument/2006/relationships/customXml" Target="../customXml/item78.xml"/><Relationship Id="rId94" Type="http://schemas.openxmlformats.org/officeDocument/2006/relationships/customXml" Target="../customXml/item94.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slide" Target="slides/slide9.xml"/><Relationship Id="rId148" Type="http://schemas.openxmlformats.org/officeDocument/2006/relationships/slide" Target="slides/slide14.xml"/><Relationship Id="rId164" Type="http://schemas.openxmlformats.org/officeDocument/2006/relationships/font" Target="fonts/font13.fntdata"/><Relationship Id="rId169" Type="http://schemas.openxmlformats.org/officeDocument/2006/relationships/tags" Target="tags/tag1.xml"/><Relationship Id="rId4" Type="http://schemas.openxmlformats.org/officeDocument/2006/relationships/customXml" Target="../customXml/item4.xml"/><Relationship Id="rId9" Type="http://schemas.openxmlformats.org/officeDocument/2006/relationships/customXml" Target="../customXml/item9.xml"/><Relationship Id="rId26" Type="http://schemas.openxmlformats.org/officeDocument/2006/relationships/customXml" Target="../customXml/item26.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slideMaster" Target="slideMasters/slideMaster1.xml"/><Relationship Id="rId154" Type="http://schemas.openxmlformats.org/officeDocument/2006/relationships/font" Target="fonts/font3.fntdata"/><Relationship Id="rId175" Type="http://schemas.microsoft.com/office/2016/11/relationships/changesInfo" Target="changesInfos/changesInfo1.xml"/><Relationship Id="rId16" Type="http://schemas.openxmlformats.org/officeDocument/2006/relationships/customXml" Target="../customXml/item16.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slide" Target="slides/slide10.xml"/><Relationship Id="rId90" Type="http://schemas.openxmlformats.org/officeDocument/2006/relationships/customXml" Target="../customXml/item90.xml"/><Relationship Id="rId165" Type="http://schemas.openxmlformats.org/officeDocument/2006/relationships/font" Target="fonts/font14.fntdata"/><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slideMaster" Target="slideMasters/slideMaster2.xml"/><Relationship Id="rId80" Type="http://schemas.openxmlformats.org/officeDocument/2006/relationships/customXml" Target="../customXml/item80.xml"/><Relationship Id="rId155" Type="http://schemas.openxmlformats.org/officeDocument/2006/relationships/font" Target="fonts/font4.fntdata"/><Relationship Id="rId176" Type="http://schemas.microsoft.com/office/2015/10/relationships/revisionInfo" Target="revisionInfo.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slide" Target="slides/slide11.xml"/><Relationship Id="rId166" Type="http://schemas.openxmlformats.org/officeDocument/2006/relationships/font" Target="fonts/font15.fntdata"/><Relationship Id="rId1" Type="http://schemas.openxmlformats.org/officeDocument/2006/relationships/customXml" Target="../customXml/item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te Wilson" userId="dd715062-ed57-4058-a014-95cd6b7000da" providerId="ADAL" clId="{ECC2427A-958D-48F4-91B3-1A337BB0DFE3}"/>
    <pc:docChg chg="undo custSel addSld delSld modSld sldOrd modMainMaster">
      <pc:chgData name="Tate Wilson" userId="dd715062-ed57-4058-a014-95cd6b7000da" providerId="ADAL" clId="{ECC2427A-958D-48F4-91B3-1A337BB0DFE3}" dt="2026-05-28T20:47:38.592" v="659" actId="20577"/>
      <pc:docMkLst>
        <pc:docMk/>
      </pc:docMkLst>
      <pc:sldChg chg="ord">
        <pc:chgData name="Tate Wilson" userId="dd715062-ed57-4058-a014-95cd6b7000da" providerId="ADAL" clId="{ECC2427A-958D-48F4-91B3-1A337BB0DFE3}" dt="2026-05-16T22:39:23.042" v="155"/>
        <pc:sldMkLst>
          <pc:docMk/>
          <pc:sldMk cId="678158297" sldId="1670"/>
        </pc:sldMkLst>
      </pc:sldChg>
      <pc:sldChg chg="addSp delSp modSp add mod">
        <pc:chgData name="Tate Wilson" userId="dd715062-ed57-4058-a014-95cd6b7000da" providerId="ADAL" clId="{ECC2427A-958D-48F4-91B3-1A337BB0DFE3}" dt="2026-05-28T20:47:02.035" v="646" actId="20577"/>
        <pc:sldMkLst>
          <pc:docMk/>
          <pc:sldMk cId="4127311149" sldId="3814"/>
        </pc:sldMkLst>
        <pc:spChg chg="mod">
          <ac:chgData name="Tate Wilson" userId="dd715062-ed57-4058-a014-95cd6b7000da" providerId="ADAL" clId="{ECC2427A-958D-48F4-91B3-1A337BB0DFE3}" dt="2026-05-28T20:47:02.035" v="646" actId="20577"/>
          <ac:spMkLst>
            <pc:docMk/>
            <pc:sldMk cId="4127311149" sldId="3814"/>
            <ac:spMk id="2" creationId="{005C7CFC-DF4F-2409-4550-D9ABBA35C4B0}"/>
          </ac:spMkLst>
        </pc:spChg>
        <pc:spChg chg="mod">
          <ac:chgData name="Tate Wilson" userId="dd715062-ed57-4058-a014-95cd6b7000da" providerId="ADAL" clId="{ECC2427A-958D-48F4-91B3-1A337BB0DFE3}" dt="2026-05-28T18:47:47.879" v="444" actId="20577"/>
          <ac:spMkLst>
            <pc:docMk/>
            <pc:sldMk cId="4127311149" sldId="3814"/>
            <ac:spMk id="7" creationId="{2623FF35-4715-4CE5-E397-C3A417A1C9F6}"/>
          </ac:spMkLst>
        </pc:spChg>
        <pc:spChg chg="mod">
          <ac:chgData name="Tate Wilson" userId="dd715062-ed57-4058-a014-95cd6b7000da" providerId="ADAL" clId="{ECC2427A-958D-48F4-91B3-1A337BB0DFE3}" dt="2026-05-28T18:54:33.559" v="598" actId="553"/>
          <ac:spMkLst>
            <pc:docMk/>
            <pc:sldMk cId="4127311149" sldId="3814"/>
            <ac:spMk id="8" creationId="{7FF5F561-DBF4-ACF4-D59E-6B19C548CDEB}"/>
          </ac:spMkLst>
        </pc:spChg>
        <pc:spChg chg="add mod">
          <ac:chgData name="Tate Wilson" userId="dd715062-ed57-4058-a014-95cd6b7000da" providerId="ADAL" clId="{ECC2427A-958D-48F4-91B3-1A337BB0DFE3}" dt="2026-05-28T18:55:59.371" v="618" actId="404"/>
          <ac:spMkLst>
            <pc:docMk/>
            <pc:sldMk cId="4127311149" sldId="3814"/>
            <ac:spMk id="17" creationId="{E633D496-3DE0-FF38-489D-15611785C247}"/>
          </ac:spMkLst>
        </pc:spChg>
        <pc:spChg chg="add del">
          <ac:chgData name="Tate Wilson" userId="dd715062-ed57-4058-a014-95cd6b7000da" providerId="ADAL" clId="{ECC2427A-958D-48F4-91B3-1A337BB0DFE3}" dt="2026-05-28T18:53:42.981" v="585" actId="478"/>
          <ac:spMkLst>
            <pc:docMk/>
            <pc:sldMk cId="4127311149" sldId="3814"/>
            <ac:spMk id="19" creationId="{39943A67-78AA-D6C9-7D23-0B905D5553BE}"/>
          </ac:spMkLst>
        </pc:spChg>
        <pc:spChg chg="add del mod">
          <ac:chgData name="Tate Wilson" userId="dd715062-ed57-4058-a014-95cd6b7000da" providerId="ADAL" clId="{ECC2427A-958D-48F4-91B3-1A337BB0DFE3}" dt="2026-05-28T18:53:52.646" v="588" actId="478"/>
          <ac:spMkLst>
            <pc:docMk/>
            <pc:sldMk cId="4127311149" sldId="3814"/>
            <ac:spMk id="20" creationId="{26F3EF63-C161-8005-69F2-520531109061}"/>
          </ac:spMkLst>
        </pc:spChg>
        <pc:spChg chg="add del mod">
          <ac:chgData name="Tate Wilson" userId="dd715062-ed57-4058-a014-95cd6b7000da" providerId="ADAL" clId="{ECC2427A-958D-48F4-91B3-1A337BB0DFE3}" dt="2026-05-28T18:54:30.739" v="596" actId="478"/>
          <ac:spMkLst>
            <pc:docMk/>
            <pc:sldMk cId="4127311149" sldId="3814"/>
            <ac:spMk id="21" creationId="{54A8E245-822D-C982-C9EB-EA2086C106E9}"/>
          </ac:spMkLst>
        </pc:spChg>
        <pc:spChg chg="add mod">
          <ac:chgData name="Tate Wilson" userId="dd715062-ed57-4058-a014-95cd6b7000da" providerId="ADAL" clId="{ECC2427A-958D-48F4-91B3-1A337BB0DFE3}" dt="2026-05-28T18:55:59.371" v="618" actId="404"/>
          <ac:spMkLst>
            <pc:docMk/>
            <pc:sldMk cId="4127311149" sldId="3814"/>
            <ac:spMk id="22" creationId="{F369E056-B85F-2E8B-B0CF-B3F78EBA4438}"/>
          </ac:spMkLst>
        </pc:spChg>
        <pc:spChg chg="add mod">
          <ac:chgData name="Tate Wilson" userId="dd715062-ed57-4058-a014-95cd6b7000da" providerId="ADAL" clId="{ECC2427A-958D-48F4-91B3-1A337BB0DFE3}" dt="2026-05-28T18:55:59.371" v="618" actId="404"/>
          <ac:spMkLst>
            <pc:docMk/>
            <pc:sldMk cId="4127311149" sldId="3814"/>
            <ac:spMk id="23" creationId="{D95E6DF1-251B-AC0B-2E4B-3F7CF168C46D}"/>
          </ac:spMkLst>
        </pc:spChg>
        <pc:spChg chg="mod">
          <ac:chgData name="Tate Wilson" userId="dd715062-ed57-4058-a014-95cd6b7000da" providerId="ADAL" clId="{ECC2427A-958D-48F4-91B3-1A337BB0DFE3}" dt="2026-05-28T18:49:59.970" v="524" actId="164"/>
          <ac:spMkLst>
            <pc:docMk/>
            <pc:sldMk cId="4127311149" sldId="3814"/>
            <ac:spMk id="1033" creationId="{3271E267-EBEE-C600-0E90-E55CA1A0BA3E}"/>
          </ac:spMkLst>
        </pc:spChg>
        <pc:spChg chg="mod">
          <ac:chgData name="Tate Wilson" userId="dd715062-ed57-4058-a014-95cd6b7000da" providerId="ADAL" clId="{ECC2427A-958D-48F4-91B3-1A337BB0DFE3}" dt="2026-05-28T18:49:59.970" v="524" actId="164"/>
          <ac:spMkLst>
            <pc:docMk/>
            <pc:sldMk cId="4127311149" sldId="3814"/>
            <ac:spMk id="1035" creationId="{F8C35546-9C64-2C8B-1182-DE2B2F37CEAF}"/>
          </ac:spMkLst>
        </pc:spChg>
        <pc:spChg chg="mod">
          <ac:chgData name="Tate Wilson" userId="dd715062-ed57-4058-a014-95cd6b7000da" providerId="ADAL" clId="{ECC2427A-958D-48F4-91B3-1A337BB0DFE3}" dt="2026-05-28T18:49:53.306" v="522" actId="164"/>
          <ac:spMkLst>
            <pc:docMk/>
            <pc:sldMk cId="4127311149" sldId="3814"/>
            <ac:spMk id="1036" creationId="{092CE947-C040-0DBD-63A2-4F8FEFAE157C}"/>
          </ac:spMkLst>
        </pc:spChg>
        <pc:spChg chg="mod">
          <ac:chgData name="Tate Wilson" userId="dd715062-ed57-4058-a014-95cd6b7000da" providerId="ADAL" clId="{ECC2427A-958D-48F4-91B3-1A337BB0DFE3}" dt="2026-05-28T18:49:53.306" v="522" actId="164"/>
          <ac:spMkLst>
            <pc:docMk/>
            <pc:sldMk cId="4127311149" sldId="3814"/>
            <ac:spMk id="1037" creationId="{DED029C2-D4EE-B37A-5FA7-E601EAE36B00}"/>
          </ac:spMkLst>
        </pc:spChg>
        <pc:spChg chg="mod">
          <ac:chgData name="Tate Wilson" userId="dd715062-ed57-4058-a014-95cd6b7000da" providerId="ADAL" clId="{ECC2427A-958D-48F4-91B3-1A337BB0DFE3}" dt="2026-05-28T18:49:56.966" v="523" actId="164"/>
          <ac:spMkLst>
            <pc:docMk/>
            <pc:sldMk cId="4127311149" sldId="3814"/>
            <ac:spMk id="1038" creationId="{058CDC41-2C7C-DFA1-C891-3F4FF3BEC767}"/>
          </ac:spMkLst>
        </pc:spChg>
        <pc:spChg chg="mod">
          <ac:chgData name="Tate Wilson" userId="dd715062-ed57-4058-a014-95cd6b7000da" providerId="ADAL" clId="{ECC2427A-958D-48F4-91B3-1A337BB0DFE3}" dt="2026-05-28T18:49:59.970" v="524" actId="164"/>
          <ac:spMkLst>
            <pc:docMk/>
            <pc:sldMk cId="4127311149" sldId="3814"/>
            <ac:spMk id="1040" creationId="{0891B236-9BC7-9943-8F0C-7F15A78EC842}"/>
          </ac:spMkLst>
        </pc:spChg>
        <pc:spChg chg="mod">
          <ac:chgData name="Tate Wilson" userId="dd715062-ed57-4058-a014-95cd6b7000da" providerId="ADAL" clId="{ECC2427A-958D-48F4-91B3-1A337BB0DFE3}" dt="2026-05-28T18:49:59.970" v="524" actId="164"/>
          <ac:spMkLst>
            <pc:docMk/>
            <pc:sldMk cId="4127311149" sldId="3814"/>
            <ac:spMk id="1041" creationId="{CFBB4655-2A6A-A87C-BBCD-57A34C1BBD70}"/>
          </ac:spMkLst>
        </pc:spChg>
        <pc:spChg chg="mod">
          <ac:chgData name="Tate Wilson" userId="dd715062-ed57-4058-a014-95cd6b7000da" providerId="ADAL" clId="{ECC2427A-958D-48F4-91B3-1A337BB0DFE3}" dt="2026-05-28T18:51:51.294" v="558"/>
          <ac:spMkLst>
            <pc:docMk/>
            <pc:sldMk cId="4127311149" sldId="3814"/>
            <ac:spMk id="1042" creationId="{DF747CFB-62CB-3697-072D-86F8DBFA26C1}"/>
          </ac:spMkLst>
        </pc:spChg>
        <pc:spChg chg="mod">
          <ac:chgData name="Tate Wilson" userId="dd715062-ed57-4058-a014-95cd6b7000da" providerId="ADAL" clId="{ECC2427A-958D-48F4-91B3-1A337BB0DFE3}" dt="2026-05-28T18:51:49.586" v="557"/>
          <ac:spMkLst>
            <pc:docMk/>
            <pc:sldMk cId="4127311149" sldId="3814"/>
            <ac:spMk id="1043" creationId="{608014EB-520D-C9B0-D63B-B8C01AA39342}"/>
          </ac:spMkLst>
        </pc:spChg>
        <pc:spChg chg="mod">
          <ac:chgData name="Tate Wilson" userId="dd715062-ed57-4058-a014-95cd6b7000da" providerId="ADAL" clId="{ECC2427A-958D-48F4-91B3-1A337BB0DFE3}" dt="2026-05-28T18:49:56.966" v="523" actId="164"/>
          <ac:spMkLst>
            <pc:docMk/>
            <pc:sldMk cId="4127311149" sldId="3814"/>
            <ac:spMk id="1044" creationId="{983FB226-B6F4-5AB4-8552-0AF68244051F}"/>
          </ac:spMkLst>
        </pc:spChg>
        <pc:spChg chg="mod">
          <ac:chgData name="Tate Wilson" userId="dd715062-ed57-4058-a014-95cd6b7000da" providerId="ADAL" clId="{ECC2427A-958D-48F4-91B3-1A337BB0DFE3}" dt="2026-05-28T18:49:56.966" v="523" actId="164"/>
          <ac:spMkLst>
            <pc:docMk/>
            <pc:sldMk cId="4127311149" sldId="3814"/>
            <ac:spMk id="1046" creationId="{FA43A4E2-B93A-B073-0600-AB5EAAD1B678}"/>
          </ac:spMkLst>
        </pc:spChg>
        <pc:spChg chg="mod">
          <ac:chgData name="Tate Wilson" userId="dd715062-ed57-4058-a014-95cd6b7000da" providerId="ADAL" clId="{ECC2427A-958D-48F4-91B3-1A337BB0DFE3}" dt="2026-05-28T18:49:56.966" v="523" actId="164"/>
          <ac:spMkLst>
            <pc:docMk/>
            <pc:sldMk cId="4127311149" sldId="3814"/>
            <ac:spMk id="1047" creationId="{1586F809-212A-B922-2D6A-C62738CD2969}"/>
          </ac:spMkLst>
        </pc:spChg>
        <pc:spChg chg="mod">
          <ac:chgData name="Tate Wilson" userId="dd715062-ed57-4058-a014-95cd6b7000da" providerId="ADAL" clId="{ECC2427A-958D-48F4-91B3-1A337BB0DFE3}" dt="2026-05-28T18:49:49.764" v="521" actId="164"/>
          <ac:spMkLst>
            <pc:docMk/>
            <pc:sldMk cId="4127311149" sldId="3814"/>
            <ac:spMk id="1058" creationId="{0184E092-F4B8-0DE1-7AF0-15E041377EB9}"/>
          </ac:spMkLst>
        </pc:spChg>
        <pc:spChg chg="mod">
          <ac:chgData name="Tate Wilson" userId="dd715062-ed57-4058-a014-95cd6b7000da" providerId="ADAL" clId="{ECC2427A-958D-48F4-91B3-1A337BB0DFE3}" dt="2026-05-28T18:49:49.764" v="521" actId="164"/>
          <ac:spMkLst>
            <pc:docMk/>
            <pc:sldMk cId="4127311149" sldId="3814"/>
            <ac:spMk id="1059" creationId="{C614A5DF-7BF8-15F2-2D8B-D797F4019930}"/>
          </ac:spMkLst>
        </pc:spChg>
        <pc:spChg chg="mod">
          <ac:chgData name="Tate Wilson" userId="dd715062-ed57-4058-a014-95cd6b7000da" providerId="ADAL" clId="{ECC2427A-958D-48F4-91B3-1A337BB0DFE3}" dt="2026-05-28T18:51:47.376" v="556"/>
          <ac:spMkLst>
            <pc:docMk/>
            <pc:sldMk cId="4127311149" sldId="3814"/>
            <ac:spMk id="1062" creationId="{C4756C2A-CCA3-3FE4-64A7-7FD92895440D}"/>
          </ac:spMkLst>
        </pc:spChg>
        <pc:spChg chg="mod">
          <ac:chgData name="Tate Wilson" userId="dd715062-ed57-4058-a014-95cd6b7000da" providerId="ADAL" clId="{ECC2427A-958D-48F4-91B3-1A337BB0DFE3}" dt="2026-05-28T18:49:53.306" v="522" actId="164"/>
          <ac:spMkLst>
            <pc:docMk/>
            <pc:sldMk cId="4127311149" sldId="3814"/>
            <ac:spMk id="1063" creationId="{8CA68590-10AB-A606-8702-7D9B3E05ACA0}"/>
          </ac:spMkLst>
        </pc:spChg>
        <pc:spChg chg="mod">
          <ac:chgData name="Tate Wilson" userId="dd715062-ed57-4058-a014-95cd6b7000da" providerId="ADAL" clId="{ECC2427A-958D-48F4-91B3-1A337BB0DFE3}" dt="2026-05-28T18:49:53.306" v="522" actId="164"/>
          <ac:spMkLst>
            <pc:docMk/>
            <pc:sldMk cId="4127311149" sldId="3814"/>
            <ac:spMk id="1064" creationId="{15640D8C-A57A-68ED-C338-AB4233682F7E}"/>
          </ac:spMkLst>
        </pc:spChg>
        <pc:spChg chg="mod">
          <ac:chgData name="Tate Wilson" userId="dd715062-ed57-4058-a014-95cd6b7000da" providerId="ADAL" clId="{ECC2427A-958D-48F4-91B3-1A337BB0DFE3}" dt="2026-05-28T18:51:39.271" v="553" actId="20577"/>
          <ac:spMkLst>
            <pc:docMk/>
            <pc:sldMk cId="4127311149" sldId="3814"/>
            <ac:spMk id="1065" creationId="{017AD4F8-FE8A-7617-5AE2-09F17ADE445C}"/>
          </ac:spMkLst>
        </pc:spChg>
        <pc:spChg chg="mod">
          <ac:chgData name="Tate Wilson" userId="dd715062-ed57-4058-a014-95cd6b7000da" providerId="ADAL" clId="{ECC2427A-958D-48F4-91B3-1A337BB0DFE3}" dt="2026-05-28T18:49:49.764" v="521" actId="164"/>
          <ac:spMkLst>
            <pc:docMk/>
            <pc:sldMk cId="4127311149" sldId="3814"/>
            <ac:spMk id="1066" creationId="{15EF89E2-5BE1-CF80-BC94-91DC757835B2}"/>
          </ac:spMkLst>
        </pc:spChg>
        <pc:spChg chg="mod">
          <ac:chgData name="Tate Wilson" userId="dd715062-ed57-4058-a014-95cd6b7000da" providerId="ADAL" clId="{ECC2427A-958D-48F4-91B3-1A337BB0DFE3}" dt="2026-05-28T18:49:49.764" v="521" actId="164"/>
          <ac:spMkLst>
            <pc:docMk/>
            <pc:sldMk cId="4127311149" sldId="3814"/>
            <ac:spMk id="1067" creationId="{FBACFD52-D724-EC87-9191-2CFA1E3A2007}"/>
          </ac:spMkLst>
        </pc:spChg>
        <pc:spChg chg="mod">
          <ac:chgData name="Tate Wilson" userId="dd715062-ed57-4058-a014-95cd6b7000da" providerId="ADAL" clId="{ECC2427A-958D-48F4-91B3-1A337BB0DFE3}" dt="2026-05-28T18:48:37.333" v="492" actId="313"/>
          <ac:spMkLst>
            <pc:docMk/>
            <pc:sldMk cId="4127311149" sldId="3814"/>
            <ac:spMk id="1073" creationId="{7DE337D3-2D2C-D032-7AD5-9C7AC5815146}"/>
          </ac:spMkLst>
        </pc:spChg>
        <pc:spChg chg="mod">
          <ac:chgData name="Tate Wilson" userId="dd715062-ed57-4058-a014-95cd6b7000da" providerId="ADAL" clId="{ECC2427A-958D-48F4-91B3-1A337BB0DFE3}" dt="2026-05-28T18:48:48.403" v="504" actId="20577"/>
          <ac:spMkLst>
            <pc:docMk/>
            <pc:sldMk cId="4127311149" sldId="3814"/>
            <ac:spMk id="1074" creationId="{BAF59BD9-CEF3-DD89-09ED-5F94076E1259}"/>
          </ac:spMkLst>
        </pc:spChg>
        <pc:spChg chg="mod">
          <ac:chgData name="Tate Wilson" userId="dd715062-ed57-4058-a014-95cd6b7000da" providerId="ADAL" clId="{ECC2427A-958D-48F4-91B3-1A337BB0DFE3}" dt="2026-05-28T18:48:55.273" v="506"/>
          <ac:spMkLst>
            <pc:docMk/>
            <pc:sldMk cId="4127311149" sldId="3814"/>
            <ac:spMk id="1089" creationId="{5E1CEA0A-73D5-DB5B-D64B-AA54AC232116}"/>
          </ac:spMkLst>
        </pc:spChg>
        <pc:spChg chg="mod">
          <ac:chgData name="Tate Wilson" userId="dd715062-ed57-4058-a014-95cd6b7000da" providerId="ADAL" clId="{ECC2427A-958D-48F4-91B3-1A337BB0DFE3}" dt="2026-05-28T18:48:53.313" v="505"/>
          <ac:spMkLst>
            <pc:docMk/>
            <pc:sldMk cId="4127311149" sldId="3814"/>
            <ac:spMk id="1090" creationId="{ECC69798-7E1E-627A-CB7B-1ED86EEC6132}"/>
          </ac:spMkLst>
        </pc:spChg>
        <pc:spChg chg="mod">
          <ac:chgData name="Tate Wilson" userId="dd715062-ed57-4058-a014-95cd6b7000da" providerId="ADAL" clId="{ECC2427A-958D-48F4-91B3-1A337BB0DFE3}" dt="2026-05-28T18:48:30.146" v="485" actId="20577"/>
          <ac:spMkLst>
            <pc:docMk/>
            <pc:sldMk cId="4127311149" sldId="3814"/>
            <ac:spMk id="1112" creationId="{1A4517D6-DBB5-A9F5-D1FE-FC647C20410D}"/>
          </ac:spMkLst>
        </pc:spChg>
        <pc:grpChg chg="add mod">
          <ac:chgData name="Tate Wilson" userId="dd715062-ed57-4058-a014-95cd6b7000da" providerId="ADAL" clId="{ECC2427A-958D-48F4-91B3-1A337BB0DFE3}" dt="2026-05-28T18:53:27.560" v="577" actId="14100"/>
          <ac:grpSpMkLst>
            <pc:docMk/>
            <pc:sldMk cId="4127311149" sldId="3814"/>
            <ac:grpSpMk id="3" creationId="{C39B0122-0CE7-DD6D-2F3C-6B109EEF5CD4}"/>
          </ac:grpSpMkLst>
        </pc:grpChg>
        <pc:grpChg chg="add mod">
          <ac:chgData name="Tate Wilson" userId="dd715062-ed57-4058-a014-95cd6b7000da" providerId="ADAL" clId="{ECC2427A-958D-48F4-91B3-1A337BB0DFE3}" dt="2026-05-28T18:53:27.560" v="577" actId="14100"/>
          <ac:grpSpMkLst>
            <pc:docMk/>
            <pc:sldMk cId="4127311149" sldId="3814"/>
            <ac:grpSpMk id="9" creationId="{3DB4CEC1-2820-6CAD-8F00-3D13EE2B7B8D}"/>
          </ac:grpSpMkLst>
        </pc:grpChg>
        <pc:grpChg chg="add del mod">
          <ac:chgData name="Tate Wilson" userId="dd715062-ed57-4058-a014-95cd6b7000da" providerId="ADAL" clId="{ECC2427A-958D-48F4-91B3-1A337BB0DFE3}" dt="2026-05-28T18:53:27.560" v="577" actId="14100"/>
          <ac:grpSpMkLst>
            <pc:docMk/>
            <pc:sldMk cId="4127311149" sldId="3814"/>
            <ac:grpSpMk id="10" creationId="{642A324F-D8E1-4366-136A-81F4CBAC0DE0}"/>
          </ac:grpSpMkLst>
        </pc:grpChg>
        <pc:grpChg chg="add mod">
          <ac:chgData name="Tate Wilson" userId="dd715062-ed57-4058-a014-95cd6b7000da" providerId="ADAL" clId="{ECC2427A-958D-48F4-91B3-1A337BB0DFE3}" dt="2026-05-28T18:54:19.639" v="593" actId="552"/>
          <ac:grpSpMkLst>
            <pc:docMk/>
            <pc:sldMk cId="4127311149" sldId="3814"/>
            <ac:grpSpMk id="13" creationId="{F0BE627A-75F2-F503-482F-79964625789A}"/>
          </ac:grpSpMkLst>
        </pc:grpChg>
        <pc:graphicFrameChg chg="mod modGraphic">
          <ac:chgData name="Tate Wilson" userId="dd715062-ed57-4058-a014-95cd6b7000da" providerId="ADAL" clId="{ECC2427A-958D-48F4-91B3-1A337BB0DFE3}" dt="2026-05-28T18:55:47.548" v="617" actId="14100"/>
          <ac:graphicFrameMkLst>
            <pc:docMk/>
            <pc:sldMk cId="4127311149" sldId="3814"/>
            <ac:graphicFrameMk id="5" creationId="{BE8BECDF-68B2-1AA4-637A-65701752E1F2}"/>
          </ac:graphicFrameMkLst>
        </pc:graphicFrameChg>
        <pc:cxnChg chg="add del mod">
          <ac:chgData name="Tate Wilson" userId="dd715062-ed57-4058-a014-95cd6b7000da" providerId="ADAL" clId="{ECC2427A-958D-48F4-91B3-1A337BB0DFE3}" dt="2026-05-28T18:55:24.698" v="614" actId="478"/>
          <ac:cxnSpMkLst>
            <pc:docMk/>
            <pc:sldMk cId="4127311149" sldId="3814"/>
            <ac:cxnSpMk id="14" creationId="{6C6A4182-FCE2-684A-4D1D-AC6D624AB3AC}"/>
          </ac:cxnSpMkLst>
        </pc:cxnChg>
        <pc:cxnChg chg="add del mod">
          <ac:chgData name="Tate Wilson" userId="dd715062-ed57-4058-a014-95cd6b7000da" providerId="ADAL" clId="{ECC2427A-958D-48F4-91B3-1A337BB0DFE3}" dt="2026-05-28T18:55:24.434" v="613" actId="478"/>
          <ac:cxnSpMkLst>
            <pc:docMk/>
            <pc:sldMk cId="4127311149" sldId="3814"/>
            <ac:cxnSpMk id="15" creationId="{3E108F5F-56FB-953D-D16B-77BE0B5E2BAF}"/>
          </ac:cxnSpMkLst>
        </pc:cxnChg>
        <pc:cxnChg chg="add del mod">
          <ac:chgData name="Tate Wilson" userId="dd715062-ed57-4058-a014-95cd6b7000da" providerId="ADAL" clId="{ECC2427A-958D-48F4-91B3-1A337BB0DFE3}" dt="2026-05-28T18:52:37.787" v="567" actId="478"/>
          <ac:cxnSpMkLst>
            <pc:docMk/>
            <pc:sldMk cId="4127311149" sldId="3814"/>
            <ac:cxnSpMk id="16" creationId="{2C88651B-1787-9888-B3C8-02971D540D10}"/>
          </ac:cxnSpMkLst>
        </pc:cxnChg>
        <pc:cxnChg chg="del">
          <ac:chgData name="Tate Wilson" userId="dd715062-ed57-4058-a014-95cd6b7000da" providerId="ADAL" clId="{ECC2427A-958D-48F4-91B3-1A337BB0DFE3}" dt="2026-05-28T18:50:13.595" v="534" actId="478"/>
          <ac:cxnSpMkLst>
            <pc:docMk/>
            <pc:sldMk cId="4127311149" sldId="3814"/>
            <ac:cxnSpMk id="1034" creationId="{09462875-E91B-7640-9014-71F9628B9344}"/>
          </ac:cxnSpMkLst>
        </pc:cxnChg>
        <pc:cxnChg chg="del">
          <ac:chgData name="Tate Wilson" userId="dd715062-ed57-4058-a014-95cd6b7000da" providerId="ADAL" clId="{ECC2427A-958D-48F4-91B3-1A337BB0DFE3}" dt="2026-05-28T18:50:17.333" v="537" actId="478"/>
          <ac:cxnSpMkLst>
            <pc:docMk/>
            <pc:sldMk cId="4127311149" sldId="3814"/>
            <ac:cxnSpMk id="1039" creationId="{6884267C-AC66-0BD8-22DB-C09C30CA2A8A}"/>
          </ac:cxnSpMkLst>
        </pc:cxnChg>
        <pc:cxnChg chg="add del mod">
          <ac:chgData name="Tate Wilson" userId="dd715062-ed57-4058-a014-95cd6b7000da" providerId="ADAL" clId="{ECC2427A-958D-48F4-91B3-1A337BB0DFE3}" dt="2026-05-28T18:55:24.995" v="615" actId="478"/>
          <ac:cxnSpMkLst>
            <pc:docMk/>
            <pc:sldMk cId="4127311149" sldId="3814"/>
            <ac:cxnSpMk id="1060" creationId="{BBDD365C-5E2B-5388-01DB-D988BA03F6CD}"/>
          </ac:cxnSpMkLst>
        </pc:cxnChg>
      </pc:sldChg>
      <pc:sldChg chg="modSp add mod">
        <pc:chgData name="Tate Wilson" userId="dd715062-ed57-4058-a014-95cd6b7000da" providerId="ADAL" clId="{ECC2427A-958D-48F4-91B3-1A337BB0DFE3}" dt="2026-05-16T22:37:42.966" v="151" actId="14100"/>
        <pc:sldMkLst>
          <pc:docMk/>
          <pc:sldMk cId="3670395159" sldId="3880"/>
        </pc:sldMkLst>
        <pc:spChg chg="mod">
          <ac:chgData name="Tate Wilson" userId="dd715062-ed57-4058-a014-95cd6b7000da" providerId="ADAL" clId="{ECC2427A-958D-48F4-91B3-1A337BB0DFE3}" dt="2026-05-16T22:37:03.014" v="124" actId="20577"/>
          <ac:spMkLst>
            <pc:docMk/>
            <pc:sldMk cId="3670395159" sldId="3880"/>
            <ac:spMk id="7" creationId="{1C2AF783-5D80-A5E8-526E-CB9581D5B86E}"/>
          </ac:spMkLst>
        </pc:spChg>
        <pc:graphicFrameChg chg="mod modGraphic">
          <ac:chgData name="Tate Wilson" userId="dd715062-ed57-4058-a014-95cd6b7000da" providerId="ADAL" clId="{ECC2427A-958D-48F4-91B3-1A337BB0DFE3}" dt="2026-05-16T22:37:42.966" v="151" actId="14100"/>
          <ac:graphicFrameMkLst>
            <pc:docMk/>
            <pc:sldMk cId="3670395159" sldId="3880"/>
            <ac:graphicFrameMk id="5" creationId="{1D0C48F9-AD52-56D3-A8BB-0CA7D1CB118A}"/>
          </ac:graphicFrameMkLst>
        </pc:graphicFrameChg>
      </pc:sldChg>
      <pc:sldChg chg="ord">
        <pc:chgData name="Tate Wilson" userId="dd715062-ed57-4058-a014-95cd6b7000da" providerId="ADAL" clId="{ECC2427A-958D-48F4-91B3-1A337BB0DFE3}" dt="2026-05-16T22:24:05.367" v="7"/>
        <pc:sldMkLst>
          <pc:docMk/>
          <pc:sldMk cId="3246804137" sldId="3931"/>
        </pc:sldMkLst>
      </pc:sldChg>
      <pc:sldChg chg="addSp modSp add mod modClrScheme chgLayout">
        <pc:chgData name="Tate Wilson" userId="dd715062-ed57-4058-a014-95cd6b7000da" providerId="ADAL" clId="{ECC2427A-958D-48F4-91B3-1A337BB0DFE3}" dt="2026-05-16T22:23:53.502" v="5" actId="27636"/>
        <pc:sldMkLst>
          <pc:docMk/>
          <pc:sldMk cId="1685744254" sldId="3951"/>
        </pc:sldMkLst>
        <pc:spChg chg="mod ord">
          <ac:chgData name="Tate Wilson" userId="dd715062-ed57-4058-a014-95cd6b7000da" providerId="ADAL" clId="{ECC2427A-958D-48F4-91B3-1A337BB0DFE3}" dt="2026-05-16T22:23:53.441" v="3" actId="700"/>
          <ac:spMkLst>
            <pc:docMk/>
            <pc:sldMk cId="1685744254" sldId="3951"/>
            <ac:spMk id="3" creationId="{A84DFB39-9D17-DA11-19EC-AD5E992C0FC9}"/>
          </ac:spMkLst>
        </pc:spChg>
        <pc:spChg chg="mod ord">
          <ac:chgData name="Tate Wilson" userId="dd715062-ed57-4058-a014-95cd6b7000da" providerId="ADAL" clId="{ECC2427A-958D-48F4-91B3-1A337BB0DFE3}" dt="2026-05-16T22:23:53.502" v="5" actId="27636"/>
          <ac:spMkLst>
            <pc:docMk/>
            <pc:sldMk cId="1685744254" sldId="3951"/>
            <ac:spMk id="7" creationId="{DB6C88CA-D18C-76CA-739B-E4B8388C9B3D}"/>
          </ac:spMkLst>
        </pc:spChg>
        <pc:spChg chg="add mod ord">
          <ac:chgData name="Tate Wilson" userId="dd715062-ed57-4058-a014-95cd6b7000da" providerId="ADAL" clId="{ECC2427A-958D-48F4-91B3-1A337BB0DFE3}" dt="2026-05-16T22:23:53.441" v="3" actId="700"/>
          <ac:spMkLst>
            <pc:docMk/>
            <pc:sldMk cId="1685744254" sldId="3951"/>
            <ac:spMk id="13" creationId="{59C168D9-63F5-9A19-016A-C6B6879E44B0}"/>
          </ac:spMkLst>
        </pc:spChg>
      </pc:sldChg>
      <pc:sldChg chg="modSp mod">
        <pc:chgData name="Tate Wilson" userId="dd715062-ed57-4058-a014-95cd6b7000da" providerId="ADAL" clId="{ECC2427A-958D-48F4-91B3-1A337BB0DFE3}" dt="2026-05-28T20:46:37.335" v="625" actId="20577"/>
        <pc:sldMkLst>
          <pc:docMk/>
          <pc:sldMk cId="2957093444" sldId="3956"/>
        </pc:sldMkLst>
        <pc:spChg chg="mod">
          <ac:chgData name="Tate Wilson" userId="dd715062-ed57-4058-a014-95cd6b7000da" providerId="ADAL" clId="{ECC2427A-958D-48F4-91B3-1A337BB0DFE3}" dt="2026-05-28T20:46:37.335" v="625" actId="20577"/>
          <ac:spMkLst>
            <pc:docMk/>
            <pc:sldMk cId="2957093444" sldId="3956"/>
            <ac:spMk id="2" creationId="{00000000-0000-0000-0000-000000000000}"/>
          </ac:spMkLst>
        </pc:spChg>
        <pc:spChg chg="mod">
          <ac:chgData name="Tate Wilson" userId="dd715062-ed57-4058-a014-95cd6b7000da" providerId="ADAL" clId="{ECC2427A-958D-48F4-91B3-1A337BB0DFE3}" dt="2026-05-28T18:41:11.471" v="432" actId="20577"/>
          <ac:spMkLst>
            <pc:docMk/>
            <pc:sldMk cId="2957093444" sldId="3956"/>
            <ac:spMk id="8" creationId="{D1431F0D-3455-49D4-9E68-C205A528EE2B}"/>
          </ac:spMkLst>
        </pc:spChg>
        <pc:spChg chg="mod">
          <ac:chgData name="Tate Wilson" userId="dd715062-ed57-4058-a014-95cd6b7000da" providerId="ADAL" clId="{ECC2427A-958D-48F4-91B3-1A337BB0DFE3}" dt="2026-05-28T18:41:39.281" v="440" actId="20577"/>
          <ac:spMkLst>
            <pc:docMk/>
            <pc:sldMk cId="2957093444" sldId="3956"/>
            <ac:spMk id="15" creationId="{9A45D7A2-D433-4946-ADA1-546C1387DB0D}"/>
          </ac:spMkLst>
        </pc:spChg>
      </pc:sldChg>
      <pc:sldChg chg="addSp delSp modSp add mod">
        <pc:chgData name="Tate Wilson" userId="dd715062-ed57-4058-a014-95cd6b7000da" providerId="ADAL" clId="{ECC2427A-958D-48F4-91B3-1A337BB0DFE3}" dt="2026-05-28T18:08:35.379" v="426" actId="20577"/>
        <pc:sldMkLst>
          <pc:docMk/>
          <pc:sldMk cId="3224510312" sldId="3971"/>
        </pc:sldMkLst>
        <pc:spChg chg="mod">
          <ac:chgData name="Tate Wilson" userId="dd715062-ed57-4058-a014-95cd6b7000da" providerId="ADAL" clId="{ECC2427A-958D-48F4-91B3-1A337BB0DFE3}" dt="2026-05-28T18:08:31.646" v="425" actId="20577"/>
          <ac:spMkLst>
            <pc:docMk/>
            <pc:sldMk cId="3224510312" sldId="3971"/>
            <ac:spMk id="2" creationId="{860B30F6-63CD-737D-9688-147C4361CF30}"/>
          </ac:spMkLst>
        </pc:spChg>
        <pc:spChg chg="add del mod ord">
          <ac:chgData name="Tate Wilson" userId="dd715062-ed57-4058-a014-95cd6b7000da" providerId="ADAL" clId="{ECC2427A-958D-48F4-91B3-1A337BB0DFE3}" dt="2026-05-28T18:06:41.334" v="349" actId="478"/>
          <ac:spMkLst>
            <pc:docMk/>
            <pc:sldMk cId="3224510312" sldId="3971"/>
            <ac:spMk id="3" creationId="{188B93D4-BCDD-4EF1-F7DA-45FA6DC2F5FF}"/>
          </ac:spMkLst>
        </pc:spChg>
        <pc:spChg chg="mod">
          <ac:chgData name="Tate Wilson" userId="dd715062-ed57-4058-a014-95cd6b7000da" providerId="ADAL" clId="{ECC2427A-958D-48F4-91B3-1A337BB0DFE3}" dt="2026-05-28T18:08:35.379" v="426" actId="20577"/>
          <ac:spMkLst>
            <pc:docMk/>
            <pc:sldMk cId="3224510312" sldId="3971"/>
            <ac:spMk id="4" creationId="{6866552C-3098-F8EA-958A-E384C5F8FF91}"/>
          </ac:spMkLst>
        </pc:spChg>
        <pc:spChg chg="add mod">
          <ac:chgData name="Tate Wilson" userId="dd715062-ed57-4058-a014-95cd6b7000da" providerId="ADAL" clId="{ECC2427A-958D-48F4-91B3-1A337BB0DFE3}" dt="2026-05-28T18:06:54.620" v="356" actId="554"/>
          <ac:spMkLst>
            <pc:docMk/>
            <pc:sldMk cId="3224510312" sldId="3971"/>
            <ac:spMk id="6" creationId="{53AAE883-B8DA-DE71-9571-DC5AD48E5C63}"/>
          </ac:spMkLst>
        </pc:spChg>
        <pc:spChg chg="add mod">
          <ac:chgData name="Tate Wilson" userId="dd715062-ed57-4058-a014-95cd6b7000da" providerId="ADAL" clId="{ECC2427A-958D-48F4-91B3-1A337BB0DFE3}" dt="2026-05-28T18:06:54.620" v="356" actId="554"/>
          <ac:spMkLst>
            <pc:docMk/>
            <pc:sldMk cId="3224510312" sldId="3971"/>
            <ac:spMk id="8" creationId="{B786E451-AD97-4581-2A71-A3B38A55D816}"/>
          </ac:spMkLst>
        </pc:spChg>
        <pc:graphicFrameChg chg="mod modGraphic">
          <ac:chgData name="Tate Wilson" userId="dd715062-ed57-4058-a014-95cd6b7000da" providerId="ADAL" clId="{ECC2427A-958D-48F4-91B3-1A337BB0DFE3}" dt="2026-05-28T18:08:23.416" v="421"/>
          <ac:graphicFrameMkLst>
            <pc:docMk/>
            <pc:sldMk cId="3224510312" sldId="3971"/>
            <ac:graphicFrameMk id="1216" creationId="{F27B3196-583A-F888-B016-C3D764D21276}"/>
          </ac:graphicFrameMkLst>
        </pc:graphicFrameChg>
        <pc:picChg chg="del">
          <ac:chgData name="Tate Wilson" userId="dd715062-ed57-4058-a014-95cd6b7000da" providerId="ADAL" clId="{ECC2427A-958D-48F4-91B3-1A337BB0DFE3}" dt="2026-05-28T18:05:54.311" v="322" actId="478"/>
          <ac:picMkLst>
            <pc:docMk/>
            <pc:sldMk cId="3224510312" sldId="3971"/>
            <ac:picMk id="7" creationId="{5BE9A439-9149-D5A0-BC1A-86EB9AA06500}"/>
          </ac:picMkLst>
        </pc:picChg>
        <pc:picChg chg="del">
          <ac:chgData name="Tate Wilson" userId="dd715062-ed57-4058-a014-95cd6b7000da" providerId="ADAL" clId="{ECC2427A-958D-48F4-91B3-1A337BB0DFE3}" dt="2026-05-28T18:05:56.751" v="323" actId="478"/>
          <ac:picMkLst>
            <pc:docMk/>
            <pc:sldMk cId="3224510312" sldId="3971"/>
            <ac:picMk id="9" creationId="{AAC07E38-4C05-3CA5-2B6A-8C97EAA8E793}"/>
          </ac:picMkLst>
        </pc:picChg>
      </pc:sldChg>
      <pc:sldChg chg="delSp modSp add mod modClrScheme chgLayout">
        <pc:chgData name="Tate Wilson" userId="dd715062-ed57-4058-a014-95cd6b7000da" providerId="ADAL" clId="{ECC2427A-958D-48F4-91B3-1A337BB0DFE3}" dt="2026-05-16T22:23:53.441" v="3" actId="700"/>
        <pc:sldMkLst>
          <pc:docMk/>
          <pc:sldMk cId="1309262380" sldId="3980"/>
        </pc:sldMkLst>
        <pc:spChg chg="mod ord">
          <ac:chgData name="Tate Wilson" userId="dd715062-ed57-4058-a014-95cd6b7000da" providerId="ADAL" clId="{ECC2427A-958D-48F4-91B3-1A337BB0DFE3}" dt="2026-05-16T22:23:53.441" v="3" actId="700"/>
          <ac:spMkLst>
            <pc:docMk/>
            <pc:sldMk cId="1309262380" sldId="3980"/>
            <ac:spMk id="2" creationId="{312D6FA8-FDB2-6BD3-B1AC-B3C3E9BE4046}"/>
          </ac:spMkLst>
        </pc:spChg>
        <pc:spChg chg="mod ord">
          <ac:chgData name="Tate Wilson" userId="dd715062-ed57-4058-a014-95cd6b7000da" providerId="ADAL" clId="{ECC2427A-958D-48F4-91B3-1A337BB0DFE3}" dt="2026-05-16T22:23:53.441" v="3" actId="700"/>
          <ac:spMkLst>
            <pc:docMk/>
            <pc:sldMk cId="1309262380" sldId="3980"/>
            <ac:spMk id="4" creationId="{E3454AED-474C-D3CC-D7A0-E25F34281380}"/>
          </ac:spMkLst>
        </pc:spChg>
        <pc:spChg chg="mod ord">
          <ac:chgData name="Tate Wilson" userId="dd715062-ed57-4058-a014-95cd6b7000da" providerId="ADAL" clId="{ECC2427A-958D-48F4-91B3-1A337BB0DFE3}" dt="2026-05-16T22:23:53.441" v="3" actId="700"/>
          <ac:spMkLst>
            <pc:docMk/>
            <pc:sldMk cId="1309262380" sldId="3980"/>
            <ac:spMk id="22" creationId="{F6708284-CE57-A4E5-0DE1-74D97E9B0329}"/>
          </ac:spMkLst>
        </pc:spChg>
      </pc:sldChg>
      <pc:sldChg chg="addSp modSp add mod modClrScheme chgLayout">
        <pc:chgData name="Tate Wilson" userId="dd715062-ed57-4058-a014-95cd6b7000da" providerId="ADAL" clId="{ECC2427A-958D-48F4-91B3-1A337BB0DFE3}" dt="2026-05-16T22:23:53.498" v="4" actId="27636"/>
        <pc:sldMkLst>
          <pc:docMk/>
          <pc:sldMk cId="1679147617" sldId="4010"/>
        </pc:sldMkLst>
        <pc:spChg chg="mod ord">
          <ac:chgData name="Tate Wilson" userId="dd715062-ed57-4058-a014-95cd6b7000da" providerId="ADAL" clId="{ECC2427A-958D-48F4-91B3-1A337BB0DFE3}" dt="2026-05-16T22:23:53.441" v="3" actId="700"/>
          <ac:spMkLst>
            <pc:docMk/>
            <pc:sldMk cId="1679147617" sldId="4010"/>
            <ac:spMk id="3" creationId="{22A8272C-9556-57E8-F5E3-72CDF51D727F}"/>
          </ac:spMkLst>
        </pc:spChg>
        <pc:spChg chg="add mod ord">
          <ac:chgData name="Tate Wilson" userId="dd715062-ed57-4058-a014-95cd6b7000da" providerId="ADAL" clId="{ECC2427A-958D-48F4-91B3-1A337BB0DFE3}" dt="2026-05-16T22:23:53.441" v="3" actId="700"/>
          <ac:spMkLst>
            <pc:docMk/>
            <pc:sldMk cId="1679147617" sldId="4010"/>
            <ac:spMk id="18" creationId="{9C8FF4CE-B46C-B018-BBB4-DC261BF99426}"/>
          </ac:spMkLst>
        </pc:spChg>
        <pc:spChg chg="mod ord">
          <ac:chgData name="Tate Wilson" userId="dd715062-ed57-4058-a014-95cd6b7000da" providerId="ADAL" clId="{ECC2427A-958D-48F4-91B3-1A337BB0DFE3}" dt="2026-05-16T22:23:53.498" v="4" actId="27636"/>
          <ac:spMkLst>
            <pc:docMk/>
            <pc:sldMk cId="1679147617" sldId="4010"/>
            <ac:spMk id="33794" creationId="{AFD75319-6ABF-4EF6-F573-F655DB84C67C}"/>
          </ac:spMkLst>
        </pc:spChg>
      </pc:sldChg>
      <pc:sldChg chg="addSp delSp modSp add mod">
        <pc:chgData name="Tate Wilson" userId="dd715062-ed57-4058-a014-95cd6b7000da" providerId="ADAL" clId="{ECC2427A-958D-48F4-91B3-1A337BB0DFE3}" dt="2026-05-28T20:47:23.706" v="649"/>
        <pc:sldMkLst>
          <pc:docMk/>
          <pc:sldMk cId="2689732347" sldId="4024"/>
        </pc:sldMkLst>
        <pc:spChg chg="add mod">
          <ac:chgData name="Tate Wilson" userId="dd715062-ed57-4058-a014-95cd6b7000da" providerId="ADAL" clId="{ECC2427A-958D-48F4-91B3-1A337BB0DFE3}" dt="2026-05-16T22:31:21.209" v="102" actId="20577"/>
          <ac:spMkLst>
            <pc:docMk/>
            <pc:sldMk cId="2689732347" sldId="4024"/>
            <ac:spMk id="8" creationId="{98026FBA-DD1F-093F-F759-4B7DD9350A52}"/>
          </ac:spMkLst>
        </pc:spChg>
        <pc:spChg chg="mod">
          <ac:chgData name="Tate Wilson" userId="dd715062-ed57-4058-a014-95cd6b7000da" providerId="ADAL" clId="{ECC2427A-958D-48F4-91B3-1A337BB0DFE3}" dt="2026-05-28T20:47:23.706" v="649"/>
          <ac:spMkLst>
            <pc:docMk/>
            <pc:sldMk cId="2689732347" sldId="4024"/>
            <ac:spMk id="12" creationId="{56D4B355-464B-A424-BD6F-CE920270ECEA}"/>
          </ac:spMkLst>
        </pc:spChg>
        <pc:spChg chg="mod">
          <ac:chgData name="Tate Wilson" userId="dd715062-ed57-4058-a014-95cd6b7000da" providerId="ADAL" clId="{ECC2427A-958D-48F4-91B3-1A337BB0DFE3}" dt="2026-05-16T22:30:54.454" v="90" actId="553"/>
          <ac:spMkLst>
            <pc:docMk/>
            <pc:sldMk cId="2689732347" sldId="4024"/>
            <ac:spMk id="13" creationId="{8951852E-D9DF-245E-88BE-4170D215A0E0}"/>
          </ac:spMkLst>
        </pc:spChg>
        <pc:spChg chg="mod">
          <ac:chgData name="Tate Wilson" userId="dd715062-ed57-4058-a014-95cd6b7000da" providerId="ADAL" clId="{ECC2427A-958D-48F4-91B3-1A337BB0DFE3}" dt="2026-05-16T22:29:20.636" v="37" actId="20577"/>
          <ac:spMkLst>
            <pc:docMk/>
            <pc:sldMk cId="2689732347" sldId="4024"/>
            <ac:spMk id="14" creationId="{2618FB19-729A-B0F7-9697-BBA0F2DA3942}"/>
          </ac:spMkLst>
        </pc:spChg>
        <pc:spChg chg="mod">
          <ac:chgData name="Tate Wilson" userId="dd715062-ed57-4058-a014-95cd6b7000da" providerId="ADAL" clId="{ECC2427A-958D-48F4-91B3-1A337BB0DFE3}" dt="2026-05-16T22:30:46.025" v="85" actId="1035"/>
          <ac:spMkLst>
            <pc:docMk/>
            <pc:sldMk cId="2689732347" sldId="4024"/>
            <ac:spMk id="15" creationId="{147AF6CB-D1FE-E8A1-D27A-5710411013C5}"/>
          </ac:spMkLst>
        </pc:spChg>
        <pc:spChg chg="mod">
          <ac:chgData name="Tate Wilson" userId="dd715062-ed57-4058-a014-95cd6b7000da" providerId="ADAL" clId="{ECC2427A-958D-48F4-91B3-1A337BB0DFE3}" dt="2026-05-16T22:30:26.815" v="75" actId="555"/>
          <ac:spMkLst>
            <pc:docMk/>
            <pc:sldMk cId="2689732347" sldId="4024"/>
            <ac:spMk id="16" creationId="{DE36990D-B899-12EE-9AD8-00F7979103E0}"/>
          </ac:spMkLst>
        </pc:spChg>
        <pc:spChg chg="add mod">
          <ac:chgData name="Tate Wilson" userId="dd715062-ed57-4058-a014-95cd6b7000da" providerId="ADAL" clId="{ECC2427A-958D-48F4-91B3-1A337BB0DFE3}" dt="2026-05-16T22:31:19.294" v="101" actId="20577"/>
          <ac:spMkLst>
            <pc:docMk/>
            <pc:sldMk cId="2689732347" sldId="4024"/>
            <ac:spMk id="18" creationId="{4DDF0A58-A20D-D539-881B-7AFFB4BC7937}"/>
          </ac:spMkLst>
        </pc:spChg>
        <pc:spChg chg="add mod">
          <ac:chgData name="Tate Wilson" userId="dd715062-ed57-4058-a014-95cd6b7000da" providerId="ADAL" clId="{ECC2427A-958D-48F4-91B3-1A337BB0DFE3}" dt="2026-05-16T22:31:24.029" v="103" actId="20577"/>
          <ac:spMkLst>
            <pc:docMk/>
            <pc:sldMk cId="2689732347" sldId="4024"/>
            <ac:spMk id="19" creationId="{3D63DBF6-D3ED-8531-1CD1-C8549A7ACFDD}"/>
          </ac:spMkLst>
        </pc:spChg>
        <pc:spChg chg="add mod">
          <ac:chgData name="Tate Wilson" userId="dd715062-ed57-4058-a014-95cd6b7000da" providerId="ADAL" clId="{ECC2427A-958D-48F4-91B3-1A337BB0DFE3}" dt="2026-05-16T22:31:14.272" v="100" actId="1035"/>
          <ac:spMkLst>
            <pc:docMk/>
            <pc:sldMk cId="2689732347" sldId="4024"/>
            <ac:spMk id="20" creationId="{55766461-7E60-3504-37F4-F774A220C4C1}"/>
          </ac:spMkLst>
        </pc:spChg>
      </pc:sldChg>
      <pc:sldChg chg="addSp delSp modSp add mod">
        <pc:chgData name="Tate Wilson" userId="dd715062-ed57-4058-a014-95cd6b7000da" providerId="ADAL" clId="{ECC2427A-958D-48F4-91B3-1A337BB0DFE3}" dt="2026-05-28T20:47:33.426" v="656" actId="20577"/>
        <pc:sldMkLst>
          <pc:docMk/>
          <pc:sldMk cId="2209922693" sldId="4104"/>
        </pc:sldMkLst>
        <pc:spChg chg="mod">
          <ac:chgData name="Tate Wilson" userId="dd715062-ed57-4058-a014-95cd6b7000da" providerId="ADAL" clId="{ECC2427A-958D-48F4-91B3-1A337BB0DFE3}" dt="2026-05-28T20:47:33.426" v="656" actId="20577"/>
          <ac:spMkLst>
            <pc:docMk/>
            <pc:sldMk cId="2209922693" sldId="4104"/>
            <ac:spMk id="2" creationId="{00000000-0000-0000-0000-000000000000}"/>
          </ac:spMkLst>
        </pc:spChg>
        <pc:spChg chg="add mod">
          <ac:chgData name="Tate Wilson" userId="dd715062-ed57-4058-a014-95cd6b7000da" providerId="ADAL" clId="{ECC2427A-958D-48F4-91B3-1A337BB0DFE3}" dt="2026-05-16T22:42:23.821" v="181" actId="20577"/>
          <ac:spMkLst>
            <pc:docMk/>
            <pc:sldMk cId="2209922693" sldId="4104"/>
            <ac:spMk id="4" creationId="{BF491425-9373-AF0C-EE39-F89EE40C43F3}"/>
          </ac:spMkLst>
        </pc:spChg>
        <pc:spChg chg="mod">
          <ac:chgData name="Tate Wilson" userId="dd715062-ed57-4058-a014-95cd6b7000da" providerId="ADAL" clId="{ECC2427A-958D-48F4-91B3-1A337BB0DFE3}" dt="2026-05-16T22:41:53.188" v="167" actId="20577"/>
          <ac:spMkLst>
            <pc:docMk/>
            <pc:sldMk cId="2209922693" sldId="4104"/>
            <ac:spMk id="6" creationId="{D337A2E9-B6A9-608E-EC83-4FA7F3CC04C0}"/>
          </ac:spMkLst>
        </pc:spChg>
      </pc:sldChg>
      <pc:sldChg chg="modSp add mod">
        <pc:chgData name="Tate Wilson" userId="dd715062-ed57-4058-a014-95cd6b7000da" providerId="ADAL" clId="{ECC2427A-958D-48F4-91B3-1A337BB0DFE3}" dt="2026-05-28T20:47:38.592" v="659" actId="20577"/>
        <pc:sldMkLst>
          <pc:docMk/>
          <pc:sldMk cId="159724933" sldId="4272"/>
        </pc:sldMkLst>
        <pc:spChg chg="mod">
          <ac:chgData name="Tate Wilson" userId="dd715062-ed57-4058-a014-95cd6b7000da" providerId="ADAL" clId="{ECC2427A-958D-48F4-91B3-1A337BB0DFE3}" dt="2026-05-28T18:05:12.240" v="259" actId="20577"/>
          <ac:spMkLst>
            <pc:docMk/>
            <pc:sldMk cId="159724933" sldId="4272"/>
            <ac:spMk id="3" creationId="{8E570E2B-A521-20E2-0FEB-D22E4136A735}"/>
          </ac:spMkLst>
        </pc:spChg>
        <pc:spChg chg="mod">
          <ac:chgData name="Tate Wilson" userId="dd715062-ed57-4058-a014-95cd6b7000da" providerId="ADAL" clId="{ECC2427A-958D-48F4-91B3-1A337BB0DFE3}" dt="2026-05-28T20:47:38.592" v="659" actId="20577"/>
          <ac:spMkLst>
            <pc:docMk/>
            <pc:sldMk cId="159724933" sldId="4272"/>
            <ac:spMk id="14" creationId="{C268EA0E-B4EE-E373-B01D-5A8296A5B1E8}"/>
          </ac:spMkLst>
        </pc:spChg>
        <pc:spChg chg="mod">
          <ac:chgData name="Tate Wilson" userId="dd715062-ed57-4058-a014-95cd6b7000da" providerId="ADAL" clId="{ECC2427A-958D-48F4-91B3-1A337BB0DFE3}" dt="2026-05-28T18:04:57.168" v="242" actId="20577"/>
          <ac:spMkLst>
            <pc:docMk/>
            <pc:sldMk cId="159724933" sldId="4272"/>
            <ac:spMk id="18" creationId="{560BF95E-74ED-E3A7-6168-0680555F2F9F}"/>
          </ac:spMkLst>
        </pc:spChg>
        <pc:spChg chg="mod">
          <ac:chgData name="Tate Wilson" userId="dd715062-ed57-4058-a014-95cd6b7000da" providerId="ADAL" clId="{ECC2427A-958D-48F4-91B3-1A337BB0DFE3}" dt="2026-05-28T18:04:40.157" v="230" actId="20577"/>
          <ac:spMkLst>
            <pc:docMk/>
            <pc:sldMk cId="159724933" sldId="4272"/>
            <ac:spMk id="25" creationId="{8D0F7FC0-295D-3E2C-EEC5-6583FA43407C}"/>
          </ac:spMkLst>
        </pc:spChg>
        <pc:spChg chg="mod">
          <ac:chgData name="Tate Wilson" userId="dd715062-ed57-4058-a014-95cd6b7000da" providerId="ADAL" clId="{ECC2427A-958D-48F4-91B3-1A337BB0DFE3}" dt="2026-05-28T18:04:43.681" v="232" actId="20577"/>
          <ac:spMkLst>
            <pc:docMk/>
            <pc:sldMk cId="159724933" sldId="4272"/>
            <ac:spMk id="36" creationId="{18D8D718-3AC8-6B61-A6C8-BDD537B588CD}"/>
          </ac:spMkLst>
        </pc:spChg>
        <pc:spChg chg="mod">
          <ac:chgData name="Tate Wilson" userId="dd715062-ed57-4058-a014-95cd6b7000da" providerId="ADAL" clId="{ECC2427A-958D-48F4-91B3-1A337BB0DFE3}" dt="2026-05-28T18:05:03.312" v="248" actId="20577"/>
          <ac:spMkLst>
            <pc:docMk/>
            <pc:sldMk cId="159724933" sldId="4272"/>
            <ac:spMk id="44" creationId="{A1B40AEA-3012-F2E5-FC92-41A5A7E9191F}"/>
          </ac:spMkLst>
        </pc:spChg>
        <pc:spChg chg="mod">
          <ac:chgData name="Tate Wilson" userId="dd715062-ed57-4058-a014-95cd6b7000da" providerId="ADAL" clId="{ECC2427A-958D-48F4-91B3-1A337BB0DFE3}" dt="2026-05-28T18:04:47.179" v="234" actId="20577"/>
          <ac:spMkLst>
            <pc:docMk/>
            <pc:sldMk cId="159724933" sldId="4272"/>
            <ac:spMk id="50" creationId="{DA9E7EB5-2D37-AC69-4261-81B5A24DE58A}"/>
          </ac:spMkLst>
        </pc:spChg>
        <pc:spChg chg="mod">
          <ac:chgData name="Tate Wilson" userId="dd715062-ed57-4058-a014-95cd6b7000da" providerId="ADAL" clId="{ECC2427A-958D-48F4-91B3-1A337BB0DFE3}" dt="2026-05-28T18:05:07.594" v="255" actId="20577"/>
          <ac:spMkLst>
            <pc:docMk/>
            <pc:sldMk cId="159724933" sldId="4272"/>
            <ac:spMk id="52" creationId="{95101C11-8CD3-53BF-BDC7-C81866CC4352}"/>
          </ac:spMkLst>
        </pc:spChg>
        <pc:spChg chg="mod">
          <ac:chgData name="Tate Wilson" userId="dd715062-ed57-4058-a014-95cd6b7000da" providerId="ADAL" clId="{ECC2427A-958D-48F4-91B3-1A337BB0DFE3}" dt="2026-05-28T18:04:50.267" v="236" actId="20577"/>
          <ac:spMkLst>
            <pc:docMk/>
            <pc:sldMk cId="159724933" sldId="4272"/>
            <ac:spMk id="57" creationId="{F77FA99E-D651-D394-9816-7782F9EC7E72}"/>
          </ac:spMkLst>
        </pc:spChg>
        <pc:spChg chg="mod">
          <ac:chgData name="Tate Wilson" userId="dd715062-ed57-4058-a014-95cd6b7000da" providerId="ADAL" clId="{ECC2427A-958D-48F4-91B3-1A337BB0DFE3}" dt="2026-05-28T18:05:09.458" v="256"/>
          <ac:spMkLst>
            <pc:docMk/>
            <pc:sldMk cId="159724933" sldId="4272"/>
            <ac:spMk id="2240" creationId="{77345182-53F9-59E0-DC80-DC71CCDB9033}"/>
          </ac:spMkLst>
        </pc:spChg>
      </pc:sldChg>
      <pc:sldMasterChg chg="modSldLayout">
        <pc:chgData name="Tate Wilson" userId="dd715062-ed57-4058-a014-95cd6b7000da" providerId="ADAL" clId="{ECC2427A-958D-48F4-91B3-1A337BB0DFE3}" dt="2026-05-28T18:04:01.162" v="199"/>
        <pc:sldMasterMkLst>
          <pc:docMk/>
          <pc:sldMasterMk cId="4131669179" sldId="2147483732"/>
        </pc:sldMasterMkLst>
        <pc:sldLayoutChg chg="addSp delSp modSp mod">
          <pc:chgData name="Tate Wilson" userId="dd715062-ed57-4058-a014-95cd6b7000da" providerId="ADAL" clId="{ECC2427A-958D-48F4-91B3-1A337BB0DFE3}" dt="2026-05-28T18:04:01.162" v="199"/>
          <pc:sldLayoutMkLst>
            <pc:docMk/>
            <pc:sldMasterMk cId="4131669179" sldId="2147483732"/>
            <pc:sldLayoutMk cId="1640211033" sldId="2147483733"/>
          </pc:sldLayoutMkLst>
          <pc:spChg chg="add del mod modVis">
            <ac:chgData name="Tate Wilson" userId="dd715062-ed57-4058-a014-95cd6b7000da" providerId="ADAL" clId="{ECC2427A-958D-48F4-91B3-1A337BB0DFE3}" dt="2026-05-28T18:04:01.162" v="192"/>
            <ac:spMkLst>
              <pc:docMk/>
              <pc:sldMasterMk cId="4131669179" sldId="2147483732"/>
              <pc:sldLayoutMk cId="1640211033" sldId="2147483733"/>
              <ac:spMk id="3" creationId="{19E6AF15-95CB-6840-E24C-1A57AA1CBC2C}"/>
            </ac:spMkLst>
          </pc:spChg>
          <pc:spChg chg="add mod modVis">
            <ac:chgData name="Tate Wilson" userId="dd715062-ed57-4058-a014-95cd6b7000da" providerId="ADAL" clId="{ECC2427A-958D-48F4-91B3-1A337BB0DFE3}" dt="2026-05-28T18:04:01.162" v="199"/>
            <ac:spMkLst>
              <pc:docMk/>
              <pc:sldMasterMk cId="4131669179" sldId="2147483732"/>
              <pc:sldLayoutMk cId="1640211033" sldId="2147483733"/>
              <ac:spMk id="4" creationId="{A7742205-BCB3-FDCA-D69A-80038ABB63C5}"/>
            </ac:spMkLst>
          </pc:spChg>
        </pc:sldLayoutChg>
        <pc:sldLayoutChg chg="addSp delSp modSp mod">
          <pc:chgData name="Tate Wilson" userId="dd715062-ed57-4058-a014-95cd6b7000da" providerId="ADAL" clId="{ECC2427A-958D-48F4-91B3-1A337BB0DFE3}" dt="2026-05-16T22:41:42.009" v="164"/>
          <pc:sldLayoutMkLst>
            <pc:docMk/>
            <pc:sldMasterMk cId="4131669179" sldId="2147483732"/>
            <pc:sldLayoutMk cId="3149587934" sldId="2147483734"/>
          </pc:sldLayoutMkLst>
          <pc:spChg chg="add mod modVis">
            <ac:chgData name="Tate Wilson" userId="dd715062-ed57-4058-a014-95cd6b7000da" providerId="ADAL" clId="{ECC2427A-958D-48F4-91B3-1A337BB0DFE3}" dt="2026-05-16T22:41:42.009" v="164"/>
            <ac:spMkLst>
              <pc:docMk/>
              <pc:sldMasterMk cId="4131669179" sldId="2147483732"/>
              <pc:sldLayoutMk cId="3149587934" sldId="2147483734"/>
              <ac:spMk id="4" creationId="{C2CA8E89-00EF-C267-8379-76E2A2A85AEA}"/>
            </ac:spMkLst>
          </pc:spChg>
        </pc:sldLayoutChg>
        <pc:sldLayoutChg chg="addSp delSp modSp mod">
          <pc:chgData name="Tate Wilson" userId="dd715062-ed57-4058-a014-95cd6b7000da" providerId="ADAL" clId="{ECC2427A-958D-48F4-91B3-1A337BB0DFE3}" dt="2026-05-28T18:03:47.494" v="190"/>
          <pc:sldLayoutMkLst>
            <pc:docMk/>
            <pc:sldMasterMk cId="4131669179" sldId="2147483732"/>
            <pc:sldLayoutMk cId="30528626" sldId="2147483741"/>
          </pc:sldLayoutMkLst>
          <pc:spChg chg="add mod modVis">
            <ac:chgData name="Tate Wilson" userId="dd715062-ed57-4058-a014-95cd6b7000da" providerId="ADAL" clId="{ECC2427A-958D-48F4-91B3-1A337BB0DFE3}" dt="2026-05-28T18:03:47.494" v="190"/>
            <ac:spMkLst>
              <pc:docMk/>
              <pc:sldMasterMk cId="4131669179" sldId="2147483732"/>
              <pc:sldLayoutMk cId="30528626" sldId="2147483741"/>
              <ac:spMk id="2" creationId="{26B8C178-DAEB-60E1-BECD-C223885D665F}"/>
            </ac:spMkLst>
          </pc:spChg>
          <pc:spChg chg="del">
            <ac:chgData name="Tate Wilson" userId="dd715062-ed57-4058-a014-95cd6b7000da" providerId="ADAL" clId="{ECC2427A-958D-48F4-91B3-1A337BB0DFE3}" dt="2026-05-28T18:03:47.478" v="183"/>
            <ac:spMkLst>
              <pc:docMk/>
              <pc:sldMasterMk cId="4131669179" sldId="2147483732"/>
              <pc:sldLayoutMk cId="30528626" sldId="2147483741"/>
              <ac:spMk id="3" creationId="{5C62EBE9-279B-FE49-8E91-279F4621B81D}"/>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8" y="4"/>
            <a:ext cx="3037455" cy="465940"/>
          </a:xfrm>
          <a:prstGeom prst="rect">
            <a:avLst/>
          </a:prstGeom>
        </p:spPr>
        <p:txBody>
          <a:bodyPr vert="horz" lIns="91332" tIns="45668" rIns="91332" bIns="45668" rtlCol="0"/>
          <a:lstStyle>
            <a:lvl1pPr algn="l">
              <a:defRPr sz="1200"/>
            </a:lvl1pPr>
          </a:lstStyle>
          <a:p>
            <a:endParaRPr lang="en-CA"/>
          </a:p>
        </p:txBody>
      </p:sp>
      <p:sp>
        <p:nvSpPr>
          <p:cNvPr id="3" name="Date Placeholder 2"/>
          <p:cNvSpPr>
            <a:spLocks noGrp="1"/>
          </p:cNvSpPr>
          <p:nvPr>
            <p:ph type="dt" sz="quarter" idx="1"/>
          </p:nvPr>
        </p:nvSpPr>
        <p:spPr>
          <a:xfrm>
            <a:off x="3971296" y="4"/>
            <a:ext cx="3037454" cy="465940"/>
          </a:xfrm>
          <a:prstGeom prst="rect">
            <a:avLst/>
          </a:prstGeom>
        </p:spPr>
        <p:txBody>
          <a:bodyPr vert="horz" lIns="91332" tIns="45668" rIns="91332" bIns="45668" rtlCol="0"/>
          <a:lstStyle>
            <a:lvl1pPr algn="r">
              <a:defRPr sz="1200"/>
            </a:lvl1pPr>
          </a:lstStyle>
          <a:p>
            <a:fld id="{9C8B1C08-F1AA-4564-9AA0-B0428DFEBCC3}" type="datetimeFigureOut">
              <a:rPr lang="en-CA" smtClean="0"/>
              <a:t>2026-05-28</a:t>
            </a:fld>
            <a:endParaRPr lang="en-CA"/>
          </a:p>
        </p:txBody>
      </p:sp>
      <p:sp>
        <p:nvSpPr>
          <p:cNvPr id="4" name="Footer Placeholder 3"/>
          <p:cNvSpPr>
            <a:spLocks noGrp="1"/>
          </p:cNvSpPr>
          <p:nvPr>
            <p:ph type="ftr" sz="quarter" idx="2"/>
          </p:nvPr>
        </p:nvSpPr>
        <p:spPr>
          <a:xfrm>
            <a:off x="8" y="8830462"/>
            <a:ext cx="3037455" cy="465940"/>
          </a:xfrm>
          <a:prstGeom prst="rect">
            <a:avLst/>
          </a:prstGeom>
        </p:spPr>
        <p:txBody>
          <a:bodyPr vert="horz" lIns="91332" tIns="45668" rIns="91332" bIns="45668" rtlCol="0" anchor="b"/>
          <a:lstStyle>
            <a:lvl1pPr algn="l">
              <a:defRPr sz="1200"/>
            </a:lvl1pPr>
          </a:lstStyle>
          <a:p>
            <a:endParaRPr lang="en-CA"/>
          </a:p>
        </p:txBody>
      </p:sp>
      <p:sp>
        <p:nvSpPr>
          <p:cNvPr id="5" name="Slide Number Placeholder 4"/>
          <p:cNvSpPr>
            <a:spLocks noGrp="1"/>
          </p:cNvSpPr>
          <p:nvPr>
            <p:ph type="sldNum" sz="quarter" idx="3"/>
          </p:nvPr>
        </p:nvSpPr>
        <p:spPr>
          <a:xfrm>
            <a:off x="3971296" y="8830462"/>
            <a:ext cx="3037454" cy="465940"/>
          </a:xfrm>
          <a:prstGeom prst="rect">
            <a:avLst/>
          </a:prstGeom>
        </p:spPr>
        <p:txBody>
          <a:bodyPr vert="horz" lIns="91332" tIns="45668" rIns="91332" bIns="45668" rtlCol="0" anchor="b"/>
          <a:lstStyle>
            <a:lvl1pPr algn="r">
              <a:defRPr sz="1200"/>
            </a:lvl1pPr>
          </a:lstStyle>
          <a:p>
            <a:fld id="{845DC737-5FD1-46B5-83FD-B0B914E42D7E}" type="slidenum">
              <a:rPr lang="en-CA" smtClean="0"/>
              <a:t>‹#›</a:t>
            </a:fld>
            <a:endParaRPr lang="en-CA"/>
          </a:p>
        </p:txBody>
      </p:sp>
    </p:spTree>
    <p:extLst>
      <p:ext uri="{BB962C8B-B14F-4D97-AF65-F5344CB8AC3E}">
        <p14:creationId xmlns:p14="http://schemas.microsoft.com/office/powerpoint/2010/main" val="3747162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8"/>
            <a:ext cx="3037840" cy="466435"/>
          </a:xfrm>
          <a:prstGeom prst="rect">
            <a:avLst/>
          </a:prstGeom>
        </p:spPr>
        <p:txBody>
          <a:bodyPr vert="horz" lIns="91332" tIns="45668" rIns="91332" bIns="45668" rtlCol="0"/>
          <a:lstStyle>
            <a:lvl1pPr algn="l">
              <a:defRPr sz="1200"/>
            </a:lvl1pPr>
          </a:lstStyle>
          <a:p>
            <a:endParaRPr lang="en-GB"/>
          </a:p>
        </p:txBody>
      </p:sp>
      <p:sp>
        <p:nvSpPr>
          <p:cNvPr id="3" name="Date Placeholder 2"/>
          <p:cNvSpPr>
            <a:spLocks noGrp="1"/>
          </p:cNvSpPr>
          <p:nvPr>
            <p:ph type="dt" idx="1"/>
          </p:nvPr>
        </p:nvSpPr>
        <p:spPr>
          <a:xfrm>
            <a:off x="3970940" y="8"/>
            <a:ext cx="3037840" cy="466435"/>
          </a:xfrm>
          <a:prstGeom prst="rect">
            <a:avLst/>
          </a:prstGeom>
        </p:spPr>
        <p:txBody>
          <a:bodyPr vert="horz" lIns="91332" tIns="45668" rIns="91332" bIns="45668" rtlCol="0"/>
          <a:lstStyle>
            <a:lvl1pPr algn="r">
              <a:defRPr sz="1200"/>
            </a:lvl1pPr>
          </a:lstStyle>
          <a:p>
            <a:fld id="{FFADE769-198B-4FAE-A652-4630BFFFA7EA}" type="datetimeFigureOut">
              <a:rPr lang="en-GB" smtClean="0"/>
              <a:t>28/05/2026</a:t>
            </a:fld>
            <a:endParaRPr lang="en-GB"/>
          </a:p>
        </p:txBody>
      </p:sp>
      <p:sp>
        <p:nvSpPr>
          <p:cNvPr id="4" name="Slide Image Placeholder 3"/>
          <p:cNvSpPr>
            <a:spLocks noGrp="1" noRot="1" noChangeAspect="1"/>
          </p:cNvSpPr>
          <p:nvPr>
            <p:ph type="sldImg" idx="2"/>
          </p:nvPr>
        </p:nvSpPr>
        <p:spPr>
          <a:xfrm>
            <a:off x="1414463" y="1162050"/>
            <a:ext cx="4181475" cy="3136900"/>
          </a:xfrm>
          <a:prstGeom prst="rect">
            <a:avLst/>
          </a:prstGeom>
          <a:noFill/>
          <a:ln w="12700">
            <a:solidFill>
              <a:prstClr val="black"/>
            </a:solidFill>
          </a:ln>
        </p:spPr>
        <p:txBody>
          <a:bodyPr vert="horz" lIns="91332" tIns="45668" rIns="91332" bIns="45668" rtlCol="0" anchor="ctr"/>
          <a:lstStyle/>
          <a:p>
            <a:endParaRPr lang="en-GB"/>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1332" tIns="45668" rIns="91332" bIns="45668"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829967"/>
            <a:ext cx="3037840" cy="466434"/>
          </a:xfrm>
          <a:prstGeom prst="rect">
            <a:avLst/>
          </a:prstGeom>
        </p:spPr>
        <p:txBody>
          <a:bodyPr vert="horz" lIns="91332" tIns="45668" rIns="91332" bIns="45668" rtlCol="0" anchor="b"/>
          <a:lstStyle>
            <a:lvl1pPr algn="l">
              <a:defRPr sz="1200"/>
            </a:lvl1pPr>
          </a:lstStyle>
          <a:p>
            <a:endParaRPr lang="en-GB"/>
          </a:p>
        </p:txBody>
      </p:sp>
      <p:sp>
        <p:nvSpPr>
          <p:cNvPr id="7" name="Slide Number Placeholder 6"/>
          <p:cNvSpPr>
            <a:spLocks noGrp="1"/>
          </p:cNvSpPr>
          <p:nvPr>
            <p:ph type="sldNum" sz="quarter" idx="5"/>
          </p:nvPr>
        </p:nvSpPr>
        <p:spPr>
          <a:xfrm>
            <a:off x="3970940" y="8829967"/>
            <a:ext cx="3037840" cy="466434"/>
          </a:xfrm>
          <a:prstGeom prst="rect">
            <a:avLst/>
          </a:prstGeom>
        </p:spPr>
        <p:txBody>
          <a:bodyPr vert="horz" lIns="91332" tIns="45668" rIns="91332" bIns="45668" rtlCol="0" anchor="b"/>
          <a:lstStyle>
            <a:lvl1pPr algn="r">
              <a:defRPr sz="1200"/>
            </a:lvl1pPr>
          </a:lstStyle>
          <a:p>
            <a:fld id="{5BE1016A-D413-403C-A974-2E06FD2162DF}" type="slidenum">
              <a:rPr lang="en-GB" smtClean="0"/>
              <a:t>‹#›</a:t>
            </a:fld>
            <a:endParaRPr lang="en-GB"/>
          </a:p>
        </p:txBody>
      </p:sp>
    </p:spTree>
    <p:extLst>
      <p:ext uri="{BB962C8B-B14F-4D97-AF65-F5344CB8AC3E}">
        <p14:creationId xmlns:p14="http://schemas.microsoft.com/office/powerpoint/2010/main" val="213267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5BE1016A-D413-403C-A974-2E06FD2162DF}" type="slidenum">
              <a:rPr lang="en-GB" smtClean="0"/>
              <a:t>0</a:t>
            </a:fld>
            <a:endParaRPr lang="en-GB"/>
          </a:p>
        </p:txBody>
      </p:sp>
    </p:spTree>
    <p:extLst>
      <p:ext uri="{BB962C8B-B14F-4D97-AF65-F5344CB8AC3E}">
        <p14:creationId xmlns:p14="http://schemas.microsoft.com/office/powerpoint/2010/main" val="20427369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C98BE-1DAE-803B-4AD8-F78FFF99BB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4A4878-696D-9F16-46E5-6254CF07D3D8}"/>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76888C39-473E-C1EB-0B54-44938A3BD92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60BBD84-BA04-D3B3-451D-0374A94907E6}"/>
              </a:ext>
            </a:extLst>
          </p:cNvPr>
          <p:cNvSpPr>
            <a:spLocks noGrp="1"/>
          </p:cNvSpPr>
          <p:nvPr>
            <p:ph type="sldNum" sz="quarter" idx="5"/>
          </p:nvPr>
        </p:nvSpPr>
        <p:spPr/>
        <p:txBody>
          <a:bodyPr/>
          <a:lstStyle/>
          <a:p>
            <a:fld id="{5BE1016A-D413-403C-A974-2E06FD2162DF}" type="slidenum">
              <a:rPr lang="en-GB" smtClean="0"/>
              <a:t>3</a:t>
            </a:fld>
            <a:endParaRPr lang="en-GB"/>
          </a:p>
        </p:txBody>
      </p:sp>
    </p:spTree>
    <p:extLst>
      <p:ext uri="{BB962C8B-B14F-4D97-AF65-F5344CB8AC3E}">
        <p14:creationId xmlns:p14="http://schemas.microsoft.com/office/powerpoint/2010/main" val="19631622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BD35D-10DE-7CF6-275A-5A30251E2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BFC4E9-2952-5A94-ADBC-C4CE1882B9B7}"/>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C14340C2-AC01-1A81-9EFF-451122D023C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879F205-3B87-C3C7-5A9C-21ED3D11B714}"/>
              </a:ext>
            </a:extLst>
          </p:cNvPr>
          <p:cNvSpPr>
            <a:spLocks noGrp="1"/>
          </p:cNvSpPr>
          <p:nvPr>
            <p:ph type="sldNum" sz="quarter" idx="5"/>
          </p:nvPr>
        </p:nvSpPr>
        <p:spPr/>
        <p:txBody>
          <a:bodyPr/>
          <a:lstStyle/>
          <a:p>
            <a:fld id="{5BE1016A-D413-403C-A974-2E06FD2162DF}" type="slidenum">
              <a:rPr lang="en-GB" smtClean="0"/>
              <a:t>4</a:t>
            </a:fld>
            <a:endParaRPr lang="en-GB"/>
          </a:p>
        </p:txBody>
      </p:sp>
    </p:spTree>
    <p:extLst>
      <p:ext uri="{BB962C8B-B14F-4D97-AF65-F5344CB8AC3E}">
        <p14:creationId xmlns:p14="http://schemas.microsoft.com/office/powerpoint/2010/main" val="20043070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a:t>Arr 2021 March: $20.963</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BE1016A-D413-403C-A974-2E06FD2162DF}"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5740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1A817-5322-47DA-EDEB-8AC82340D8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BA69E-3F7C-5290-EA1F-6BD3BB6CDAF8}"/>
              </a:ext>
            </a:extLst>
          </p:cNvPr>
          <p:cNvSpPr>
            <a:spLocks noGrp="1" noRot="1" noChangeAspect="1"/>
          </p:cNvSpPr>
          <p:nvPr>
            <p:ph type="sldImg"/>
          </p:nvPr>
        </p:nvSpPr>
        <p:spPr/>
        <p:txBody>
          <a:bodyPr/>
          <a:lstStyle/>
          <a:p>
            <a:endParaRPr lang="en-CA" dirty="0"/>
          </a:p>
        </p:txBody>
      </p:sp>
      <p:sp>
        <p:nvSpPr>
          <p:cNvPr id="3" name="Notes Placeholder 2">
            <a:extLst>
              <a:ext uri="{FF2B5EF4-FFF2-40B4-BE49-F238E27FC236}">
                <a16:creationId xmlns:a16="http://schemas.microsoft.com/office/drawing/2014/main" id="{1E137C5E-BA08-3B2A-FFFA-8F087BCC20D8}"/>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ED9EABF1-ED24-F5DC-91F5-2844DFE1FAA8}"/>
              </a:ext>
            </a:extLst>
          </p:cNvPr>
          <p:cNvSpPr>
            <a:spLocks noGrp="1"/>
          </p:cNvSpPr>
          <p:nvPr>
            <p:ph type="sldNum" sz="quarter" idx="5"/>
          </p:nvPr>
        </p:nvSpPr>
        <p:spPr/>
        <p:txBody>
          <a:bodyPr/>
          <a:lstStyle/>
          <a:p>
            <a:fld id="{5BE1016A-D413-403C-A974-2E06FD2162DF}" type="slidenum">
              <a:rPr lang="en-GB" smtClean="0"/>
              <a:t>7</a:t>
            </a:fld>
            <a:endParaRPr lang="en-GB" dirty="0"/>
          </a:p>
        </p:txBody>
      </p:sp>
    </p:spTree>
    <p:extLst>
      <p:ext uri="{BB962C8B-B14F-4D97-AF65-F5344CB8AC3E}">
        <p14:creationId xmlns:p14="http://schemas.microsoft.com/office/powerpoint/2010/main" val="21573148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9EF-947A-CF5B-8D53-AA4601616F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3613F-B8DE-5939-9A98-2D93228CDA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C4E091-A15F-25B8-C241-256E60D24DE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7FA6EC52-0625-9B3E-58E9-3364A094AF28}"/>
              </a:ext>
            </a:extLst>
          </p:cNvPr>
          <p:cNvSpPr>
            <a:spLocks noGrp="1"/>
          </p:cNvSpPr>
          <p:nvPr>
            <p:ph type="sldNum" sz="quarter" idx="5"/>
          </p:nvPr>
        </p:nvSpPr>
        <p:spPr/>
        <p:txBody>
          <a:bodyPr/>
          <a:lstStyle/>
          <a:p>
            <a:fld id="{5BE1016A-D413-403C-A974-2E06FD2162DF}" type="slidenum">
              <a:rPr lang="en-GB" smtClean="0"/>
              <a:t>9</a:t>
            </a:fld>
            <a:endParaRPr lang="en-GB"/>
          </a:p>
        </p:txBody>
      </p:sp>
    </p:spTree>
    <p:extLst>
      <p:ext uri="{BB962C8B-B14F-4D97-AF65-F5344CB8AC3E}">
        <p14:creationId xmlns:p14="http://schemas.microsoft.com/office/powerpoint/2010/main" val="35148259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5BE1016A-D413-403C-A974-2E06FD2162DF}" type="slidenum">
              <a:rPr lang="en-GB" smtClean="0"/>
              <a:t>10</a:t>
            </a:fld>
            <a:endParaRPr lang="en-GB"/>
          </a:p>
        </p:txBody>
      </p:sp>
    </p:spTree>
    <p:extLst>
      <p:ext uri="{BB962C8B-B14F-4D97-AF65-F5344CB8AC3E}">
        <p14:creationId xmlns:p14="http://schemas.microsoft.com/office/powerpoint/2010/main" val="10083274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78DFE-74AE-4CD9-5617-22B240D42C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A7EEA-A34E-15E1-BF6F-59AD659BE11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CB489CE-BF3F-DE00-D2D0-301302E9A74D}"/>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37ABB40-8750-EE09-D938-79DA1BED510E}"/>
              </a:ext>
            </a:extLst>
          </p:cNvPr>
          <p:cNvSpPr>
            <a:spLocks noGrp="1"/>
          </p:cNvSpPr>
          <p:nvPr>
            <p:ph type="sldNum" sz="quarter" idx="5"/>
          </p:nvPr>
        </p:nvSpPr>
        <p:spPr/>
        <p:txBody>
          <a:bodyPr/>
          <a:lstStyle/>
          <a:p>
            <a:fld id="{6C9A846F-B28C-4F87-B8A7-3AD5C1A97D5B}" type="slidenum">
              <a:rPr lang="en-CA" smtClean="0"/>
              <a:t>11</a:t>
            </a:fld>
            <a:endParaRPr lang="en-CA"/>
          </a:p>
        </p:txBody>
      </p:sp>
    </p:spTree>
    <p:extLst>
      <p:ext uri="{BB962C8B-B14F-4D97-AF65-F5344CB8AC3E}">
        <p14:creationId xmlns:p14="http://schemas.microsoft.com/office/powerpoint/2010/main" val="21588425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8AB50-E997-1713-5CF7-D193146427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6102E0-6EB2-B0D1-FA39-C7934C389EEE}"/>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8E1317B0-0B8F-4761-BB70-3FEF4DE5BD77}"/>
              </a:ext>
            </a:extLst>
          </p:cNvPr>
          <p:cNvSpPr>
            <a:spLocks noGrp="1"/>
          </p:cNvSpPr>
          <p:nvPr>
            <p:ph type="body" idx="1"/>
          </p:nvPr>
        </p:nvSpPr>
        <p:spPr/>
        <p:txBody>
          <a:bodyPr/>
          <a:lstStyle/>
          <a:p>
            <a:r>
              <a:rPr lang="en-CA" b="1" u="sng"/>
              <a:t>Please include sources for each stat below:</a:t>
            </a:r>
          </a:p>
          <a:p>
            <a:endParaRPr lang="en-CA" b="1" u="sng"/>
          </a:p>
          <a:p>
            <a:pPr marL="171450" indent="-171450">
              <a:buFontTx/>
              <a:buChar char="-"/>
            </a:pPr>
            <a:r>
              <a:rPr lang="en-CA" b="0" u="none"/>
              <a:t>APR: https://www.kueski.com/blog/que-es-el-cat </a:t>
            </a:r>
          </a:p>
          <a:p>
            <a:pPr marL="171450" indent="-171450">
              <a:buFontTx/>
              <a:buChar char="-"/>
            </a:pPr>
            <a:r>
              <a:rPr lang="en-CA" b="0" u="none"/>
              <a:t>Loan Size: https://www.kueski.com/</a:t>
            </a:r>
          </a:p>
          <a:p>
            <a:pPr marL="171450" indent="-171450">
              <a:buFontTx/>
              <a:buChar char="-"/>
            </a:pPr>
            <a:r>
              <a:rPr lang="en-CA" b="0" u="none"/>
              <a:t>Loan term: https://preguntas.frecuentes.kueski.com/hc/es/articles/10724843777563--Cu%C3%A1les-son-las-caracter%C3%ADsticas-del-pr%C3%A9stamo</a:t>
            </a:r>
          </a:p>
          <a:p>
            <a:pPr marL="171450" indent="-171450">
              <a:buFontTx/>
              <a:buChar char="-"/>
            </a:pPr>
            <a:endParaRPr lang="en-CA" b="0" u="none"/>
          </a:p>
          <a:p>
            <a:pPr marL="171450" indent="-171450">
              <a:buFontTx/>
              <a:buChar char="-"/>
            </a:pPr>
            <a:endParaRPr lang="en-CA" b="0" u="none"/>
          </a:p>
          <a:p>
            <a:pPr marL="0" indent="0">
              <a:buFontTx/>
              <a:buNone/>
            </a:pPr>
            <a:r>
              <a:rPr lang="en-CA" b="0" u="none" err="1"/>
              <a:t>Baubap</a:t>
            </a:r>
            <a:r>
              <a:rPr lang="en-CA" b="0" u="none"/>
              <a:t>:</a:t>
            </a:r>
          </a:p>
          <a:p>
            <a:pPr marL="171450" indent="-171450">
              <a:buFontTx/>
              <a:buChar char="-"/>
            </a:pPr>
            <a:r>
              <a:rPr lang="en-CA" b="0" u="none"/>
              <a:t>Loan Size &amp; Term &amp; APR: https://www.baubap.com/</a:t>
            </a:r>
          </a:p>
        </p:txBody>
      </p:sp>
      <p:sp>
        <p:nvSpPr>
          <p:cNvPr id="4" name="Slide Number Placeholder 3">
            <a:extLst>
              <a:ext uri="{FF2B5EF4-FFF2-40B4-BE49-F238E27FC236}">
                <a16:creationId xmlns:a16="http://schemas.microsoft.com/office/drawing/2014/main" id="{555EB309-F381-35B3-2A2C-5F1D69B8E651}"/>
              </a:ext>
            </a:extLst>
          </p:cNvPr>
          <p:cNvSpPr>
            <a:spLocks noGrp="1"/>
          </p:cNvSpPr>
          <p:nvPr>
            <p:ph type="sldNum" sz="quarter" idx="5"/>
          </p:nvPr>
        </p:nvSpPr>
        <p:spPr/>
        <p:txBody>
          <a:bodyPr/>
          <a:lstStyle/>
          <a:p>
            <a:fld id="{6C9A846F-B28C-4F87-B8A7-3AD5C1A97D5B}" type="slidenum">
              <a:rPr lang="en-CA" smtClean="0"/>
              <a:t>12</a:t>
            </a:fld>
            <a:endParaRPr lang="en-CA"/>
          </a:p>
        </p:txBody>
      </p:sp>
    </p:spTree>
    <p:extLst>
      <p:ext uri="{BB962C8B-B14F-4D97-AF65-F5344CB8AC3E}">
        <p14:creationId xmlns:p14="http://schemas.microsoft.com/office/powerpoint/2010/main" val="305657399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6.xml"/></Relationships>
</file>

<file path=ppt/slideLayouts/_rels/slideLayout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7.xml"/></Relationships>
</file>

<file path=ppt/slideLayouts/_rels/slideLayout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8.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3F53A69D-F6AE-4E2B-BE32-1F80AC2C1B92}"/>
              </a:ext>
            </a:extLst>
          </p:cNvPr>
          <p:cNvSpPr/>
          <p:nvPr>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ctrTitle"/>
          </p:nvPr>
        </p:nvSpPr>
        <p:spPr>
          <a:xfrm>
            <a:off x="685800" y="1122363"/>
            <a:ext cx="7772400" cy="2387600"/>
          </a:xfrm>
          <a:prstGeom prst="rect">
            <a:avLst/>
          </a:prstGeom>
        </p:spPr>
        <p:txBody>
          <a:bodyPr anchor="b"/>
          <a:lstStyle>
            <a:lvl1pPr algn="ctr">
              <a:defRPr sz="6000">
                <a:latin typeface="Corbel" panose="020B0503020204020204" pitchFamily="34" charset="0"/>
              </a:defRPr>
            </a:lvl1pPr>
          </a:lstStyle>
          <a:p>
            <a:r>
              <a:rPr lang="en-US"/>
              <a:t>Click to edit Master title style</a:t>
            </a:r>
          </a:p>
        </p:txBody>
      </p:sp>
      <p:sp>
        <p:nvSpPr>
          <p:cNvPr id="3" name="Subtitle 2"/>
          <p:cNvSpPr>
            <a:spLocks noGrp="1"/>
          </p:cNvSpPr>
          <p:nvPr>
            <p:ph type="subTitle" idx="1"/>
          </p:nvPr>
        </p:nvSpPr>
        <p:spPr>
          <a:xfrm>
            <a:off x="1143000" y="3602038"/>
            <a:ext cx="6858000" cy="1655762"/>
          </a:xfrm>
          <a:prstGeom prst="rect">
            <a:avLst/>
          </a:prstGeom>
        </p:spPr>
        <p:txBody>
          <a:bodyPr/>
          <a:lstStyle>
            <a:lvl1pPr marL="0" indent="0" algn="ctr">
              <a:buNone/>
              <a:defRPr sz="2400">
                <a:latin typeface="Aharoni" panose="02010803020104030203" pitchFamily="2" charset="-79"/>
                <a:cs typeface="Aharoni" panose="02010803020104030203" pitchFamily="2" charset="-79"/>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4396603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2_Main">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C354CE9-ECB8-4308-7F3B-2CD677C2A3DC}"/>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title"/>
          </p:nvPr>
        </p:nvSpPr>
        <p:spPr/>
        <p:txBody>
          <a:body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dirty="0"/>
          </a:p>
        </p:txBody>
      </p:sp>
      <p:sp>
        <p:nvSpPr>
          <p:cNvPr id="7" name="Do not remove" hidden="1">
            <a:extLst>
              <a:ext uri="{FF2B5EF4-FFF2-40B4-BE49-F238E27FC236}">
                <a16:creationId xmlns:a16="http://schemas.microsoft.com/office/drawing/2014/main" id="{E466B689-69FE-43AE-8ED6-B69399E87DB2}"/>
              </a:ext>
            </a:extLst>
          </p:cNvPr>
          <p:cNvSpPr/>
          <p:nvPr userDrawn="1">
            <p:custDataLst>
              <p:tags r:id="rId2"/>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9931847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A4E07880-3323-655B-4623-79B6F8B30120}"/>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49004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ain">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A7742205-BCB3-FDCA-D69A-80038ABB63C5}"/>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defRPr sz="2200"/>
            </a:lvl1p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2"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4" name="Straight Connector 13"/>
          <p:cNvCxnSpPr>
            <a:cxnSpLocks/>
          </p:cNvCxnSpPr>
          <p:nvPr/>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0211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With Taglin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C2CA8E89-00EF-C267-8379-76E2A2A85AEA}"/>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55606"/>
            <a:ext cx="8408988" cy="492150"/>
          </a:xfrm>
          <a:prstGeom prst="rect">
            <a:avLst/>
          </a:prstGeom>
        </p:spPr>
        <p:txBody>
          <a:bodyPr vert="horz" lIns="91440" tIns="45720" rIns="91440" bIns="45720" rtlCol="0" anchor="ctr">
            <a:noAutofit/>
          </a:bodyPr>
          <a:lstStyle>
            <a:lvl1pPr algn="ctr">
              <a:lnSpc>
                <a:spcPct val="110000"/>
              </a:lnSpc>
              <a:spcBef>
                <a:spcPts val="600"/>
              </a:spcBef>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14460"/>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9587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26B8C178-DAEB-60E1-BECD-C223885D665F}"/>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286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slideLayout" Target="../slideLayouts/slideLayout5.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69024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961EF2-D691-475A-8925-921775980BFF}" type="slidenum">
              <a:rPr lang="en-US" smtClean="0"/>
              <a:t>‹#›</a:t>
            </a:fld>
            <a:endParaRPr lang="en-US"/>
          </a:p>
        </p:txBody>
      </p:sp>
      <p:sp>
        <p:nvSpPr>
          <p:cNvPr id="7" name="Rounded Rectangle 6"/>
          <p:cNvSpPr/>
          <p:nvPr/>
        </p:nvSpPr>
        <p:spPr>
          <a:xfrm>
            <a:off x="324000" y="1730374"/>
            <a:ext cx="8496000" cy="1063626"/>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9" name="Straight Connector 8"/>
          <p:cNvCxnSpPr/>
          <p:nvPr/>
        </p:nvCxnSpPr>
        <p:spPr>
          <a:xfrm>
            <a:off x="341070" y="6237923"/>
            <a:ext cx="8496000" cy="0"/>
          </a:xfrm>
          <a:prstGeom prst="line">
            <a:avLst/>
          </a:prstGeom>
          <a:ln w="44450" cmpd="dbl">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4551492"/>
      </p:ext>
    </p:extLst>
  </p:cSld>
  <p:clrMap bg1="lt1" tx1="dk1" bg2="lt2" tx2="dk2" accent1="accent1" accent2="accent2" accent3="accent3" accent4="accent4" accent5="accent5" accent6="accent6" hlink="hlink" folHlink="folHlink"/>
  <p:sldLayoutIdLst>
    <p:sldLayoutId id="2147483719" r:id="rId1"/>
    <p:sldLayoutId id="2147483739" r:id="rId2"/>
    <p:sldLayoutId id="2147483740" r:id="rId3"/>
  </p:sldLayoutIdLst>
  <p:hf hdr="0" ftr="0" dt="0"/>
  <p:txStyles>
    <p:titleStyle>
      <a:lvl1pPr algn="l" defTabSz="914400" rtl="0" eaLnBrk="1" latinLnBrk="0" hangingPunct="1">
        <a:lnSpc>
          <a:spcPct val="90000"/>
        </a:lnSpc>
        <a:spcBef>
          <a:spcPct val="0"/>
        </a:spcBef>
        <a:buNone/>
        <a:defRPr sz="3600" kern="1200">
          <a:solidFill>
            <a:schemeClr val="bg2">
              <a:lumMod val="25000"/>
            </a:schemeClr>
          </a:solidFill>
          <a:latin typeface="Century Gothic" panose="020B0502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9832" y="116475"/>
            <a:ext cx="8577386" cy="878890"/>
          </a:xfrm>
          <a:prstGeom prst="rect">
            <a:avLst/>
          </a:prstGeom>
        </p:spPr>
        <p:txBody>
          <a:bodyPr vert="horz" lIns="91440" tIns="45720" rIns="91440" bIns="45720" rtlCol="0" anchor="b">
            <a:normAutofit/>
          </a:bodyPr>
          <a:lstStyle/>
          <a:p>
            <a:r>
              <a:rPr lang="en-US" dirty="0"/>
              <a:t>Click to edit Master title style</a:t>
            </a:r>
            <a:endParaRPr lang="en-CA" dirty="0"/>
          </a:p>
        </p:txBody>
      </p:sp>
      <p:sp>
        <p:nvSpPr>
          <p:cNvPr id="6" name="Slide Number Placeholder 5"/>
          <p:cNvSpPr>
            <a:spLocks noGrp="1"/>
          </p:cNvSpPr>
          <p:nvPr>
            <p:ph type="sldNum" sz="quarter" idx="4"/>
          </p:nvPr>
        </p:nvSpPr>
        <p:spPr>
          <a:xfrm>
            <a:off x="6829184" y="6453241"/>
            <a:ext cx="2057400" cy="365125"/>
          </a:xfrm>
          <a:prstGeom prst="rect">
            <a:avLst/>
          </a:prstGeom>
        </p:spPr>
        <p:txBody>
          <a:bodyPr vert="horz" lIns="91440" tIns="45720" rIns="91440" bIns="45720" rtlCol="0" anchor="ctr" anchorCtr="0"/>
          <a:lstStyle>
            <a:lvl1pPr algn="r">
              <a:defRPr sz="1200">
                <a:solidFill>
                  <a:schemeClr val="tx1"/>
                </a:solidFill>
                <a:latin typeface="Palatino Linotype" panose="02040502050505030304" pitchFamily="18" charset="0"/>
              </a:defRPr>
            </a:lvl1pPr>
          </a:lstStyle>
          <a:p>
            <a:fld id="{B0BBF262-6B1A-47DC-B7A7-A92B0DCA2A1B}" type="slidenum">
              <a:rPr lang="en-CA" smtClean="0"/>
              <a:pPr/>
              <a:t>‹#›</a:t>
            </a:fld>
            <a:endParaRPr lang="en-CA"/>
          </a:p>
        </p:txBody>
      </p:sp>
      <p:cxnSp>
        <p:nvCxnSpPr>
          <p:cNvPr id="7" name="Straight Connector 6"/>
          <p:cNvCxnSpPr/>
          <p:nvPr/>
        </p:nvCxnSpPr>
        <p:spPr>
          <a:xfrm>
            <a:off x="324000" y="6380163"/>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24000" y="979322"/>
            <a:ext cx="8496000" cy="0"/>
          </a:xfrm>
          <a:prstGeom prst="line">
            <a:avLst/>
          </a:prstGeom>
          <a:ln w="19050" cmpd="sng">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a:blip r:embed="rId5"/>
          <a:srcRect/>
          <a:stretch/>
        </p:blipFill>
        <p:spPr>
          <a:xfrm>
            <a:off x="344180" y="6498666"/>
            <a:ext cx="1155537" cy="270527"/>
          </a:xfrm>
          <a:prstGeom prst="rect">
            <a:avLst/>
          </a:prstGeom>
        </p:spPr>
      </p:pic>
      <p:sp>
        <p:nvSpPr>
          <p:cNvPr id="9" name="TextBox 8">
            <a:extLst>
              <a:ext uri="{FF2B5EF4-FFF2-40B4-BE49-F238E27FC236}">
                <a16:creationId xmlns:a16="http://schemas.microsoft.com/office/drawing/2014/main" id="{6E4CABA8-7974-4CAD-96D6-FF89732A1BF1}"/>
              </a:ext>
            </a:extLst>
          </p:cNvPr>
          <p:cNvSpPr txBox="1"/>
          <p:nvPr/>
        </p:nvSpPr>
        <p:spPr>
          <a:xfrm>
            <a:off x="3399817" y="144618"/>
            <a:ext cx="2344366" cy="276999"/>
          </a:xfrm>
          <a:prstGeom prst="rect">
            <a:avLst/>
          </a:prstGeom>
          <a:noFill/>
        </p:spPr>
        <p:txBody>
          <a:bodyPr wrap="square" rtlCol="0">
            <a:spAutoFit/>
          </a:bodyPr>
          <a:lstStyle/>
          <a:p>
            <a:pPr algn="ctr"/>
            <a:r>
              <a:rPr lang="en-CA" sz="1200" i="1">
                <a:solidFill>
                  <a:schemeClr val="tx1"/>
                </a:solidFill>
                <a:latin typeface="Palatino Linotype" panose="02040502050505030304" pitchFamily="18" charset="0"/>
                <a:cs typeface="Arial" panose="020B0604020202020204" pitchFamily="34" charset="0"/>
              </a:rPr>
              <a:t>Private &amp; Confidential</a:t>
            </a:r>
          </a:p>
        </p:txBody>
      </p:sp>
      <p:cxnSp>
        <p:nvCxnSpPr>
          <p:cNvPr id="3" name="Straight Connector 2">
            <a:extLst>
              <a:ext uri="{FF2B5EF4-FFF2-40B4-BE49-F238E27FC236}">
                <a16:creationId xmlns:a16="http://schemas.microsoft.com/office/drawing/2014/main" id="{158B65CF-88AB-1F68-463F-3AC88A44BBA2}"/>
              </a:ext>
            </a:extLst>
          </p:cNvPr>
          <p:cNvCxnSpPr>
            <a:cxnSpLocks/>
          </p:cNvCxnSpPr>
          <p:nvPr userDrawn="1"/>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669179"/>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41" r:id="rId3"/>
  </p:sldLayoutIdLst>
  <p:txStyles>
    <p:titleStyle>
      <a:lvl1pPr algn="l" defTabSz="914400" rtl="0" eaLnBrk="1" latinLnBrk="0" hangingPunct="1">
        <a:lnSpc>
          <a:spcPct val="90000"/>
        </a:lnSpc>
        <a:spcBef>
          <a:spcPct val="0"/>
        </a:spcBef>
        <a:buNone/>
        <a:defRPr sz="2200" b="1" kern="1200" baseline="0">
          <a:solidFill>
            <a:schemeClr val="tx1"/>
          </a:solidFill>
          <a:latin typeface="Palatino Linotype" panose="02040502050505030304" pitchFamily="18" charset="0"/>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9.xml"/></Relationships>
</file>

<file path=ppt/slides/_rels/slide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svg"/><Relationship Id="rId7" Type="http://schemas.openxmlformats.org/officeDocument/2006/relationships/image" Target="../media/image8.svg"/><Relationship Id="rId12" Type="http://schemas.openxmlformats.org/officeDocument/2006/relationships/image" Target="../media/image13.svg"/><Relationship Id="rId2" Type="http://schemas.openxmlformats.org/officeDocument/2006/relationships/image" Target="../media/image3.svg"/><Relationship Id="rId1" Type="http://schemas.openxmlformats.org/officeDocument/2006/relationships/slideLayout" Target="../slideLayouts/slideLayout4.xml"/><Relationship Id="rId6" Type="http://schemas.openxmlformats.org/officeDocument/2006/relationships/image" Target="../media/image7.svg"/><Relationship Id="rId11" Type="http://schemas.openxmlformats.org/officeDocument/2006/relationships/image" Target="../media/image12.svg"/><Relationship Id="rId5" Type="http://schemas.openxmlformats.org/officeDocument/2006/relationships/image" Target="../media/image6.sv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svg"/></Relationships>
</file>

<file path=ppt/slides/_rels/slide4.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slideLayout" Target="../slideLayouts/slideLayout4.xml"/><Relationship Id="rId7" Type="http://schemas.openxmlformats.org/officeDocument/2006/relationships/image" Target="../media/image16.png"/><Relationship Id="rId12" Type="http://schemas.openxmlformats.org/officeDocument/2006/relationships/image" Target="../media/image21.svg"/><Relationship Id="rId17" Type="http://schemas.openxmlformats.org/officeDocument/2006/relationships/image" Target="../media/image26.jpeg"/><Relationship Id="rId2" Type="http://schemas.openxmlformats.org/officeDocument/2006/relationships/tags" Target="../tags/tag11.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tags" Target="../tags/tag10.xml"/><Relationship Id="rId6" Type="http://schemas.openxmlformats.org/officeDocument/2006/relationships/image" Target="../media/image15.emf"/><Relationship Id="rId11" Type="http://schemas.openxmlformats.org/officeDocument/2006/relationships/image" Target="../media/image20.jpe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jpeg"/><Relationship Id="rId19" Type="http://schemas.openxmlformats.org/officeDocument/2006/relationships/image" Target="../media/image28.png"/><Relationship Id="rId4" Type="http://schemas.openxmlformats.org/officeDocument/2006/relationships/notesSlide" Target="../notesSlides/notesSlide2.xml"/><Relationship Id="rId9" Type="http://schemas.openxmlformats.org/officeDocument/2006/relationships/image" Target="../media/image18.png"/><Relationship Id="rId14" Type="http://schemas.openxmlformats.org/officeDocument/2006/relationships/image" Target="../media/image23.png"/></Relationships>
</file>

<file path=ppt/slides/_rels/slide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jpeg"/><Relationship Id="rId4" Type="http://schemas.openxmlformats.org/officeDocument/2006/relationships/image" Target="../media/image24.png"/><Relationship Id="rId9" Type="http://schemas.openxmlformats.org/officeDocument/2006/relationships/image" Target="../media/image35.jpe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4.xml"/><Relationship Id="rId1" Type="http://schemas.openxmlformats.org/officeDocument/2006/relationships/tags" Target="../tags/tag13.xml"/></Relationships>
</file>

<file path=ppt/slides/_rels/slide8.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4.xml"/></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slideLayout" Target="../slideLayouts/slideLayout4.xml"/><Relationship Id="rId1" Type="http://schemas.openxmlformats.org/officeDocument/2006/relationships/tags" Target="../tags/tag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p:cNvSpPr txBox="1">
            <a:spLocks/>
          </p:cNvSpPr>
          <p:nvPr/>
        </p:nvSpPr>
        <p:spPr>
          <a:xfrm>
            <a:off x="350519" y="1817756"/>
            <a:ext cx="8471649" cy="893763"/>
          </a:xfrm>
          <a:prstGeom prst="rect">
            <a:avLst/>
          </a:prstGeom>
        </p:spPr>
        <p:txBody>
          <a:bodyPr anchor="t" anchorCtr="0">
            <a:noAutofit/>
          </a:bodyPr>
          <a:lstStyle>
            <a:lvl1pPr algn="ctr" defTabSz="914400" rtl="0" eaLnBrk="1" latinLnBrk="0" hangingPunct="1">
              <a:lnSpc>
                <a:spcPct val="90000"/>
              </a:lnSpc>
              <a:spcBef>
                <a:spcPct val="0"/>
              </a:spcBef>
              <a:buNone/>
              <a:defRPr sz="6000" kern="1200">
                <a:solidFill>
                  <a:schemeClr val="bg2">
                    <a:lumMod val="25000"/>
                  </a:schemeClr>
                </a:solidFill>
                <a:latin typeface="Corbel" panose="020B0503020204020204" pitchFamily="34" charset="0"/>
                <a:ea typeface="+mj-ea"/>
                <a:cs typeface="+mj-cs"/>
              </a:defRPr>
            </a:lvl1pPr>
          </a:lstStyle>
          <a:p>
            <a:pPr algn="l">
              <a:spcAft>
                <a:spcPts val="300"/>
              </a:spcAft>
            </a:pPr>
            <a:r>
              <a:rPr lang="en-US" sz="3000" b="1" dirty="0">
                <a:solidFill>
                  <a:schemeClr val="bg1"/>
                </a:solidFill>
                <a:latin typeface="Palatino Linotype" panose="02040502050505030304" pitchFamily="18" charset="0"/>
              </a:rPr>
              <a:t>[CLIENT NAME]</a:t>
            </a:r>
          </a:p>
          <a:p>
            <a:pPr algn="l">
              <a:spcAft>
                <a:spcPts val="300"/>
              </a:spcAft>
            </a:pPr>
            <a:r>
              <a:rPr lang="en-US" sz="3000" i="1" dirty="0">
                <a:solidFill>
                  <a:schemeClr val="bg1"/>
                </a:solidFill>
                <a:latin typeface="Palatino Linotype" panose="02040502050505030304" pitchFamily="18" charset="0"/>
              </a:rPr>
              <a:t>Internal Discussion Materials</a:t>
            </a:r>
          </a:p>
          <a:p>
            <a:pPr algn="l">
              <a:spcAft>
                <a:spcPts val="300"/>
              </a:spcAft>
            </a:pPr>
            <a:endParaRPr lang="en-US" sz="3000" b="1" dirty="0">
              <a:solidFill>
                <a:schemeClr val="bg1"/>
              </a:solidFill>
              <a:latin typeface="Palatino Linotype" panose="02040502050505030304" pitchFamily="18" charset="0"/>
            </a:endParaRPr>
          </a:p>
        </p:txBody>
      </p:sp>
      <p:pic>
        <p:nvPicPr>
          <p:cNvPr id="2" name="Picture 1"/>
          <p:cNvPicPr>
            <a:picLocks noChangeAspect="1"/>
          </p:cNvPicPr>
          <p:nvPr/>
        </p:nvPicPr>
        <p:blipFill>
          <a:blip r:embed="rId3"/>
          <a:srcRect/>
          <a:stretch/>
        </p:blipFill>
        <p:spPr>
          <a:xfrm>
            <a:off x="6995886" y="5678372"/>
            <a:ext cx="1822672" cy="426079"/>
          </a:xfrm>
          <a:prstGeom prst="rect">
            <a:avLst/>
          </a:prstGeom>
        </p:spPr>
      </p:pic>
      <p:sp>
        <p:nvSpPr>
          <p:cNvPr id="9" name="Subtitle 2"/>
          <p:cNvSpPr txBox="1">
            <a:spLocks/>
          </p:cNvSpPr>
          <p:nvPr/>
        </p:nvSpPr>
        <p:spPr>
          <a:xfrm>
            <a:off x="238759" y="6347009"/>
            <a:ext cx="3256747" cy="350202"/>
          </a:xfrm>
          <a:prstGeom prst="rect">
            <a:avLst/>
          </a:prstGeom>
        </p:spPr>
        <p:txBody>
          <a:bodyPr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bg2">
                    <a:lumMod val="50000"/>
                  </a:schemeClr>
                </a:solidFill>
                <a:latin typeface="Aharoni" panose="02010803020104030203" pitchFamily="2" charset="-79"/>
                <a:ea typeface="+mn-ea"/>
                <a:cs typeface="Aharoni" panose="02010803020104030203" pitchFamily="2" charset="-79"/>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bg2">
                    <a:lumMod val="50000"/>
                  </a:schemeClr>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bg2">
                    <a:lumMod val="50000"/>
                  </a:schemeClr>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i="1">
                <a:latin typeface="Palatino Linotype" panose="02040502050505030304" pitchFamily="18" charset="0"/>
              </a:rPr>
              <a:t>Private and Confidential</a:t>
            </a:r>
          </a:p>
        </p:txBody>
      </p:sp>
      <p:sp>
        <p:nvSpPr>
          <p:cNvPr id="8" name="Subtitle 2">
            <a:extLst>
              <a:ext uri="{FF2B5EF4-FFF2-40B4-BE49-F238E27FC236}">
                <a16:creationId xmlns:a16="http://schemas.microsoft.com/office/drawing/2014/main" id="{EAB097C7-814D-0B34-891A-561B5B6C6799}"/>
              </a:ext>
            </a:extLst>
          </p:cNvPr>
          <p:cNvSpPr>
            <a:spLocks noGrp="1"/>
          </p:cNvSpPr>
          <p:nvPr>
            <p:ph type="subTitle" idx="1"/>
          </p:nvPr>
        </p:nvSpPr>
        <p:spPr>
          <a:xfrm>
            <a:off x="6114633" y="6347009"/>
            <a:ext cx="2784213" cy="350202"/>
          </a:xfrm>
        </p:spPr>
        <p:txBody>
          <a:bodyPr anchor="ctr" anchorCtr="0">
            <a:noAutofit/>
          </a:bodyPr>
          <a:lstStyle/>
          <a:p>
            <a:pPr algn="r"/>
            <a:r>
              <a:rPr lang="en-US" sz="1800" dirty="0">
                <a:latin typeface="Palatino Linotype" panose="02040502050505030304" pitchFamily="18" charset="0"/>
              </a:rPr>
              <a:t>[Date]</a:t>
            </a:r>
          </a:p>
        </p:txBody>
      </p:sp>
    </p:spTree>
    <p:extLst>
      <p:ext uri="{BB962C8B-B14F-4D97-AF65-F5344CB8AC3E}">
        <p14:creationId xmlns:p14="http://schemas.microsoft.com/office/powerpoint/2010/main" val="32166839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7C929-C4A1-3BBA-9309-29E0EE0A78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D70C80-5816-2188-4D7F-69028741DA6E}"/>
              </a:ext>
            </a:extLst>
          </p:cNvPr>
          <p:cNvSpPr>
            <a:spLocks noGrp="1"/>
          </p:cNvSpPr>
          <p:nvPr>
            <p:ph type="title"/>
          </p:nvPr>
        </p:nvSpPr>
        <p:spPr/>
        <p:txBody>
          <a:bodyPr/>
          <a:lstStyle/>
          <a:p>
            <a:r>
              <a:rPr lang="en-CA" dirty="0"/>
              <a:t>Executive Summary</a:t>
            </a:r>
          </a:p>
        </p:txBody>
      </p:sp>
      <p:sp>
        <p:nvSpPr>
          <p:cNvPr id="3" name="Slide Number Placeholder 3">
            <a:extLst>
              <a:ext uri="{FF2B5EF4-FFF2-40B4-BE49-F238E27FC236}">
                <a16:creationId xmlns:a16="http://schemas.microsoft.com/office/drawing/2014/main" id="{B27B7067-B62D-DCD3-9BAA-CF5F853F19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8" name="Text Placeholder 7">
            <a:extLst>
              <a:ext uri="{FF2B5EF4-FFF2-40B4-BE49-F238E27FC236}">
                <a16:creationId xmlns:a16="http://schemas.microsoft.com/office/drawing/2014/main" id="{F6B088B6-3902-16EC-6305-15CB7EC42E03}"/>
              </a:ext>
            </a:extLst>
          </p:cNvPr>
          <p:cNvSpPr>
            <a:spLocks noGrp="1"/>
          </p:cNvSpPr>
          <p:nvPr>
            <p:ph type="body" sz="quarter" idx="13"/>
          </p:nvPr>
        </p:nvSpPr>
        <p:spPr/>
        <p:txBody>
          <a:bodyPr/>
          <a:lstStyle/>
          <a:p>
            <a:endParaRPr lang="en-CA"/>
          </a:p>
        </p:txBody>
      </p:sp>
      <p:sp>
        <p:nvSpPr>
          <p:cNvPr id="6" name="Content Placeholder 7">
            <a:extLst>
              <a:ext uri="{FF2B5EF4-FFF2-40B4-BE49-F238E27FC236}">
                <a16:creationId xmlns:a16="http://schemas.microsoft.com/office/drawing/2014/main" id="{2A922066-1268-CC97-BBC7-7981216504D9}"/>
              </a:ext>
            </a:extLst>
          </p:cNvPr>
          <p:cNvSpPr txBox="1">
            <a:spLocks/>
          </p:cNvSpPr>
          <p:nvPr/>
        </p:nvSpPr>
        <p:spPr bwMode="auto">
          <a:xfrm>
            <a:off x="323925" y="1035618"/>
            <a:ext cx="8496150" cy="5282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no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Inc.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believes [Client Legal Name]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[Client Short Form Name]</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or the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Company</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is a compelling [rational for deck]</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lang="en-US" dirty="0">
              <a:solidFill>
                <a:prstClr val="black"/>
              </a:solidFill>
            </a:endParaRP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0" lvl="1" indent="0">
              <a:lnSpc>
                <a:spcPct val="100000"/>
              </a:lnSpc>
              <a:spcBef>
                <a:spcPts val="200"/>
              </a:spcBef>
              <a:spcAft>
                <a:spcPts val="300"/>
              </a:spcAft>
              <a:buClr>
                <a:srgbClr val="1B2759"/>
              </a:buClr>
              <a:buNone/>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endPar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Tree>
    <p:custDataLst>
      <p:tags r:id="rId1"/>
    </p:custDataLst>
    <p:extLst>
      <p:ext uri="{BB962C8B-B14F-4D97-AF65-F5344CB8AC3E}">
        <p14:creationId xmlns:p14="http://schemas.microsoft.com/office/powerpoint/2010/main" val="32468041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C12F2-E53F-2B65-88BD-316CB9EF5602}"/>
            </a:ext>
          </a:extLst>
        </p:cNvPr>
        <p:cNvGrpSpPr/>
        <p:nvPr/>
      </p:nvGrpSpPr>
      <p:grpSpPr>
        <a:xfrm>
          <a:off x="0" y="0"/>
          <a:ext cx="0" cy="0"/>
          <a:chOff x="0" y="0"/>
          <a:chExt cx="0" cy="0"/>
        </a:xfrm>
      </p:grpSpPr>
      <p:sp>
        <p:nvSpPr>
          <p:cNvPr id="6" name="Rectangle 42">
            <a:extLst>
              <a:ext uri="{FF2B5EF4-FFF2-40B4-BE49-F238E27FC236}">
                <a16:creationId xmlns:a16="http://schemas.microsoft.com/office/drawing/2014/main" id="{11ED205F-40AD-FD53-FDA7-EF32BD71E232}"/>
              </a:ext>
            </a:extLst>
          </p:cNvPr>
          <p:cNvSpPr>
            <a:spLocks noChangeArrowheads="1"/>
          </p:cNvSpPr>
          <p:nvPr/>
        </p:nvSpPr>
        <p:spPr bwMode="auto">
          <a:xfrm>
            <a:off x="318302" y="4029703"/>
            <a:ext cx="8496150" cy="173808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CA" sz="1400" noProof="0">
              <a:solidFill>
                <a:prstClr val="white"/>
              </a:solidFill>
              <a:latin typeface="Palatino Linotype" panose="02040502050505030304" pitchFamily="18" charset="0"/>
            </a:endParaRPr>
          </a:p>
        </p:txBody>
      </p:sp>
      <p:sp>
        <p:nvSpPr>
          <p:cNvPr id="2" name="Title 1">
            <a:extLst>
              <a:ext uri="{FF2B5EF4-FFF2-40B4-BE49-F238E27FC236}">
                <a16:creationId xmlns:a16="http://schemas.microsoft.com/office/drawing/2014/main" id="{312D6FA8-FDB2-6BD3-B1AC-B3C3E9BE4046}"/>
              </a:ext>
            </a:extLst>
          </p:cNvPr>
          <p:cNvSpPr>
            <a:spLocks noGrp="1"/>
          </p:cNvSpPr>
          <p:nvPr>
            <p:ph type="title"/>
          </p:nvPr>
        </p:nvSpPr>
        <p:spPr/>
        <p:txBody>
          <a:bodyPr>
            <a:normAutofit/>
          </a:bodyPr>
          <a:lstStyle/>
          <a:p>
            <a:r>
              <a:rPr lang="en-CA" sz="2200" noProof="0"/>
              <a:t>INFOR Financial Inc. Overview </a:t>
            </a:r>
          </a:p>
        </p:txBody>
      </p:sp>
      <p:sp>
        <p:nvSpPr>
          <p:cNvPr id="22" name="Slide Number Placeholder 3">
            <a:extLst>
              <a:ext uri="{FF2B5EF4-FFF2-40B4-BE49-F238E27FC236}">
                <a16:creationId xmlns:a16="http://schemas.microsoft.com/office/drawing/2014/main" id="{F6708284-CE57-A4E5-0DE1-74D97E9B0329}"/>
              </a:ext>
            </a:extLst>
          </p:cNvPr>
          <p:cNvSpPr>
            <a:spLocks noGrp="1"/>
          </p:cNvSpPr>
          <p:nvPr>
            <p:ph type="sldNum" sz="quarter" idx="12"/>
          </p:nvPr>
        </p:nvSpPr>
        <p:spPr/>
        <p:txBody>
          <a:bodyPr/>
          <a:lstStyle/>
          <a:p>
            <a:fld id="{B0BBF262-6B1A-47DC-B7A7-A92B0DCA2A1B}" type="slidenum">
              <a:rPr lang="en-CA" noProof="0" smtClean="0"/>
              <a:pPr/>
              <a:t>2</a:t>
            </a:fld>
            <a:endParaRPr lang="en-CA" noProof="0"/>
          </a:p>
        </p:txBody>
      </p:sp>
      <p:sp>
        <p:nvSpPr>
          <p:cNvPr id="4" name="Text Placeholder 3">
            <a:extLst>
              <a:ext uri="{FF2B5EF4-FFF2-40B4-BE49-F238E27FC236}">
                <a16:creationId xmlns:a16="http://schemas.microsoft.com/office/drawing/2014/main" id="{E3454AED-474C-D3CC-D7A0-E25F34281380}"/>
              </a:ext>
            </a:extLst>
          </p:cNvPr>
          <p:cNvSpPr>
            <a:spLocks noGrp="1"/>
          </p:cNvSpPr>
          <p:nvPr>
            <p:ph type="body" sz="quarter" idx="13"/>
          </p:nvPr>
        </p:nvSpPr>
        <p:spPr>
          <a:prstGeom prst="rect">
            <a:avLst/>
          </a:prstGeom>
        </p:spPr>
        <p:txBody>
          <a:bodyPr/>
          <a:lstStyle/>
          <a:p>
            <a:r>
              <a:rPr lang="en-CA" noProof="0">
                <a:solidFill>
                  <a:schemeClr val="tx2"/>
                </a:solidFill>
              </a:rPr>
              <a:t>INFOR is Canada’s leading provider of innovative, independent, forward thinking financial &amp; strategic advice</a:t>
            </a:r>
          </a:p>
        </p:txBody>
      </p:sp>
      <p:sp>
        <p:nvSpPr>
          <p:cNvPr id="5" name="Content Placeholder 7">
            <a:extLst>
              <a:ext uri="{FF2B5EF4-FFF2-40B4-BE49-F238E27FC236}">
                <a16:creationId xmlns:a16="http://schemas.microsoft.com/office/drawing/2014/main" id="{6C7D9B38-8B6F-BB85-5ABB-5A351497EF45}"/>
              </a:ext>
            </a:extLst>
          </p:cNvPr>
          <p:cNvSpPr txBox="1">
            <a:spLocks/>
          </p:cNvSpPr>
          <p:nvPr/>
        </p:nvSpPr>
        <p:spPr bwMode="auto">
          <a:xfrm>
            <a:off x="323925" y="1079433"/>
            <a:ext cx="8496150" cy="1590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lvl="1" indent="-180000">
              <a:lnSpc>
                <a:spcPct val="100000"/>
              </a:lnSpc>
              <a:spcBef>
                <a:spcPts val="300"/>
              </a:spcBef>
              <a:spcAft>
                <a:spcPts val="300"/>
              </a:spcAft>
              <a:buClr>
                <a:srgbClr val="1B2759"/>
              </a:buClr>
              <a:defRPr/>
            </a:pPr>
            <a:r>
              <a:rPr lang="en-CA" sz="1300" noProof="0">
                <a:solidFill>
                  <a:schemeClr val="tx2">
                    <a:lumMod val="85000"/>
                    <a:lumOff val="15000"/>
                  </a:schemeClr>
                </a:solidFill>
                <a:cs typeface="Segoe UI" panose="020B0502040204020203" pitchFamily="34" charset="0"/>
              </a:rPr>
              <a:t>INFOR Financial Inc. (“INFOR”) is one of Canada’s leading independent investment banks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Our team has been directly involved in originating and executing over 2,000 transactions totaling more than $400 billion</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Extensive experience providing advisory services on complex, transformational transactions and related capital markets activities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Since inception, INFOR has consistently ranked as one of Canada’s top independent M&amp;A advisors by Bloomberg</a:t>
            </a:r>
          </a:p>
        </p:txBody>
      </p:sp>
      <p:sp>
        <p:nvSpPr>
          <p:cNvPr id="8" name="Rectangle 42">
            <a:extLst>
              <a:ext uri="{FF2B5EF4-FFF2-40B4-BE49-F238E27FC236}">
                <a16:creationId xmlns:a16="http://schemas.microsoft.com/office/drawing/2014/main" id="{AFF00150-6F9A-3083-0E66-526E65874F9E}"/>
              </a:ext>
            </a:extLst>
          </p:cNvPr>
          <p:cNvSpPr>
            <a:spLocks noChangeArrowheads="1"/>
          </p:cNvSpPr>
          <p:nvPr/>
        </p:nvSpPr>
        <p:spPr bwMode="auto">
          <a:xfrm>
            <a:off x="323925" y="2673699"/>
            <a:ext cx="8493293"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Core Expertise</a:t>
            </a:r>
          </a:p>
        </p:txBody>
      </p:sp>
      <p:sp>
        <p:nvSpPr>
          <p:cNvPr id="9" name="Rectangle 42">
            <a:extLst>
              <a:ext uri="{FF2B5EF4-FFF2-40B4-BE49-F238E27FC236}">
                <a16:creationId xmlns:a16="http://schemas.microsoft.com/office/drawing/2014/main" id="{1FA0CA01-9ECF-1F78-AA59-4F3D35C72674}"/>
              </a:ext>
            </a:extLst>
          </p:cNvPr>
          <p:cNvSpPr>
            <a:spLocks noChangeArrowheads="1"/>
          </p:cNvSpPr>
          <p:nvPr/>
        </p:nvSpPr>
        <p:spPr bwMode="auto">
          <a:xfrm>
            <a:off x="321069" y="3672795"/>
            <a:ext cx="8496150" cy="30777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Industry Experience</a:t>
            </a:r>
          </a:p>
        </p:txBody>
      </p:sp>
      <p:sp>
        <p:nvSpPr>
          <p:cNvPr id="63" name="Rectangle: Rounded Corners 62">
            <a:extLst>
              <a:ext uri="{FF2B5EF4-FFF2-40B4-BE49-F238E27FC236}">
                <a16:creationId xmlns:a16="http://schemas.microsoft.com/office/drawing/2014/main" id="{D8FFE547-C7D4-A660-D5D9-03206211D778}"/>
              </a:ext>
            </a:extLst>
          </p:cNvPr>
          <p:cNvSpPr/>
          <p:nvPr/>
        </p:nvSpPr>
        <p:spPr>
          <a:xfrm>
            <a:off x="3513695" y="5132513"/>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4" name="TextBox 63">
            <a:extLst>
              <a:ext uri="{FF2B5EF4-FFF2-40B4-BE49-F238E27FC236}">
                <a16:creationId xmlns:a16="http://schemas.microsoft.com/office/drawing/2014/main" id="{BD6D8256-2B8C-86CC-0C23-4288AAC912F6}"/>
              </a:ext>
            </a:extLst>
          </p:cNvPr>
          <p:cNvSpPr txBox="1"/>
          <p:nvPr/>
        </p:nvSpPr>
        <p:spPr>
          <a:xfrm>
            <a:off x="3886367" y="5270756"/>
            <a:ext cx="2304601" cy="276999"/>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Agriculture</a:t>
            </a:r>
          </a:p>
        </p:txBody>
      </p:sp>
      <p:grpSp>
        <p:nvGrpSpPr>
          <p:cNvPr id="152" name="Group 151">
            <a:extLst>
              <a:ext uri="{FF2B5EF4-FFF2-40B4-BE49-F238E27FC236}">
                <a16:creationId xmlns:a16="http://schemas.microsoft.com/office/drawing/2014/main" id="{B1477428-388B-209B-E627-F8C2012F9201}"/>
              </a:ext>
            </a:extLst>
          </p:cNvPr>
          <p:cNvGrpSpPr/>
          <p:nvPr/>
        </p:nvGrpSpPr>
        <p:grpSpPr>
          <a:xfrm>
            <a:off x="571531" y="3165351"/>
            <a:ext cx="1847797" cy="327388"/>
            <a:chOff x="485585" y="3226995"/>
            <a:chExt cx="1847797" cy="327388"/>
          </a:xfrm>
        </p:grpSpPr>
        <p:sp>
          <p:nvSpPr>
            <p:cNvPr id="76" name="TextBox 75">
              <a:extLst>
                <a:ext uri="{FF2B5EF4-FFF2-40B4-BE49-F238E27FC236}">
                  <a16:creationId xmlns:a16="http://schemas.microsoft.com/office/drawing/2014/main" id="{D527BE98-D7F1-43A7-258A-4CD1367CCB5C}"/>
                </a:ext>
              </a:extLst>
            </p:cNvPr>
            <p:cNvSpPr txBox="1"/>
            <p:nvPr/>
          </p:nvSpPr>
          <p:spPr>
            <a:xfrm>
              <a:off x="951039" y="3259884"/>
              <a:ext cx="1382343"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Sell-Side M&amp;A</a:t>
              </a:r>
            </a:p>
          </p:txBody>
        </p:sp>
        <p:grpSp>
          <p:nvGrpSpPr>
            <p:cNvPr id="66" name="Group 65">
              <a:extLst>
                <a:ext uri="{FF2B5EF4-FFF2-40B4-BE49-F238E27FC236}">
                  <a16:creationId xmlns:a16="http://schemas.microsoft.com/office/drawing/2014/main" id="{3C2C0A2C-C225-4CAB-1B57-BB3F5073CE0A}"/>
                </a:ext>
              </a:extLst>
            </p:cNvPr>
            <p:cNvGrpSpPr/>
            <p:nvPr/>
          </p:nvGrpSpPr>
          <p:grpSpPr>
            <a:xfrm>
              <a:off x="485585" y="3226995"/>
              <a:ext cx="422023" cy="327388"/>
              <a:chOff x="4950739" y="3138305"/>
              <a:chExt cx="422023" cy="327388"/>
            </a:xfrm>
          </p:grpSpPr>
          <p:sp>
            <p:nvSpPr>
              <p:cNvPr id="67" name="Rectangle: Rounded Corners 66">
                <a:extLst>
                  <a:ext uri="{FF2B5EF4-FFF2-40B4-BE49-F238E27FC236}">
                    <a16:creationId xmlns:a16="http://schemas.microsoft.com/office/drawing/2014/main" id="{4CACCBFD-6A02-5D27-94BD-B26404A8464E}"/>
                  </a:ext>
                </a:extLst>
              </p:cNvPr>
              <p:cNvSpPr/>
              <p:nvPr/>
            </p:nvSpPr>
            <p:spPr>
              <a:xfrm>
                <a:off x="4950739" y="3138305"/>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8" name="Rectangle 67">
                <a:extLst>
                  <a:ext uri="{FF2B5EF4-FFF2-40B4-BE49-F238E27FC236}">
                    <a16:creationId xmlns:a16="http://schemas.microsoft.com/office/drawing/2014/main" id="{D71A7F48-DF01-E32B-B1B3-37E1AC500C6A}"/>
                  </a:ext>
                </a:extLst>
              </p:cNvPr>
              <p:cNvSpPr/>
              <p:nvPr/>
            </p:nvSpPr>
            <p:spPr>
              <a:xfrm>
                <a:off x="5206352" y="3253738"/>
                <a:ext cx="143549" cy="965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9" name="Rectangle: Rounded Corners 68">
                <a:extLst>
                  <a:ext uri="{FF2B5EF4-FFF2-40B4-BE49-F238E27FC236}">
                    <a16:creationId xmlns:a16="http://schemas.microsoft.com/office/drawing/2014/main" id="{4E0A3C0E-CB49-2EEE-E6D9-E5C3C862DDFB}"/>
                  </a:ext>
                </a:extLst>
              </p:cNvPr>
              <p:cNvSpPr/>
              <p:nvPr/>
            </p:nvSpPr>
            <p:spPr>
              <a:xfrm>
                <a:off x="5017622" y="3205187"/>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70" name="Group 69">
                <a:extLst>
                  <a:ext uri="{FF2B5EF4-FFF2-40B4-BE49-F238E27FC236}">
                    <a16:creationId xmlns:a16="http://schemas.microsoft.com/office/drawing/2014/main" id="{44E207EF-5C33-94DB-322B-2D33BF02613C}"/>
                  </a:ext>
                </a:extLst>
              </p:cNvPr>
              <p:cNvGrpSpPr/>
              <p:nvPr/>
            </p:nvGrpSpPr>
            <p:grpSpPr>
              <a:xfrm>
                <a:off x="5255265" y="3282014"/>
                <a:ext cx="117497" cy="39971"/>
                <a:chOff x="5140274" y="3291156"/>
                <a:chExt cx="117497" cy="39971"/>
              </a:xfrm>
            </p:grpSpPr>
            <p:cxnSp>
              <p:nvCxnSpPr>
                <p:cNvPr id="71" name="Straight Connector 70">
                  <a:extLst>
                    <a:ext uri="{FF2B5EF4-FFF2-40B4-BE49-F238E27FC236}">
                      <a16:creationId xmlns:a16="http://schemas.microsoft.com/office/drawing/2014/main" id="{F766441D-5C59-9EB2-623F-56E5BD0FF36D}"/>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0469A3F-9B19-BA5D-8298-D606487D925C}"/>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7940B50D-9AB0-4203-9494-B5B3533E8DE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grpSp>
      <p:grpSp>
        <p:nvGrpSpPr>
          <p:cNvPr id="129" name="Group 128">
            <a:extLst>
              <a:ext uri="{FF2B5EF4-FFF2-40B4-BE49-F238E27FC236}">
                <a16:creationId xmlns:a16="http://schemas.microsoft.com/office/drawing/2014/main" id="{0B201614-6AD9-30FE-E6F7-5FC4D3219304}"/>
              </a:ext>
            </a:extLst>
          </p:cNvPr>
          <p:cNvGrpSpPr/>
          <p:nvPr/>
        </p:nvGrpSpPr>
        <p:grpSpPr>
          <a:xfrm>
            <a:off x="2751047" y="3165351"/>
            <a:ext cx="1841037" cy="327388"/>
            <a:chOff x="2602700" y="3274620"/>
            <a:chExt cx="1841037" cy="327388"/>
          </a:xfrm>
        </p:grpSpPr>
        <p:sp>
          <p:nvSpPr>
            <p:cNvPr id="85" name="TextBox 84">
              <a:extLst>
                <a:ext uri="{FF2B5EF4-FFF2-40B4-BE49-F238E27FC236}">
                  <a16:creationId xmlns:a16="http://schemas.microsoft.com/office/drawing/2014/main" id="{61B61836-626F-1C98-114B-714403274838}"/>
                </a:ext>
              </a:extLst>
            </p:cNvPr>
            <p:cNvSpPr txBox="1"/>
            <p:nvPr/>
          </p:nvSpPr>
          <p:spPr>
            <a:xfrm>
              <a:off x="3121762" y="3307509"/>
              <a:ext cx="1321975"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Buy-Side M&amp;A</a:t>
              </a:r>
            </a:p>
          </p:txBody>
        </p:sp>
        <p:grpSp>
          <p:nvGrpSpPr>
            <p:cNvPr id="102" name="Group 101">
              <a:extLst>
                <a:ext uri="{FF2B5EF4-FFF2-40B4-BE49-F238E27FC236}">
                  <a16:creationId xmlns:a16="http://schemas.microsoft.com/office/drawing/2014/main" id="{2BD82507-0C27-6236-9580-137D0E0131B7}"/>
                </a:ext>
              </a:extLst>
            </p:cNvPr>
            <p:cNvGrpSpPr/>
            <p:nvPr/>
          </p:nvGrpSpPr>
          <p:grpSpPr>
            <a:xfrm>
              <a:off x="2602700" y="3274620"/>
              <a:ext cx="411010" cy="327388"/>
              <a:chOff x="4978172" y="3794506"/>
              <a:chExt cx="411010" cy="327388"/>
            </a:xfrm>
          </p:grpSpPr>
          <p:grpSp>
            <p:nvGrpSpPr>
              <p:cNvPr id="112" name="Group 111">
                <a:extLst>
                  <a:ext uri="{FF2B5EF4-FFF2-40B4-BE49-F238E27FC236}">
                    <a16:creationId xmlns:a16="http://schemas.microsoft.com/office/drawing/2014/main" id="{AED52957-CDCF-FD44-3E5D-FC4BC5DA64BB}"/>
                  </a:ext>
                </a:extLst>
              </p:cNvPr>
              <p:cNvGrpSpPr/>
              <p:nvPr/>
            </p:nvGrpSpPr>
            <p:grpSpPr>
              <a:xfrm>
                <a:off x="4978172" y="3794506"/>
                <a:ext cx="399162" cy="327388"/>
                <a:chOff x="4978172" y="3794506"/>
                <a:chExt cx="399162" cy="327388"/>
              </a:xfrm>
            </p:grpSpPr>
            <p:sp>
              <p:nvSpPr>
                <p:cNvPr id="115" name="Rectangle: Rounded Corners 114">
                  <a:extLst>
                    <a:ext uri="{FF2B5EF4-FFF2-40B4-BE49-F238E27FC236}">
                      <a16:creationId xmlns:a16="http://schemas.microsoft.com/office/drawing/2014/main" id="{A3F9E958-E15C-6331-3178-67BA851A46D7}"/>
                    </a:ext>
                  </a:extLst>
                </p:cNvPr>
                <p:cNvSpPr/>
                <p:nvPr/>
              </p:nvSpPr>
              <p:spPr>
                <a:xfrm>
                  <a:off x="4978172" y="3794506"/>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16" name="Rectangle 115">
                  <a:extLst>
                    <a:ext uri="{FF2B5EF4-FFF2-40B4-BE49-F238E27FC236}">
                      <a16:creationId xmlns:a16="http://schemas.microsoft.com/office/drawing/2014/main" id="{EAD8F82B-CA64-0221-9A61-99ED34B6AA71}"/>
                    </a:ext>
                  </a:extLst>
                </p:cNvPr>
                <p:cNvSpPr/>
                <p:nvPr/>
              </p:nvSpPr>
              <p:spPr>
                <a:xfrm>
                  <a:off x="5233785" y="3833022"/>
                  <a:ext cx="143549" cy="2503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17" name="Group 116">
                  <a:extLst>
                    <a:ext uri="{FF2B5EF4-FFF2-40B4-BE49-F238E27FC236}">
                      <a16:creationId xmlns:a16="http://schemas.microsoft.com/office/drawing/2014/main" id="{ED903973-B2F1-1E27-724D-60CCA5D5460E}"/>
                    </a:ext>
                  </a:extLst>
                </p:cNvPr>
                <p:cNvGrpSpPr/>
                <p:nvPr/>
              </p:nvGrpSpPr>
              <p:grpSpPr>
                <a:xfrm rot="10800000">
                  <a:off x="5029621" y="3938214"/>
                  <a:ext cx="117497" cy="39971"/>
                  <a:chOff x="5140274" y="3291156"/>
                  <a:chExt cx="117497" cy="39971"/>
                </a:xfrm>
              </p:grpSpPr>
              <p:cxnSp>
                <p:nvCxnSpPr>
                  <p:cNvPr id="118" name="Straight Connector 117">
                    <a:extLst>
                      <a:ext uri="{FF2B5EF4-FFF2-40B4-BE49-F238E27FC236}">
                        <a16:creationId xmlns:a16="http://schemas.microsoft.com/office/drawing/2014/main" id="{DA9E783E-8AA0-E46A-14E1-0CFF958DAA9E}"/>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7C3DD7BC-C5C8-8251-F313-70CF25067CF7}"/>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60582438-7C91-6AC8-1079-212FF3DEA41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sp>
            <p:nvSpPr>
              <p:cNvPr id="113" name="Rectangle: Rounded Corners 112">
                <a:extLst>
                  <a:ext uri="{FF2B5EF4-FFF2-40B4-BE49-F238E27FC236}">
                    <a16:creationId xmlns:a16="http://schemas.microsoft.com/office/drawing/2014/main" id="{B37DE57C-4D25-738D-FCD4-6B29F78E9F3D}"/>
                  </a:ext>
                </a:extLst>
              </p:cNvPr>
              <p:cNvSpPr/>
              <p:nvPr/>
            </p:nvSpPr>
            <p:spPr>
              <a:xfrm>
                <a:off x="5195560" y="3860852"/>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nvGrpSpPr>
          <p:cNvPr id="130" name="Group 129">
            <a:extLst>
              <a:ext uri="{FF2B5EF4-FFF2-40B4-BE49-F238E27FC236}">
                <a16:creationId xmlns:a16="http://schemas.microsoft.com/office/drawing/2014/main" id="{0F6F5D6C-782C-BBF2-247E-4133CA5EF31D}"/>
              </a:ext>
            </a:extLst>
          </p:cNvPr>
          <p:cNvGrpSpPr/>
          <p:nvPr/>
        </p:nvGrpSpPr>
        <p:grpSpPr>
          <a:xfrm>
            <a:off x="4923803" y="3126203"/>
            <a:ext cx="1815594" cy="405684"/>
            <a:chOff x="4861712" y="3235472"/>
            <a:chExt cx="1815594" cy="405684"/>
          </a:xfrm>
        </p:grpSpPr>
        <p:sp>
          <p:nvSpPr>
            <p:cNvPr id="88" name="TextBox 87">
              <a:extLst>
                <a:ext uri="{FF2B5EF4-FFF2-40B4-BE49-F238E27FC236}">
                  <a16:creationId xmlns:a16="http://schemas.microsoft.com/office/drawing/2014/main" id="{547FC7CE-E6D3-83FC-09A4-9393943005B5}"/>
                </a:ext>
              </a:extLst>
            </p:cNvPr>
            <p:cNvSpPr txBox="1"/>
            <p:nvPr/>
          </p:nvSpPr>
          <p:spPr>
            <a:xfrm>
              <a:off x="5292485" y="3307509"/>
              <a:ext cx="1384821"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Capital Raising</a:t>
              </a:r>
            </a:p>
          </p:txBody>
        </p:sp>
        <p:grpSp>
          <p:nvGrpSpPr>
            <p:cNvPr id="121" name="Group 120">
              <a:extLst>
                <a:ext uri="{FF2B5EF4-FFF2-40B4-BE49-F238E27FC236}">
                  <a16:creationId xmlns:a16="http://schemas.microsoft.com/office/drawing/2014/main" id="{529721D1-1464-CBBF-0238-9B59C9A18400}"/>
                </a:ext>
              </a:extLst>
            </p:cNvPr>
            <p:cNvGrpSpPr/>
            <p:nvPr/>
          </p:nvGrpSpPr>
          <p:grpSpPr>
            <a:xfrm>
              <a:off x="4861712" y="3235472"/>
              <a:ext cx="324392" cy="405684"/>
              <a:chOff x="4883342" y="4492715"/>
              <a:chExt cx="272532" cy="340828"/>
            </a:xfrm>
          </p:grpSpPr>
          <p:grpSp>
            <p:nvGrpSpPr>
              <p:cNvPr id="122" name="Group 121">
                <a:extLst>
                  <a:ext uri="{FF2B5EF4-FFF2-40B4-BE49-F238E27FC236}">
                    <a16:creationId xmlns:a16="http://schemas.microsoft.com/office/drawing/2014/main" id="{D6A0438B-C9B5-C3D0-65E3-15B16AE54EBB}"/>
                  </a:ext>
                </a:extLst>
              </p:cNvPr>
              <p:cNvGrpSpPr/>
              <p:nvPr/>
            </p:nvGrpSpPr>
            <p:grpSpPr>
              <a:xfrm>
                <a:off x="4883342" y="4561929"/>
                <a:ext cx="272532" cy="271614"/>
                <a:chOff x="4950739" y="4584868"/>
                <a:chExt cx="272532" cy="271614"/>
              </a:xfrm>
            </p:grpSpPr>
            <p:cxnSp>
              <p:nvCxnSpPr>
                <p:cNvPr id="126" name="Connector: Elbow 125">
                  <a:extLst>
                    <a:ext uri="{FF2B5EF4-FFF2-40B4-BE49-F238E27FC236}">
                      <a16:creationId xmlns:a16="http://schemas.microsoft.com/office/drawing/2014/main" id="{66B57339-C5B0-80EF-B5EE-34A916A7C16B}"/>
                    </a:ext>
                  </a:extLst>
                </p:cNvPr>
                <p:cNvCxnSpPr>
                  <a:cxnSpLocks/>
                </p:cNvCxnSpPr>
                <p:nvPr/>
              </p:nvCxnSpPr>
              <p:spPr>
                <a:xfrm rot="5400000" flipH="1" flipV="1">
                  <a:off x="4905019" y="4719322"/>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7" name="Connector: Elbow 126">
                  <a:extLst>
                    <a:ext uri="{FF2B5EF4-FFF2-40B4-BE49-F238E27FC236}">
                      <a16:creationId xmlns:a16="http://schemas.microsoft.com/office/drawing/2014/main" id="{3F284570-6C20-8F6B-137B-9B83191A9844}"/>
                    </a:ext>
                  </a:extLst>
                </p:cNvPr>
                <p:cNvCxnSpPr>
                  <a:cxnSpLocks/>
                </p:cNvCxnSpPr>
                <p:nvPr/>
              </p:nvCxnSpPr>
              <p:spPr>
                <a:xfrm rot="5400000" flipH="1" flipV="1">
                  <a:off x="4996370" y="4630588"/>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0B114D32-5E4B-7EFB-9583-BDD8BB345848}"/>
                    </a:ext>
                  </a:extLst>
                </p:cNvPr>
                <p:cNvCxnSpPr>
                  <a:cxnSpLocks/>
                </p:cNvCxnSpPr>
                <p:nvPr/>
              </p:nvCxnSpPr>
              <p:spPr>
                <a:xfrm>
                  <a:off x="5127128" y="4584868"/>
                  <a:ext cx="9614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pic>
            <p:nvPicPr>
              <p:cNvPr id="123" name="Graphic 122" descr="Dollar with solid fill">
                <a:extLst>
                  <a:ext uri="{FF2B5EF4-FFF2-40B4-BE49-F238E27FC236}">
                    <a16:creationId xmlns:a16="http://schemas.microsoft.com/office/drawing/2014/main" id="{CA792A22-62FC-0DED-BC0D-37BAC27AD69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894117" y="4667755"/>
                <a:ext cx="67305" cy="67305"/>
              </a:xfrm>
              <a:prstGeom prst="rect">
                <a:avLst/>
              </a:prstGeom>
            </p:spPr>
          </p:pic>
          <p:pic>
            <p:nvPicPr>
              <p:cNvPr id="124" name="Graphic 123" descr="Euro with solid fill">
                <a:extLst>
                  <a:ext uri="{FF2B5EF4-FFF2-40B4-BE49-F238E27FC236}">
                    <a16:creationId xmlns:a16="http://schemas.microsoft.com/office/drawing/2014/main" id="{3BC62887-4C39-B16F-ACED-D412E66064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73994" y="4492715"/>
                <a:ext cx="64008" cy="64008"/>
              </a:xfrm>
              <a:prstGeom prst="rect">
                <a:avLst/>
              </a:prstGeom>
            </p:spPr>
          </p:pic>
          <p:pic>
            <p:nvPicPr>
              <p:cNvPr id="125" name="Graphic 124" descr="Pound with solid fill">
                <a:extLst>
                  <a:ext uri="{FF2B5EF4-FFF2-40B4-BE49-F238E27FC236}">
                    <a16:creationId xmlns:a16="http://schemas.microsoft.com/office/drawing/2014/main" id="{3C7640D0-349F-0591-B012-CBD3C737BB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82880" y="4578371"/>
                <a:ext cx="64008" cy="64008"/>
              </a:xfrm>
              <a:prstGeom prst="rect">
                <a:avLst/>
              </a:prstGeom>
            </p:spPr>
          </p:pic>
        </p:grpSp>
      </p:grpSp>
      <p:grpSp>
        <p:nvGrpSpPr>
          <p:cNvPr id="150" name="Group 149">
            <a:extLst>
              <a:ext uri="{FF2B5EF4-FFF2-40B4-BE49-F238E27FC236}">
                <a16:creationId xmlns:a16="http://schemas.microsoft.com/office/drawing/2014/main" id="{EE64AE6C-E693-0F24-B018-DA86E0861480}"/>
              </a:ext>
            </a:extLst>
          </p:cNvPr>
          <p:cNvGrpSpPr/>
          <p:nvPr/>
        </p:nvGrpSpPr>
        <p:grpSpPr>
          <a:xfrm>
            <a:off x="7071116" y="3163399"/>
            <a:ext cx="1699576" cy="331293"/>
            <a:chOff x="6978650" y="3272668"/>
            <a:chExt cx="1699576" cy="331293"/>
          </a:xfrm>
        </p:grpSpPr>
        <p:sp>
          <p:nvSpPr>
            <p:cNvPr id="101" name="TextBox 100">
              <a:extLst>
                <a:ext uri="{FF2B5EF4-FFF2-40B4-BE49-F238E27FC236}">
                  <a16:creationId xmlns:a16="http://schemas.microsoft.com/office/drawing/2014/main" id="{4F1AE38D-67E1-8CDB-C4FF-1D08636F536B}"/>
                </a:ext>
              </a:extLst>
            </p:cNvPr>
            <p:cNvSpPr txBox="1"/>
            <p:nvPr/>
          </p:nvSpPr>
          <p:spPr>
            <a:xfrm>
              <a:off x="7463207" y="3307509"/>
              <a:ext cx="1215019"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Restructuring</a:t>
              </a:r>
            </a:p>
          </p:txBody>
        </p:sp>
        <p:grpSp>
          <p:nvGrpSpPr>
            <p:cNvPr id="131" name="Group 130">
              <a:extLst>
                <a:ext uri="{FF2B5EF4-FFF2-40B4-BE49-F238E27FC236}">
                  <a16:creationId xmlns:a16="http://schemas.microsoft.com/office/drawing/2014/main" id="{9B037FAB-FE0D-CB22-2342-9F9087B9822F}"/>
                </a:ext>
              </a:extLst>
            </p:cNvPr>
            <p:cNvGrpSpPr/>
            <p:nvPr/>
          </p:nvGrpSpPr>
          <p:grpSpPr>
            <a:xfrm>
              <a:off x="6978650" y="3272668"/>
              <a:ext cx="383138" cy="331293"/>
              <a:chOff x="4906511" y="5204107"/>
              <a:chExt cx="383138" cy="331293"/>
            </a:xfrm>
          </p:grpSpPr>
          <p:grpSp>
            <p:nvGrpSpPr>
              <p:cNvPr id="132" name="Group 131">
                <a:extLst>
                  <a:ext uri="{FF2B5EF4-FFF2-40B4-BE49-F238E27FC236}">
                    <a16:creationId xmlns:a16="http://schemas.microsoft.com/office/drawing/2014/main" id="{1155DC4C-48C4-0F3E-FCB1-16766F5F082F}"/>
                  </a:ext>
                </a:extLst>
              </p:cNvPr>
              <p:cNvGrpSpPr/>
              <p:nvPr/>
            </p:nvGrpSpPr>
            <p:grpSpPr>
              <a:xfrm>
                <a:off x="4927409" y="5204107"/>
                <a:ext cx="341316" cy="171088"/>
                <a:chOff x="4948360" y="5204107"/>
                <a:chExt cx="341316" cy="171088"/>
              </a:xfrm>
            </p:grpSpPr>
            <p:sp>
              <p:nvSpPr>
                <p:cNvPr id="137" name="Rectangle: Rounded Corners 136">
                  <a:extLst>
                    <a:ext uri="{FF2B5EF4-FFF2-40B4-BE49-F238E27FC236}">
                      <a16:creationId xmlns:a16="http://schemas.microsoft.com/office/drawing/2014/main" id="{C6C094D7-0F95-FC55-6AE5-60F41BDCA2E8}"/>
                    </a:ext>
                  </a:extLst>
                </p:cNvPr>
                <p:cNvSpPr/>
                <p:nvPr/>
              </p:nvSpPr>
              <p:spPr>
                <a:xfrm>
                  <a:off x="5053724" y="5204107"/>
                  <a:ext cx="118946" cy="118946"/>
                </a:xfrm>
                <a:prstGeom prst="roundRect">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38" name="Group 137">
                  <a:extLst>
                    <a:ext uri="{FF2B5EF4-FFF2-40B4-BE49-F238E27FC236}">
                      <a16:creationId xmlns:a16="http://schemas.microsoft.com/office/drawing/2014/main" id="{3CB6F9B2-4DEF-2170-1863-5E42427E4C0F}"/>
                    </a:ext>
                  </a:extLst>
                </p:cNvPr>
                <p:cNvGrpSpPr/>
                <p:nvPr/>
              </p:nvGrpSpPr>
              <p:grpSpPr>
                <a:xfrm rot="5400000">
                  <a:off x="5210942" y="5296461"/>
                  <a:ext cx="117497" cy="39971"/>
                  <a:chOff x="5140274" y="3291156"/>
                  <a:chExt cx="117497" cy="39971"/>
                </a:xfrm>
              </p:grpSpPr>
              <p:cxnSp>
                <p:nvCxnSpPr>
                  <p:cNvPr id="146" name="Straight Connector 145">
                    <a:extLst>
                      <a:ext uri="{FF2B5EF4-FFF2-40B4-BE49-F238E27FC236}">
                        <a16:creationId xmlns:a16="http://schemas.microsoft.com/office/drawing/2014/main" id="{493A966A-8715-E8A4-F61A-F00A72164395}"/>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67EA00F5-8C7B-B724-783E-A661AD1F3B3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62C43D53-1FBD-8E4F-67AB-CEE9232D6049}"/>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9" name="Group 138">
                  <a:extLst>
                    <a:ext uri="{FF2B5EF4-FFF2-40B4-BE49-F238E27FC236}">
                      <a16:creationId xmlns:a16="http://schemas.microsoft.com/office/drawing/2014/main" id="{B2020848-1733-F49A-7D5D-FABF0C9C09C4}"/>
                    </a:ext>
                  </a:extLst>
                </p:cNvPr>
                <p:cNvGrpSpPr/>
                <p:nvPr/>
              </p:nvGrpSpPr>
              <p:grpSpPr>
                <a:xfrm rot="5400000">
                  <a:off x="4909597" y="5296461"/>
                  <a:ext cx="117497" cy="39971"/>
                  <a:chOff x="5140274" y="3291156"/>
                  <a:chExt cx="117497" cy="39971"/>
                </a:xfrm>
              </p:grpSpPr>
              <p:cxnSp>
                <p:nvCxnSpPr>
                  <p:cNvPr id="142" name="Straight Connector 141">
                    <a:extLst>
                      <a:ext uri="{FF2B5EF4-FFF2-40B4-BE49-F238E27FC236}">
                        <a16:creationId xmlns:a16="http://schemas.microsoft.com/office/drawing/2014/main" id="{7752A12A-750F-FBAB-CD39-7D7464E1F6FF}"/>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25ED4E40-F295-2E3F-B5C2-F5B59FE4279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35055094-429A-7E89-9409-7BCC5B6E9B72}"/>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cxnSp>
              <p:nvCxnSpPr>
                <p:cNvPr id="140" name="Straight Connector 139">
                  <a:extLst>
                    <a:ext uri="{FF2B5EF4-FFF2-40B4-BE49-F238E27FC236}">
                      <a16:creationId xmlns:a16="http://schemas.microsoft.com/office/drawing/2014/main" id="{435CF3F4-554E-F253-9EEE-D041232D82A5}"/>
                    </a:ext>
                  </a:extLst>
                </p:cNvPr>
                <p:cNvCxnSpPr>
                  <a:cxnSpLocks/>
                </p:cNvCxnSpPr>
                <p:nvPr/>
              </p:nvCxnSpPr>
              <p:spPr>
                <a:xfrm flipH="1">
                  <a:off x="4961054"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17C5EEF6-B76B-3042-5809-47B82CEE675B}"/>
                    </a:ext>
                  </a:extLst>
                </p:cNvPr>
                <p:cNvCxnSpPr>
                  <a:cxnSpLocks/>
                </p:cNvCxnSpPr>
                <p:nvPr/>
              </p:nvCxnSpPr>
              <p:spPr>
                <a:xfrm flipH="1">
                  <a:off x="5176507"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3" name="Group 132">
                <a:extLst>
                  <a:ext uri="{FF2B5EF4-FFF2-40B4-BE49-F238E27FC236}">
                    <a16:creationId xmlns:a16="http://schemas.microsoft.com/office/drawing/2014/main" id="{C395B8E7-0C64-6E85-9442-D3924A7D96C6}"/>
                  </a:ext>
                </a:extLst>
              </p:cNvPr>
              <p:cNvGrpSpPr/>
              <p:nvPr/>
            </p:nvGrpSpPr>
            <p:grpSpPr>
              <a:xfrm>
                <a:off x="4906511" y="5385523"/>
                <a:ext cx="383138" cy="149877"/>
                <a:chOff x="4886817" y="5404591"/>
                <a:chExt cx="341783" cy="133700"/>
              </a:xfrm>
            </p:grpSpPr>
            <p:sp>
              <p:nvSpPr>
                <p:cNvPr id="134" name="Oval 133">
                  <a:extLst>
                    <a:ext uri="{FF2B5EF4-FFF2-40B4-BE49-F238E27FC236}">
                      <a16:creationId xmlns:a16="http://schemas.microsoft.com/office/drawing/2014/main" id="{88ADC141-8AD8-3C0B-F310-0AB694F10257}"/>
                    </a:ext>
                  </a:extLst>
                </p:cNvPr>
                <p:cNvSpPr/>
                <p:nvPr/>
              </p:nvSpPr>
              <p:spPr>
                <a:xfrm>
                  <a:off x="4886817"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5" name="Oval 134">
                  <a:extLst>
                    <a:ext uri="{FF2B5EF4-FFF2-40B4-BE49-F238E27FC236}">
                      <a16:creationId xmlns:a16="http://schemas.microsoft.com/office/drawing/2014/main" id="{4507DCEE-61C1-9CD9-020B-06CDC8D0FEC3}"/>
                    </a:ext>
                  </a:extLst>
                </p:cNvPr>
                <p:cNvSpPr/>
                <p:nvPr/>
              </p:nvSpPr>
              <p:spPr>
                <a:xfrm>
                  <a:off x="4990859" y="5404591"/>
                  <a:ext cx="133700" cy="133700"/>
                </a:xfrm>
                <a:prstGeom prst="ellipse">
                  <a:avLst/>
                </a:prstGeom>
                <a:noFill/>
                <a:ln>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6" name="Oval 135">
                  <a:extLst>
                    <a:ext uri="{FF2B5EF4-FFF2-40B4-BE49-F238E27FC236}">
                      <a16:creationId xmlns:a16="http://schemas.microsoft.com/office/drawing/2014/main" id="{818AD309-127F-739E-EA40-7E411D000BCB}"/>
                    </a:ext>
                  </a:extLst>
                </p:cNvPr>
                <p:cNvSpPr/>
                <p:nvPr/>
              </p:nvSpPr>
              <p:spPr>
                <a:xfrm>
                  <a:off x="5094900"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grpSp>
        <p:nvGrpSpPr>
          <p:cNvPr id="10" name="Group 9">
            <a:extLst>
              <a:ext uri="{FF2B5EF4-FFF2-40B4-BE49-F238E27FC236}">
                <a16:creationId xmlns:a16="http://schemas.microsoft.com/office/drawing/2014/main" id="{4612284C-0F8B-66B5-FFA8-7CD6051E990A}"/>
              </a:ext>
            </a:extLst>
          </p:cNvPr>
          <p:cNvGrpSpPr/>
          <p:nvPr/>
        </p:nvGrpSpPr>
        <p:grpSpPr>
          <a:xfrm>
            <a:off x="576346" y="4604592"/>
            <a:ext cx="2677557" cy="538096"/>
            <a:chOff x="591049" y="4682154"/>
            <a:chExt cx="2677557" cy="538096"/>
          </a:xfrm>
        </p:grpSpPr>
        <p:grpSp>
          <p:nvGrpSpPr>
            <p:cNvPr id="244" name="Group 243">
              <a:extLst>
                <a:ext uri="{FF2B5EF4-FFF2-40B4-BE49-F238E27FC236}">
                  <a16:creationId xmlns:a16="http://schemas.microsoft.com/office/drawing/2014/main" id="{0CC52172-D040-7CCB-B094-BF446E81F213}"/>
                </a:ext>
              </a:extLst>
            </p:cNvPr>
            <p:cNvGrpSpPr/>
            <p:nvPr/>
          </p:nvGrpSpPr>
          <p:grpSpPr>
            <a:xfrm>
              <a:off x="591049" y="4682154"/>
              <a:ext cx="2677557" cy="538096"/>
              <a:chOff x="323925" y="4682154"/>
              <a:chExt cx="2677557" cy="538096"/>
            </a:xfrm>
            <a:solidFill>
              <a:schemeClr val="bg1"/>
            </a:solidFill>
          </p:grpSpPr>
          <p:sp>
            <p:nvSpPr>
              <p:cNvPr id="154" name="Rectangle: Rounded Corners 153">
                <a:extLst>
                  <a:ext uri="{FF2B5EF4-FFF2-40B4-BE49-F238E27FC236}">
                    <a16:creationId xmlns:a16="http://schemas.microsoft.com/office/drawing/2014/main" id="{765AD042-35C7-AA2C-16AD-150B6E502BC9}"/>
                  </a:ext>
                </a:extLst>
              </p:cNvPr>
              <p:cNvSpPr/>
              <p:nvPr/>
            </p:nvSpPr>
            <p:spPr>
              <a:xfrm>
                <a:off x="323925"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pic>
            <p:nvPicPr>
              <p:cNvPr id="219" name="Graphic 218" descr="Oil Rig with solid fill">
                <a:extLst>
                  <a:ext uri="{FF2B5EF4-FFF2-40B4-BE49-F238E27FC236}">
                    <a16:creationId xmlns:a16="http://schemas.microsoft.com/office/drawing/2014/main" id="{B54AF129-2A14-EBE8-4922-9C813F44F57C}"/>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67506" y="4771202"/>
                <a:ext cx="360000" cy="360000"/>
              </a:xfrm>
              <a:prstGeom prst="rect">
                <a:avLst/>
              </a:prstGeom>
            </p:spPr>
          </p:pic>
        </p:grpSp>
        <p:sp>
          <p:nvSpPr>
            <p:cNvPr id="155" name="TextBox 154">
              <a:extLst>
                <a:ext uri="{FF2B5EF4-FFF2-40B4-BE49-F238E27FC236}">
                  <a16:creationId xmlns:a16="http://schemas.microsoft.com/office/drawing/2014/main" id="{4838622A-BF58-F43C-8D8E-D5F5EC57EB69}"/>
                </a:ext>
              </a:extLst>
            </p:cNvPr>
            <p:cNvSpPr txBox="1"/>
            <p:nvPr/>
          </p:nvSpPr>
          <p:spPr>
            <a:xfrm>
              <a:off x="963721"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Energy &amp; Renewables</a:t>
              </a:r>
            </a:p>
          </p:txBody>
        </p:sp>
      </p:grpSp>
      <p:grpSp>
        <p:nvGrpSpPr>
          <p:cNvPr id="246" name="Group 245">
            <a:extLst>
              <a:ext uri="{FF2B5EF4-FFF2-40B4-BE49-F238E27FC236}">
                <a16:creationId xmlns:a16="http://schemas.microsoft.com/office/drawing/2014/main" id="{EAD11F0E-D172-9B13-79FB-15434451A653}"/>
              </a:ext>
            </a:extLst>
          </p:cNvPr>
          <p:cNvGrpSpPr/>
          <p:nvPr/>
        </p:nvGrpSpPr>
        <p:grpSpPr>
          <a:xfrm>
            <a:off x="6377177" y="5132513"/>
            <a:ext cx="2677557" cy="538096"/>
            <a:chOff x="3233221" y="4100904"/>
            <a:chExt cx="2677557" cy="538096"/>
          </a:xfrm>
          <a:solidFill>
            <a:schemeClr val="bg1"/>
          </a:solidFill>
        </p:grpSpPr>
        <p:sp>
          <p:nvSpPr>
            <p:cNvPr id="170" name="Rectangle: Rounded Corners 169">
              <a:extLst>
                <a:ext uri="{FF2B5EF4-FFF2-40B4-BE49-F238E27FC236}">
                  <a16:creationId xmlns:a16="http://schemas.microsoft.com/office/drawing/2014/main" id="{01576FAD-1317-F90A-C777-EBC5176D8F99}"/>
                </a:ext>
              </a:extLst>
            </p:cNvPr>
            <p:cNvSpPr/>
            <p:nvPr/>
          </p:nvSpPr>
          <p:spPr>
            <a:xfrm>
              <a:off x="3233221"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1" name="TextBox 170">
              <a:extLst>
                <a:ext uri="{FF2B5EF4-FFF2-40B4-BE49-F238E27FC236}">
                  <a16:creationId xmlns:a16="http://schemas.microsoft.com/office/drawing/2014/main" id="{A331092F-9279-5057-DE24-8E710A70C5E7}"/>
                </a:ext>
              </a:extLst>
            </p:cNvPr>
            <p:cNvSpPr txBox="1"/>
            <p:nvPr/>
          </p:nvSpPr>
          <p:spPr>
            <a:xfrm>
              <a:off x="3605893"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Financial Services</a:t>
              </a:r>
            </a:p>
          </p:txBody>
        </p:sp>
        <p:pic>
          <p:nvPicPr>
            <p:cNvPr id="172" name="Graphic 171" descr="Bank with solid fill">
              <a:extLst>
                <a:ext uri="{FF2B5EF4-FFF2-40B4-BE49-F238E27FC236}">
                  <a16:creationId xmlns:a16="http://schemas.microsoft.com/office/drawing/2014/main" id="{10C0B561-E70D-94F1-C874-657C124C819D}"/>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0398" y="4189952"/>
              <a:ext cx="360000" cy="360000"/>
            </a:xfrm>
            <a:prstGeom prst="rect">
              <a:avLst/>
            </a:prstGeom>
          </p:spPr>
        </p:pic>
      </p:grpSp>
      <p:grpSp>
        <p:nvGrpSpPr>
          <p:cNvPr id="249" name="Group 248">
            <a:extLst>
              <a:ext uri="{FF2B5EF4-FFF2-40B4-BE49-F238E27FC236}">
                <a16:creationId xmlns:a16="http://schemas.microsoft.com/office/drawing/2014/main" id="{53868C5B-0081-6D60-DFA6-CE43C6EC5058}"/>
              </a:ext>
            </a:extLst>
          </p:cNvPr>
          <p:cNvGrpSpPr/>
          <p:nvPr/>
        </p:nvGrpSpPr>
        <p:grpSpPr>
          <a:xfrm>
            <a:off x="6380394" y="4604592"/>
            <a:ext cx="2677557" cy="538096"/>
            <a:chOff x="6142520" y="4100904"/>
            <a:chExt cx="2677557" cy="538096"/>
          </a:xfrm>
          <a:solidFill>
            <a:schemeClr val="bg1"/>
          </a:solidFill>
        </p:grpSpPr>
        <p:sp>
          <p:nvSpPr>
            <p:cNvPr id="195" name="Rectangle: Rounded Corners 194">
              <a:extLst>
                <a:ext uri="{FF2B5EF4-FFF2-40B4-BE49-F238E27FC236}">
                  <a16:creationId xmlns:a16="http://schemas.microsoft.com/office/drawing/2014/main" id="{8C23E6E3-BFCC-C2C3-1AE0-BB19E748EBC6}"/>
                </a:ext>
              </a:extLst>
            </p:cNvPr>
            <p:cNvSpPr/>
            <p:nvPr/>
          </p:nvSpPr>
          <p:spPr>
            <a:xfrm>
              <a:off x="6142520"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96" name="TextBox 195">
              <a:extLst>
                <a:ext uri="{FF2B5EF4-FFF2-40B4-BE49-F238E27FC236}">
                  <a16:creationId xmlns:a16="http://schemas.microsoft.com/office/drawing/2014/main" id="{97CA63DA-7DCF-5F38-7DFA-093189437606}"/>
                </a:ext>
              </a:extLst>
            </p:cNvPr>
            <p:cNvSpPr txBox="1"/>
            <p:nvPr/>
          </p:nvSpPr>
          <p:spPr>
            <a:xfrm>
              <a:off x="6515192"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Metals &amp; Mining</a:t>
              </a:r>
            </a:p>
          </p:txBody>
        </p:sp>
        <p:pic>
          <p:nvPicPr>
            <p:cNvPr id="215" name="Graphic 214" descr="Mining tools with solid fill">
              <a:extLst>
                <a:ext uri="{FF2B5EF4-FFF2-40B4-BE49-F238E27FC236}">
                  <a16:creationId xmlns:a16="http://schemas.microsoft.com/office/drawing/2014/main" id="{8713894F-B153-D9BB-D6E1-B14D1CDC12F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173755" y="4189952"/>
              <a:ext cx="360000" cy="360000"/>
            </a:xfrm>
            <a:prstGeom prst="rect">
              <a:avLst/>
            </a:prstGeom>
          </p:spPr>
        </p:pic>
      </p:grpSp>
      <p:grpSp>
        <p:nvGrpSpPr>
          <p:cNvPr id="248" name="Group 247">
            <a:extLst>
              <a:ext uri="{FF2B5EF4-FFF2-40B4-BE49-F238E27FC236}">
                <a16:creationId xmlns:a16="http://schemas.microsoft.com/office/drawing/2014/main" id="{2F0EC7F0-D976-B3AA-EDA2-8294109F2C27}"/>
              </a:ext>
            </a:extLst>
          </p:cNvPr>
          <p:cNvGrpSpPr/>
          <p:nvPr/>
        </p:nvGrpSpPr>
        <p:grpSpPr>
          <a:xfrm>
            <a:off x="6323219" y="4076672"/>
            <a:ext cx="2723395" cy="538096"/>
            <a:chOff x="3233223" y="5263405"/>
            <a:chExt cx="2723395" cy="538096"/>
          </a:xfrm>
          <a:solidFill>
            <a:schemeClr val="bg1"/>
          </a:solidFill>
        </p:grpSpPr>
        <p:sp>
          <p:nvSpPr>
            <p:cNvPr id="187" name="Rectangle: Rounded Corners 186">
              <a:extLst>
                <a:ext uri="{FF2B5EF4-FFF2-40B4-BE49-F238E27FC236}">
                  <a16:creationId xmlns:a16="http://schemas.microsoft.com/office/drawing/2014/main" id="{B7F0E55E-9F54-2419-F660-07E0DECA6A72}"/>
                </a:ext>
              </a:extLst>
            </p:cNvPr>
            <p:cNvSpPr/>
            <p:nvPr/>
          </p:nvSpPr>
          <p:spPr>
            <a:xfrm>
              <a:off x="3233223"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89" name="TextBox 188">
              <a:extLst>
                <a:ext uri="{FF2B5EF4-FFF2-40B4-BE49-F238E27FC236}">
                  <a16:creationId xmlns:a16="http://schemas.microsoft.com/office/drawing/2014/main" id="{9517DD7F-FBEA-9323-88AC-C58E86D4715C}"/>
                </a:ext>
              </a:extLst>
            </p:cNvPr>
            <p:cNvSpPr txBox="1"/>
            <p:nvPr/>
          </p:nvSpPr>
          <p:spPr>
            <a:xfrm>
              <a:off x="3652017" y="5331509"/>
              <a:ext cx="2304601" cy="461665"/>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Technology</a:t>
              </a:r>
              <a:r>
                <a:rPr lang="en-CA" sz="1200" b="1" dirty="0">
                  <a:solidFill>
                    <a:schemeClr val="bg1"/>
                  </a:solidFill>
                  <a:latin typeface="Palatino Linotype" panose="02040502050505030304" pitchFamily="18" charset="0"/>
                </a:rPr>
                <a:t>, </a:t>
              </a:r>
              <a:r>
                <a:rPr lang="en-CA" sz="1200" b="1" noProof="0" dirty="0">
                  <a:solidFill>
                    <a:schemeClr val="bg1"/>
                  </a:solidFill>
                  <a:latin typeface="Palatino Linotype" panose="02040502050505030304" pitchFamily="18" charset="0"/>
                </a:rPr>
                <a:t>Media &amp; Communication</a:t>
              </a:r>
            </a:p>
          </p:txBody>
        </p:sp>
        <p:pic>
          <p:nvPicPr>
            <p:cNvPr id="216" name="Graphic 215" descr="Online Network with solid fill">
              <a:extLst>
                <a:ext uri="{FF2B5EF4-FFF2-40B4-BE49-F238E27FC236}">
                  <a16:creationId xmlns:a16="http://schemas.microsoft.com/office/drawing/2014/main" id="{1A6D2F00-7E32-7B77-0522-4F601D4D5B77}"/>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321633" y="5352453"/>
              <a:ext cx="360000" cy="360000"/>
            </a:xfrm>
            <a:prstGeom prst="rect">
              <a:avLst/>
            </a:prstGeom>
          </p:spPr>
        </p:pic>
      </p:grpSp>
      <p:grpSp>
        <p:nvGrpSpPr>
          <p:cNvPr id="247" name="Group 246">
            <a:extLst>
              <a:ext uri="{FF2B5EF4-FFF2-40B4-BE49-F238E27FC236}">
                <a16:creationId xmlns:a16="http://schemas.microsoft.com/office/drawing/2014/main" id="{319BA026-F510-691E-D965-2A2C6D7E36FE}"/>
              </a:ext>
            </a:extLst>
          </p:cNvPr>
          <p:cNvGrpSpPr/>
          <p:nvPr/>
        </p:nvGrpSpPr>
        <p:grpSpPr>
          <a:xfrm>
            <a:off x="576346" y="5132513"/>
            <a:ext cx="2677557" cy="538096"/>
            <a:chOff x="3233221" y="4682154"/>
            <a:chExt cx="2677557" cy="538096"/>
          </a:xfrm>
          <a:solidFill>
            <a:schemeClr val="bg1"/>
          </a:solidFill>
        </p:grpSpPr>
        <p:sp>
          <p:nvSpPr>
            <p:cNvPr id="175" name="Rectangle: Rounded Corners 174">
              <a:extLst>
                <a:ext uri="{FF2B5EF4-FFF2-40B4-BE49-F238E27FC236}">
                  <a16:creationId xmlns:a16="http://schemas.microsoft.com/office/drawing/2014/main" id="{F5CE8E9B-C200-9965-B7A9-CBBFCB89109B}"/>
                </a:ext>
              </a:extLst>
            </p:cNvPr>
            <p:cNvSpPr/>
            <p:nvPr/>
          </p:nvSpPr>
          <p:spPr>
            <a:xfrm>
              <a:off x="3233221"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6" name="TextBox 175">
              <a:extLst>
                <a:ext uri="{FF2B5EF4-FFF2-40B4-BE49-F238E27FC236}">
                  <a16:creationId xmlns:a16="http://schemas.microsoft.com/office/drawing/2014/main" id="{FA223649-D5FB-E7EC-1AA8-6D9F9CF31E6E}"/>
                </a:ext>
              </a:extLst>
            </p:cNvPr>
            <p:cNvSpPr txBox="1"/>
            <p:nvPr/>
          </p:nvSpPr>
          <p:spPr>
            <a:xfrm>
              <a:off x="3605893"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Healthcare</a:t>
              </a:r>
            </a:p>
          </p:txBody>
        </p:sp>
        <p:pic>
          <p:nvPicPr>
            <p:cNvPr id="220" name="Graphic 219" descr="Medical with solid fill">
              <a:extLst>
                <a:ext uri="{FF2B5EF4-FFF2-40B4-BE49-F238E27FC236}">
                  <a16:creationId xmlns:a16="http://schemas.microsoft.com/office/drawing/2014/main" id="{5A720001-A566-1676-57BA-E7010C8CA5C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90398" y="4771202"/>
              <a:ext cx="360000" cy="360000"/>
            </a:xfrm>
            <a:prstGeom prst="rect">
              <a:avLst/>
            </a:prstGeom>
          </p:spPr>
        </p:pic>
      </p:grpSp>
      <p:grpSp>
        <p:nvGrpSpPr>
          <p:cNvPr id="251" name="Group 250">
            <a:extLst>
              <a:ext uri="{FF2B5EF4-FFF2-40B4-BE49-F238E27FC236}">
                <a16:creationId xmlns:a16="http://schemas.microsoft.com/office/drawing/2014/main" id="{DC737FAE-00DE-74DA-2942-B6A81139A5D0}"/>
              </a:ext>
            </a:extLst>
          </p:cNvPr>
          <p:cNvGrpSpPr/>
          <p:nvPr/>
        </p:nvGrpSpPr>
        <p:grpSpPr>
          <a:xfrm>
            <a:off x="3513695" y="4604592"/>
            <a:ext cx="2677557" cy="538096"/>
            <a:chOff x="6142520" y="4682154"/>
            <a:chExt cx="2677557" cy="538096"/>
          </a:xfrm>
          <a:solidFill>
            <a:schemeClr val="bg1"/>
          </a:solidFill>
        </p:grpSpPr>
        <p:sp>
          <p:nvSpPr>
            <p:cNvPr id="208" name="Rectangle: Rounded Corners 207">
              <a:extLst>
                <a:ext uri="{FF2B5EF4-FFF2-40B4-BE49-F238E27FC236}">
                  <a16:creationId xmlns:a16="http://schemas.microsoft.com/office/drawing/2014/main" id="{E6E5A182-9AA8-1D81-ACA4-0F6888CBCAD3}"/>
                </a:ext>
              </a:extLst>
            </p:cNvPr>
            <p:cNvSpPr/>
            <p:nvPr/>
          </p:nvSpPr>
          <p:spPr>
            <a:xfrm>
              <a:off x="6142520"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209" name="TextBox 208">
              <a:extLst>
                <a:ext uri="{FF2B5EF4-FFF2-40B4-BE49-F238E27FC236}">
                  <a16:creationId xmlns:a16="http://schemas.microsoft.com/office/drawing/2014/main" id="{0EA9BFE7-9D96-0571-8712-2F7A000CBD2A}"/>
                </a:ext>
              </a:extLst>
            </p:cNvPr>
            <p:cNvSpPr txBox="1"/>
            <p:nvPr/>
          </p:nvSpPr>
          <p:spPr>
            <a:xfrm>
              <a:off x="6515192"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Industrial &amp; Manufacturing</a:t>
              </a:r>
            </a:p>
          </p:txBody>
        </p:sp>
        <p:sp>
          <p:nvSpPr>
            <p:cNvPr id="221" name="Freeform 49">
              <a:extLst>
                <a:ext uri="{FF2B5EF4-FFF2-40B4-BE49-F238E27FC236}">
                  <a16:creationId xmlns:a16="http://schemas.microsoft.com/office/drawing/2014/main" id="{23FE106C-3F7E-25C2-195A-6C02EDD9DC58}"/>
                </a:ext>
              </a:extLst>
            </p:cNvPr>
            <p:cNvSpPr>
              <a:spLocks noEditPoints="1"/>
            </p:cNvSpPr>
            <p:nvPr/>
          </p:nvSpPr>
          <p:spPr bwMode="auto">
            <a:xfrm>
              <a:off x="6195428" y="4810894"/>
              <a:ext cx="337542" cy="280617"/>
            </a:xfrm>
            <a:custGeom>
              <a:avLst/>
              <a:gdLst>
                <a:gd name="T0" fmla="*/ 1125 w 2593"/>
                <a:gd name="T1" fmla="*/ 404 h 2489"/>
                <a:gd name="T2" fmla="*/ 1248 w 2593"/>
                <a:gd name="T3" fmla="*/ 284 h 2489"/>
                <a:gd name="T4" fmla="*/ 1256 w 2593"/>
                <a:gd name="T5" fmla="*/ 247 h 2489"/>
                <a:gd name="T6" fmla="*/ 1280 w 2593"/>
                <a:gd name="T7" fmla="*/ 214 h 2489"/>
                <a:gd name="T8" fmla="*/ 1317 w 2593"/>
                <a:gd name="T9" fmla="*/ 187 h 2489"/>
                <a:gd name="T10" fmla="*/ 1360 w 2593"/>
                <a:gd name="T11" fmla="*/ 174 h 2489"/>
                <a:gd name="T12" fmla="*/ 1405 w 2593"/>
                <a:gd name="T13" fmla="*/ 178 h 2489"/>
                <a:gd name="T14" fmla="*/ 1448 w 2593"/>
                <a:gd name="T15" fmla="*/ 204 h 2489"/>
                <a:gd name="T16" fmla="*/ 1467 w 2593"/>
                <a:gd name="T17" fmla="*/ 190 h 2489"/>
                <a:gd name="T18" fmla="*/ 1488 w 2593"/>
                <a:gd name="T19" fmla="*/ 142 h 2489"/>
                <a:gd name="T20" fmla="*/ 1526 w 2593"/>
                <a:gd name="T21" fmla="*/ 107 h 2489"/>
                <a:gd name="T22" fmla="*/ 1575 w 2593"/>
                <a:gd name="T23" fmla="*/ 87 h 2489"/>
                <a:gd name="T24" fmla="*/ 1628 w 2593"/>
                <a:gd name="T25" fmla="*/ 92 h 2489"/>
                <a:gd name="T26" fmla="*/ 1679 w 2593"/>
                <a:gd name="T27" fmla="*/ 124 h 2489"/>
                <a:gd name="T28" fmla="*/ 1713 w 2593"/>
                <a:gd name="T29" fmla="*/ 156 h 2489"/>
                <a:gd name="T30" fmla="*/ 1743 w 2593"/>
                <a:gd name="T31" fmla="*/ 75 h 2489"/>
                <a:gd name="T32" fmla="*/ 1815 w 2593"/>
                <a:gd name="T33" fmla="*/ 20 h 2489"/>
                <a:gd name="T34" fmla="*/ 1910 w 2593"/>
                <a:gd name="T35" fmla="*/ 0 h 2489"/>
                <a:gd name="T36" fmla="*/ 2006 w 2593"/>
                <a:gd name="T37" fmla="*/ 22 h 2489"/>
                <a:gd name="T38" fmla="*/ 2085 w 2593"/>
                <a:gd name="T39" fmla="*/ 95 h 2489"/>
                <a:gd name="T40" fmla="*/ 2123 w 2593"/>
                <a:gd name="T41" fmla="*/ 226 h 2489"/>
                <a:gd name="T42" fmla="*/ 2106 w 2593"/>
                <a:gd name="T43" fmla="*/ 372 h 2489"/>
                <a:gd name="T44" fmla="*/ 2045 w 2593"/>
                <a:gd name="T45" fmla="*/ 464 h 2489"/>
                <a:gd name="T46" fmla="*/ 1957 w 2593"/>
                <a:gd name="T47" fmla="*/ 505 h 2489"/>
                <a:gd name="T48" fmla="*/ 1861 w 2593"/>
                <a:gd name="T49" fmla="*/ 502 h 2489"/>
                <a:gd name="T50" fmla="*/ 1776 w 2593"/>
                <a:gd name="T51" fmla="*/ 461 h 2489"/>
                <a:gd name="T52" fmla="*/ 1722 w 2593"/>
                <a:gd name="T53" fmla="*/ 389 h 2489"/>
                <a:gd name="T54" fmla="*/ 1696 w 2593"/>
                <a:gd name="T55" fmla="*/ 361 h 2489"/>
                <a:gd name="T56" fmla="*/ 1650 w 2593"/>
                <a:gd name="T57" fmla="*/ 405 h 2489"/>
                <a:gd name="T58" fmla="*/ 1601 w 2593"/>
                <a:gd name="T59" fmla="*/ 418 h 2489"/>
                <a:gd name="T60" fmla="*/ 1554 w 2593"/>
                <a:gd name="T61" fmla="*/ 409 h 2489"/>
                <a:gd name="T62" fmla="*/ 1515 w 2593"/>
                <a:gd name="T63" fmla="*/ 383 h 2489"/>
                <a:gd name="T64" fmla="*/ 1487 w 2593"/>
                <a:gd name="T65" fmla="*/ 347 h 2489"/>
                <a:gd name="T66" fmla="*/ 1477 w 2593"/>
                <a:gd name="T67" fmla="*/ 310 h 2489"/>
                <a:gd name="T68" fmla="*/ 1458 w 2593"/>
                <a:gd name="T69" fmla="*/ 348 h 2489"/>
                <a:gd name="T70" fmla="*/ 1426 w 2593"/>
                <a:gd name="T71" fmla="*/ 372 h 2489"/>
                <a:gd name="T72" fmla="*/ 1388 w 2593"/>
                <a:gd name="T73" fmla="*/ 386 h 2489"/>
                <a:gd name="T74" fmla="*/ 1348 w 2593"/>
                <a:gd name="T75" fmla="*/ 385 h 2489"/>
                <a:gd name="T76" fmla="*/ 1309 w 2593"/>
                <a:gd name="T77" fmla="*/ 369 h 2489"/>
                <a:gd name="T78" fmla="*/ 1277 w 2593"/>
                <a:gd name="T79" fmla="*/ 341 h 2489"/>
                <a:gd name="T80" fmla="*/ 1267 w 2593"/>
                <a:gd name="T81" fmla="*/ 345 h 2489"/>
                <a:gd name="T82" fmla="*/ 1254 w 2593"/>
                <a:gd name="T83" fmla="*/ 369 h 2489"/>
                <a:gd name="T84" fmla="*/ 1204 w 2593"/>
                <a:gd name="T85" fmla="*/ 392 h 2489"/>
                <a:gd name="T86" fmla="*/ 1155 w 2593"/>
                <a:gd name="T87" fmla="*/ 392 h 2489"/>
                <a:gd name="T88" fmla="*/ 1161 w 2593"/>
                <a:gd name="T89" fmla="*/ 329 h 2489"/>
                <a:gd name="T90" fmla="*/ 1188 w 2593"/>
                <a:gd name="T91" fmla="*/ 283 h 2489"/>
                <a:gd name="T92" fmla="*/ 1219 w 2593"/>
                <a:gd name="T93" fmla="*/ 274 h 2489"/>
                <a:gd name="T94" fmla="*/ 1248 w 2593"/>
                <a:gd name="T95" fmla="*/ 284 h 2489"/>
                <a:gd name="T96" fmla="*/ 2032 w 2593"/>
                <a:gd name="T97" fmla="*/ 799 h 2489"/>
                <a:gd name="T98" fmla="*/ 2072 w 2593"/>
                <a:gd name="T99" fmla="*/ 762 h 2489"/>
                <a:gd name="T100" fmla="*/ 2142 w 2593"/>
                <a:gd name="T101" fmla="*/ 767 h 2489"/>
                <a:gd name="T102" fmla="*/ 2185 w 2593"/>
                <a:gd name="T103" fmla="*/ 1532 h 2489"/>
                <a:gd name="T104" fmla="*/ 2593 w 2593"/>
                <a:gd name="T105" fmla="*/ 2489 h 2489"/>
                <a:gd name="T106" fmla="*/ 308 w 2593"/>
                <a:gd name="T107" fmla="*/ 2044 h 2489"/>
                <a:gd name="T108" fmla="*/ 633 w 2593"/>
                <a:gd name="T109" fmla="*/ 1947 h 2489"/>
                <a:gd name="T110" fmla="*/ 1984 w 2593"/>
                <a:gd name="T111" fmla="*/ 1733 h 24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593" h="2489">
                  <a:moveTo>
                    <a:pt x="1336" y="794"/>
                  </a:moveTo>
                  <a:lnTo>
                    <a:pt x="824" y="794"/>
                  </a:lnTo>
                  <a:lnTo>
                    <a:pt x="824" y="643"/>
                  </a:lnTo>
                  <a:lnTo>
                    <a:pt x="1125" y="643"/>
                  </a:lnTo>
                  <a:lnTo>
                    <a:pt x="1125" y="404"/>
                  </a:lnTo>
                  <a:lnTo>
                    <a:pt x="1216" y="404"/>
                  </a:lnTo>
                  <a:lnTo>
                    <a:pt x="1216" y="643"/>
                  </a:lnTo>
                  <a:lnTo>
                    <a:pt x="1336" y="643"/>
                  </a:lnTo>
                  <a:lnTo>
                    <a:pt x="1336" y="794"/>
                  </a:lnTo>
                  <a:close/>
                  <a:moveTo>
                    <a:pt x="1248" y="284"/>
                  </a:moveTo>
                  <a:lnTo>
                    <a:pt x="1248" y="277"/>
                  </a:lnTo>
                  <a:lnTo>
                    <a:pt x="1249" y="269"/>
                  </a:lnTo>
                  <a:lnTo>
                    <a:pt x="1251" y="261"/>
                  </a:lnTo>
                  <a:lnTo>
                    <a:pt x="1253" y="254"/>
                  </a:lnTo>
                  <a:lnTo>
                    <a:pt x="1256" y="247"/>
                  </a:lnTo>
                  <a:lnTo>
                    <a:pt x="1260" y="240"/>
                  </a:lnTo>
                  <a:lnTo>
                    <a:pt x="1264" y="233"/>
                  </a:lnTo>
                  <a:lnTo>
                    <a:pt x="1269" y="227"/>
                  </a:lnTo>
                  <a:lnTo>
                    <a:pt x="1274" y="220"/>
                  </a:lnTo>
                  <a:lnTo>
                    <a:pt x="1280" y="214"/>
                  </a:lnTo>
                  <a:lnTo>
                    <a:pt x="1288" y="208"/>
                  </a:lnTo>
                  <a:lnTo>
                    <a:pt x="1294" y="202"/>
                  </a:lnTo>
                  <a:lnTo>
                    <a:pt x="1301" y="196"/>
                  </a:lnTo>
                  <a:lnTo>
                    <a:pt x="1309" y="192"/>
                  </a:lnTo>
                  <a:lnTo>
                    <a:pt x="1317" y="187"/>
                  </a:lnTo>
                  <a:lnTo>
                    <a:pt x="1325" y="184"/>
                  </a:lnTo>
                  <a:lnTo>
                    <a:pt x="1333" y="180"/>
                  </a:lnTo>
                  <a:lnTo>
                    <a:pt x="1342" y="178"/>
                  </a:lnTo>
                  <a:lnTo>
                    <a:pt x="1351" y="175"/>
                  </a:lnTo>
                  <a:lnTo>
                    <a:pt x="1360" y="174"/>
                  </a:lnTo>
                  <a:lnTo>
                    <a:pt x="1369" y="173"/>
                  </a:lnTo>
                  <a:lnTo>
                    <a:pt x="1378" y="173"/>
                  </a:lnTo>
                  <a:lnTo>
                    <a:pt x="1387" y="174"/>
                  </a:lnTo>
                  <a:lnTo>
                    <a:pt x="1397" y="175"/>
                  </a:lnTo>
                  <a:lnTo>
                    <a:pt x="1405" y="178"/>
                  </a:lnTo>
                  <a:lnTo>
                    <a:pt x="1414" y="181"/>
                  </a:lnTo>
                  <a:lnTo>
                    <a:pt x="1423" y="185"/>
                  </a:lnTo>
                  <a:lnTo>
                    <a:pt x="1431" y="191"/>
                  </a:lnTo>
                  <a:lnTo>
                    <a:pt x="1440" y="197"/>
                  </a:lnTo>
                  <a:lnTo>
                    <a:pt x="1448" y="204"/>
                  </a:lnTo>
                  <a:lnTo>
                    <a:pt x="1457" y="213"/>
                  </a:lnTo>
                  <a:lnTo>
                    <a:pt x="1464" y="223"/>
                  </a:lnTo>
                  <a:lnTo>
                    <a:pt x="1464" y="212"/>
                  </a:lnTo>
                  <a:lnTo>
                    <a:pt x="1465" y="201"/>
                  </a:lnTo>
                  <a:lnTo>
                    <a:pt x="1467" y="190"/>
                  </a:lnTo>
                  <a:lnTo>
                    <a:pt x="1469" y="180"/>
                  </a:lnTo>
                  <a:lnTo>
                    <a:pt x="1473" y="171"/>
                  </a:lnTo>
                  <a:lnTo>
                    <a:pt x="1477" y="161"/>
                  </a:lnTo>
                  <a:lnTo>
                    <a:pt x="1482" y="152"/>
                  </a:lnTo>
                  <a:lnTo>
                    <a:pt x="1488" y="142"/>
                  </a:lnTo>
                  <a:lnTo>
                    <a:pt x="1494" y="134"/>
                  </a:lnTo>
                  <a:lnTo>
                    <a:pt x="1501" y="126"/>
                  </a:lnTo>
                  <a:lnTo>
                    <a:pt x="1510" y="119"/>
                  </a:lnTo>
                  <a:lnTo>
                    <a:pt x="1518" y="113"/>
                  </a:lnTo>
                  <a:lnTo>
                    <a:pt x="1526" y="107"/>
                  </a:lnTo>
                  <a:lnTo>
                    <a:pt x="1535" y="102"/>
                  </a:lnTo>
                  <a:lnTo>
                    <a:pt x="1544" y="97"/>
                  </a:lnTo>
                  <a:lnTo>
                    <a:pt x="1554" y="93"/>
                  </a:lnTo>
                  <a:lnTo>
                    <a:pt x="1565" y="90"/>
                  </a:lnTo>
                  <a:lnTo>
                    <a:pt x="1575" y="87"/>
                  </a:lnTo>
                  <a:lnTo>
                    <a:pt x="1585" y="86"/>
                  </a:lnTo>
                  <a:lnTo>
                    <a:pt x="1595" y="86"/>
                  </a:lnTo>
                  <a:lnTo>
                    <a:pt x="1606" y="87"/>
                  </a:lnTo>
                  <a:lnTo>
                    <a:pt x="1616" y="89"/>
                  </a:lnTo>
                  <a:lnTo>
                    <a:pt x="1628" y="92"/>
                  </a:lnTo>
                  <a:lnTo>
                    <a:pt x="1638" y="96"/>
                  </a:lnTo>
                  <a:lnTo>
                    <a:pt x="1648" y="101"/>
                  </a:lnTo>
                  <a:lnTo>
                    <a:pt x="1659" y="107"/>
                  </a:lnTo>
                  <a:lnTo>
                    <a:pt x="1668" y="115"/>
                  </a:lnTo>
                  <a:lnTo>
                    <a:pt x="1679" y="124"/>
                  </a:lnTo>
                  <a:lnTo>
                    <a:pt x="1688" y="134"/>
                  </a:lnTo>
                  <a:lnTo>
                    <a:pt x="1697" y="145"/>
                  </a:lnTo>
                  <a:lnTo>
                    <a:pt x="1706" y="159"/>
                  </a:lnTo>
                  <a:lnTo>
                    <a:pt x="1714" y="174"/>
                  </a:lnTo>
                  <a:lnTo>
                    <a:pt x="1713" y="156"/>
                  </a:lnTo>
                  <a:lnTo>
                    <a:pt x="1715" y="137"/>
                  </a:lnTo>
                  <a:lnTo>
                    <a:pt x="1718" y="120"/>
                  </a:lnTo>
                  <a:lnTo>
                    <a:pt x="1724" y="105"/>
                  </a:lnTo>
                  <a:lnTo>
                    <a:pt x="1733" y="90"/>
                  </a:lnTo>
                  <a:lnTo>
                    <a:pt x="1743" y="75"/>
                  </a:lnTo>
                  <a:lnTo>
                    <a:pt x="1755" y="62"/>
                  </a:lnTo>
                  <a:lnTo>
                    <a:pt x="1768" y="50"/>
                  </a:lnTo>
                  <a:lnTo>
                    <a:pt x="1782" y="39"/>
                  </a:lnTo>
                  <a:lnTo>
                    <a:pt x="1799" y="28"/>
                  </a:lnTo>
                  <a:lnTo>
                    <a:pt x="1815" y="20"/>
                  </a:lnTo>
                  <a:lnTo>
                    <a:pt x="1833" y="13"/>
                  </a:lnTo>
                  <a:lnTo>
                    <a:pt x="1852" y="8"/>
                  </a:lnTo>
                  <a:lnTo>
                    <a:pt x="1871" y="3"/>
                  </a:lnTo>
                  <a:lnTo>
                    <a:pt x="1890" y="1"/>
                  </a:lnTo>
                  <a:lnTo>
                    <a:pt x="1910" y="0"/>
                  </a:lnTo>
                  <a:lnTo>
                    <a:pt x="1930" y="1"/>
                  </a:lnTo>
                  <a:lnTo>
                    <a:pt x="1949" y="3"/>
                  </a:lnTo>
                  <a:lnTo>
                    <a:pt x="1969" y="7"/>
                  </a:lnTo>
                  <a:lnTo>
                    <a:pt x="1988" y="14"/>
                  </a:lnTo>
                  <a:lnTo>
                    <a:pt x="2006" y="22"/>
                  </a:lnTo>
                  <a:lnTo>
                    <a:pt x="2025" y="33"/>
                  </a:lnTo>
                  <a:lnTo>
                    <a:pt x="2041" y="45"/>
                  </a:lnTo>
                  <a:lnTo>
                    <a:pt x="2057" y="59"/>
                  </a:lnTo>
                  <a:lnTo>
                    <a:pt x="2072" y="75"/>
                  </a:lnTo>
                  <a:lnTo>
                    <a:pt x="2085" y="95"/>
                  </a:lnTo>
                  <a:lnTo>
                    <a:pt x="2096" y="116"/>
                  </a:lnTo>
                  <a:lnTo>
                    <a:pt x="2106" y="139"/>
                  </a:lnTo>
                  <a:lnTo>
                    <a:pt x="2113" y="166"/>
                  </a:lnTo>
                  <a:lnTo>
                    <a:pt x="2119" y="194"/>
                  </a:lnTo>
                  <a:lnTo>
                    <a:pt x="2123" y="226"/>
                  </a:lnTo>
                  <a:lnTo>
                    <a:pt x="2125" y="259"/>
                  </a:lnTo>
                  <a:lnTo>
                    <a:pt x="2123" y="292"/>
                  </a:lnTo>
                  <a:lnTo>
                    <a:pt x="2119" y="320"/>
                  </a:lnTo>
                  <a:lnTo>
                    <a:pt x="2114" y="348"/>
                  </a:lnTo>
                  <a:lnTo>
                    <a:pt x="2106" y="372"/>
                  </a:lnTo>
                  <a:lnTo>
                    <a:pt x="2097" y="396"/>
                  </a:lnTo>
                  <a:lnTo>
                    <a:pt x="2086" y="415"/>
                  </a:lnTo>
                  <a:lnTo>
                    <a:pt x="2074" y="433"/>
                  </a:lnTo>
                  <a:lnTo>
                    <a:pt x="2059" y="450"/>
                  </a:lnTo>
                  <a:lnTo>
                    <a:pt x="2045" y="464"/>
                  </a:lnTo>
                  <a:lnTo>
                    <a:pt x="2029" y="476"/>
                  </a:lnTo>
                  <a:lnTo>
                    <a:pt x="2012" y="485"/>
                  </a:lnTo>
                  <a:lnTo>
                    <a:pt x="1994" y="493"/>
                  </a:lnTo>
                  <a:lnTo>
                    <a:pt x="1976" y="500"/>
                  </a:lnTo>
                  <a:lnTo>
                    <a:pt x="1957" y="505"/>
                  </a:lnTo>
                  <a:lnTo>
                    <a:pt x="1937" y="508"/>
                  </a:lnTo>
                  <a:lnTo>
                    <a:pt x="1918" y="508"/>
                  </a:lnTo>
                  <a:lnTo>
                    <a:pt x="1898" y="508"/>
                  </a:lnTo>
                  <a:lnTo>
                    <a:pt x="1879" y="506"/>
                  </a:lnTo>
                  <a:lnTo>
                    <a:pt x="1861" y="502"/>
                  </a:lnTo>
                  <a:lnTo>
                    <a:pt x="1842" y="496"/>
                  </a:lnTo>
                  <a:lnTo>
                    <a:pt x="1824" y="489"/>
                  </a:lnTo>
                  <a:lnTo>
                    <a:pt x="1808" y="481"/>
                  </a:lnTo>
                  <a:lnTo>
                    <a:pt x="1792" y="471"/>
                  </a:lnTo>
                  <a:lnTo>
                    <a:pt x="1776" y="461"/>
                  </a:lnTo>
                  <a:lnTo>
                    <a:pt x="1762" y="449"/>
                  </a:lnTo>
                  <a:lnTo>
                    <a:pt x="1750" y="435"/>
                  </a:lnTo>
                  <a:lnTo>
                    <a:pt x="1739" y="421"/>
                  </a:lnTo>
                  <a:lnTo>
                    <a:pt x="1729" y="405"/>
                  </a:lnTo>
                  <a:lnTo>
                    <a:pt x="1722" y="389"/>
                  </a:lnTo>
                  <a:lnTo>
                    <a:pt x="1716" y="371"/>
                  </a:lnTo>
                  <a:lnTo>
                    <a:pt x="1713" y="352"/>
                  </a:lnTo>
                  <a:lnTo>
                    <a:pt x="1711" y="333"/>
                  </a:lnTo>
                  <a:lnTo>
                    <a:pt x="1704" y="348"/>
                  </a:lnTo>
                  <a:lnTo>
                    <a:pt x="1696" y="361"/>
                  </a:lnTo>
                  <a:lnTo>
                    <a:pt x="1687" y="372"/>
                  </a:lnTo>
                  <a:lnTo>
                    <a:pt x="1679" y="383"/>
                  </a:lnTo>
                  <a:lnTo>
                    <a:pt x="1669" y="392"/>
                  </a:lnTo>
                  <a:lnTo>
                    <a:pt x="1659" y="399"/>
                  </a:lnTo>
                  <a:lnTo>
                    <a:pt x="1650" y="405"/>
                  </a:lnTo>
                  <a:lnTo>
                    <a:pt x="1641" y="410"/>
                  </a:lnTo>
                  <a:lnTo>
                    <a:pt x="1631" y="414"/>
                  </a:lnTo>
                  <a:lnTo>
                    <a:pt x="1622" y="416"/>
                  </a:lnTo>
                  <a:lnTo>
                    <a:pt x="1611" y="418"/>
                  </a:lnTo>
                  <a:lnTo>
                    <a:pt x="1601" y="418"/>
                  </a:lnTo>
                  <a:lnTo>
                    <a:pt x="1592" y="418"/>
                  </a:lnTo>
                  <a:lnTo>
                    <a:pt x="1582" y="417"/>
                  </a:lnTo>
                  <a:lnTo>
                    <a:pt x="1573" y="415"/>
                  </a:lnTo>
                  <a:lnTo>
                    <a:pt x="1564" y="412"/>
                  </a:lnTo>
                  <a:lnTo>
                    <a:pt x="1554" y="409"/>
                  </a:lnTo>
                  <a:lnTo>
                    <a:pt x="1546" y="404"/>
                  </a:lnTo>
                  <a:lnTo>
                    <a:pt x="1538" y="400"/>
                  </a:lnTo>
                  <a:lnTo>
                    <a:pt x="1530" y="395"/>
                  </a:lnTo>
                  <a:lnTo>
                    <a:pt x="1522" y="389"/>
                  </a:lnTo>
                  <a:lnTo>
                    <a:pt x="1515" y="383"/>
                  </a:lnTo>
                  <a:lnTo>
                    <a:pt x="1509" y="375"/>
                  </a:lnTo>
                  <a:lnTo>
                    <a:pt x="1502" y="369"/>
                  </a:lnTo>
                  <a:lnTo>
                    <a:pt x="1496" y="362"/>
                  </a:lnTo>
                  <a:lnTo>
                    <a:pt x="1491" y="354"/>
                  </a:lnTo>
                  <a:lnTo>
                    <a:pt x="1487" y="347"/>
                  </a:lnTo>
                  <a:lnTo>
                    <a:pt x="1484" y="340"/>
                  </a:lnTo>
                  <a:lnTo>
                    <a:pt x="1481" y="332"/>
                  </a:lnTo>
                  <a:lnTo>
                    <a:pt x="1479" y="325"/>
                  </a:lnTo>
                  <a:lnTo>
                    <a:pt x="1478" y="317"/>
                  </a:lnTo>
                  <a:lnTo>
                    <a:pt x="1477" y="310"/>
                  </a:lnTo>
                  <a:lnTo>
                    <a:pt x="1474" y="318"/>
                  </a:lnTo>
                  <a:lnTo>
                    <a:pt x="1471" y="327"/>
                  </a:lnTo>
                  <a:lnTo>
                    <a:pt x="1467" y="334"/>
                  </a:lnTo>
                  <a:lnTo>
                    <a:pt x="1463" y="341"/>
                  </a:lnTo>
                  <a:lnTo>
                    <a:pt x="1458" y="348"/>
                  </a:lnTo>
                  <a:lnTo>
                    <a:pt x="1453" y="354"/>
                  </a:lnTo>
                  <a:lnTo>
                    <a:pt x="1446" y="359"/>
                  </a:lnTo>
                  <a:lnTo>
                    <a:pt x="1440" y="364"/>
                  </a:lnTo>
                  <a:lnTo>
                    <a:pt x="1433" y="369"/>
                  </a:lnTo>
                  <a:lnTo>
                    <a:pt x="1426" y="372"/>
                  </a:lnTo>
                  <a:lnTo>
                    <a:pt x="1419" y="376"/>
                  </a:lnTo>
                  <a:lnTo>
                    <a:pt x="1412" y="379"/>
                  </a:lnTo>
                  <a:lnTo>
                    <a:pt x="1404" y="381"/>
                  </a:lnTo>
                  <a:lnTo>
                    <a:pt x="1397" y="384"/>
                  </a:lnTo>
                  <a:lnTo>
                    <a:pt x="1388" y="386"/>
                  </a:lnTo>
                  <a:lnTo>
                    <a:pt x="1380" y="386"/>
                  </a:lnTo>
                  <a:lnTo>
                    <a:pt x="1372" y="387"/>
                  </a:lnTo>
                  <a:lnTo>
                    <a:pt x="1364" y="387"/>
                  </a:lnTo>
                  <a:lnTo>
                    <a:pt x="1356" y="386"/>
                  </a:lnTo>
                  <a:lnTo>
                    <a:pt x="1348" y="385"/>
                  </a:lnTo>
                  <a:lnTo>
                    <a:pt x="1340" y="383"/>
                  </a:lnTo>
                  <a:lnTo>
                    <a:pt x="1331" y="380"/>
                  </a:lnTo>
                  <a:lnTo>
                    <a:pt x="1324" y="377"/>
                  </a:lnTo>
                  <a:lnTo>
                    <a:pt x="1316" y="373"/>
                  </a:lnTo>
                  <a:lnTo>
                    <a:pt x="1309" y="369"/>
                  </a:lnTo>
                  <a:lnTo>
                    <a:pt x="1302" y="365"/>
                  </a:lnTo>
                  <a:lnTo>
                    <a:pt x="1296" y="360"/>
                  </a:lnTo>
                  <a:lnTo>
                    <a:pt x="1290" y="354"/>
                  </a:lnTo>
                  <a:lnTo>
                    <a:pt x="1284" y="348"/>
                  </a:lnTo>
                  <a:lnTo>
                    <a:pt x="1277" y="341"/>
                  </a:lnTo>
                  <a:lnTo>
                    <a:pt x="1273" y="334"/>
                  </a:lnTo>
                  <a:lnTo>
                    <a:pt x="1268" y="326"/>
                  </a:lnTo>
                  <a:lnTo>
                    <a:pt x="1268" y="333"/>
                  </a:lnTo>
                  <a:lnTo>
                    <a:pt x="1268" y="339"/>
                  </a:lnTo>
                  <a:lnTo>
                    <a:pt x="1267" y="345"/>
                  </a:lnTo>
                  <a:lnTo>
                    <a:pt x="1266" y="351"/>
                  </a:lnTo>
                  <a:lnTo>
                    <a:pt x="1263" y="356"/>
                  </a:lnTo>
                  <a:lnTo>
                    <a:pt x="1261" y="360"/>
                  </a:lnTo>
                  <a:lnTo>
                    <a:pt x="1258" y="365"/>
                  </a:lnTo>
                  <a:lnTo>
                    <a:pt x="1254" y="369"/>
                  </a:lnTo>
                  <a:lnTo>
                    <a:pt x="1246" y="375"/>
                  </a:lnTo>
                  <a:lnTo>
                    <a:pt x="1236" y="381"/>
                  </a:lnTo>
                  <a:lnTo>
                    <a:pt x="1226" y="386"/>
                  </a:lnTo>
                  <a:lnTo>
                    <a:pt x="1215" y="390"/>
                  </a:lnTo>
                  <a:lnTo>
                    <a:pt x="1204" y="392"/>
                  </a:lnTo>
                  <a:lnTo>
                    <a:pt x="1193" y="393"/>
                  </a:lnTo>
                  <a:lnTo>
                    <a:pt x="1184" y="394"/>
                  </a:lnTo>
                  <a:lnTo>
                    <a:pt x="1175" y="395"/>
                  </a:lnTo>
                  <a:lnTo>
                    <a:pt x="1160" y="394"/>
                  </a:lnTo>
                  <a:lnTo>
                    <a:pt x="1155" y="392"/>
                  </a:lnTo>
                  <a:lnTo>
                    <a:pt x="1155" y="378"/>
                  </a:lnTo>
                  <a:lnTo>
                    <a:pt x="1155" y="366"/>
                  </a:lnTo>
                  <a:lnTo>
                    <a:pt x="1156" y="353"/>
                  </a:lnTo>
                  <a:lnTo>
                    <a:pt x="1158" y="341"/>
                  </a:lnTo>
                  <a:lnTo>
                    <a:pt x="1161" y="329"/>
                  </a:lnTo>
                  <a:lnTo>
                    <a:pt x="1164" y="317"/>
                  </a:lnTo>
                  <a:lnTo>
                    <a:pt x="1170" y="307"/>
                  </a:lnTo>
                  <a:lnTo>
                    <a:pt x="1175" y="298"/>
                  </a:lnTo>
                  <a:lnTo>
                    <a:pt x="1181" y="290"/>
                  </a:lnTo>
                  <a:lnTo>
                    <a:pt x="1188" y="283"/>
                  </a:lnTo>
                  <a:lnTo>
                    <a:pt x="1196" y="278"/>
                  </a:lnTo>
                  <a:lnTo>
                    <a:pt x="1205" y="275"/>
                  </a:lnTo>
                  <a:lnTo>
                    <a:pt x="1209" y="274"/>
                  </a:lnTo>
                  <a:lnTo>
                    <a:pt x="1214" y="274"/>
                  </a:lnTo>
                  <a:lnTo>
                    <a:pt x="1219" y="274"/>
                  </a:lnTo>
                  <a:lnTo>
                    <a:pt x="1224" y="275"/>
                  </a:lnTo>
                  <a:lnTo>
                    <a:pt x="1231" y="276"/>
                  </a:lnTo>
                  <a:lnTo>
                    <a:pt x="1236" y="278"/>
                  </a:lnTo>
                  <a:lnTo>
                    <a:pt x="1242" y="281"/>
                  </a:lnTo>
                  <a:lnTo>
                    <a:pt x="1248" y="284"/>
                  </a:lnTo>
                  <a:close/>
                  <a:moveTo>
                    <a:pt x="1984" y="1733"/>
                  </a:moveTo>
                  <a:lnTo>
                    <a:pt x="1984" y="1532"/>
                  </a:lnTo>
                  <a:lnTo>
                    <a:pt x="2035" y="1532"/>
                  </a:lnTo>
                  <a:lnTo>
                    <a:pt x="2035" y="798"/>
                  </a:lnTo>
                  <a:lnTo>
                    <a:pt x="2032" y="799"/>
                  </a:lnTo>
                  <a:lnTo>
                    <a:pt x="2030" y="799"/>
                  </a:lnTo>
                  <a:lnTo>
                    <a:pt x="2030" y="767"/>
                  </a:lnTo>
                  <a:lnTo>
                    <a:pt x="2043" y="764"/>
                  </a:lnTo>
                  <a:lnTo>
                    <a:pt x="2057" y="763"/>
                  </a:lnTo>
                  <a:lnTo>
                    <a:pt x="2072" y="762"/>
                  </a:lnTo>
                  <a:lnTo>
                    <a:pt x="2086" y="762"/>
                  </a:lnTo>
                  <a:lnTo>
                    <a:pt x="2100" y="762"/>
                  </a:lnTo>
                  <a:lnTo>
                    <a:pt x="2114" y="763"/>
                  </a:lnTo>
                  <a:lnTo>
                    <a:pt x="2129" y="764"/>
                  </a:lnTo>
                  <a:lnTo>
                    <a:pt x="2142" y="767"/>
                  </a:lnTo>
                  <a:lnTo>
                    <a:pt x="2142" y="799"/>
                  </a:lnTo>
                  <a:lnTo>
                    <a:pt x="2140" y="799"/>
                  </a:lnTo>
                  <a:lnTo>
                    <a:pt x="2137" y="798"/>
                  </a:lnTo>
                  <a:lnTo>
                    <a:pt x="2137" y="1532"/>
                  </a:lnTo>
                  <a:lnTo>
                    <a:pt x="2185" y="1532"/>
                  </a:lnTo>
                  <a:lnTo>
                    <a:pt x="2185" y="1768"/>
                  </a:lnTo>
                  <a:lnTo>
                    <a:pt x="2387" y="1768"/>
                  </a:lnTo>
                  <a:lnTo>
                    <a:pt x="2387" y="2141"/>
                  </a:lnTo>
                  <a:lnTo>
                    <a:pt x="2593" y="2141"/>
                  </a:lnTo>
                  <a:lnTo>
                    <a:pt x="2593" y="2489"/>
                  </a:lnTo>
                  <a:lnTo>
                    <a:pt x="0" y="2489"/>
                  </a:lnTo>
                  <a:lnTo>
                    <a:pt x="0" y="2327"/>
                  </a:lnTo>
                  <a:lnTo>
                    <a:pt x="211" y="2231"/>
                  </a:lnTo>
                  <a:lnTo>
                    <a:pt x="211" y="2044"/>
                  </a:lnTo>
                  <a:lnTo>
                    <a:pt x="308" y="2044"/>
                  </a:lnTo>
                  <a:lnTo>
                    <a:pt x="308" y="1947"/>
                  </a:lnTo>
                  <a:lnTo>
                    <a:pt x="486" y="1947"/>
                  </a:lnTo>
                  <a:lnTo>
                    <a:pt x="509" y="1462"/>
                  </a:lnTo>
                  <a:lnTo>
                    <a:pt x="619" y="1462"/>
                  </a:lnTo>
                  <a:lnTo>
                    <a:pt x="633" y="1947"/>
                  </a:lnTo>
                  <a:lnTo>
                    <a:pt x="698" y="1947"/>
                  </a:lnTo>
                  <a:lnTo>
                    <a:pt x="698" y="816"/>
                  </a:lnTo>
                  <a:lnTo>
                    <a:pt x="1426" y="816"/>
                  </a:lnTo>
                  <a:lnTo>
                    <a:pt x="1426" y="1733"/>
                  </a:lnTo>
                  <a:lnTo>
                    <a:pt x="1984" y="1733"/>
                  </a:lnTo>
                  <a:close/>
                </a:path>
              </a:pathLst>
            </a:custGeom>
            <a:grpFill/>
            <a:ln>
              <a:noFill/>
            </a:ln>
          </p:spPr>
          <p:txBody>
            <a:bodyPr vert="horz" wrap="square" lIns="91440" tIns="45720" rIns="91440" bIns="45720" numCol="1" anchor="t" anchorCtr="0" compatLnSpc="1">
              <a:prstTxWarp prst="textNoShape">
                <a:avLst/>
              </a:prstTxWarp>
            </a:bodyPr>
            <a:lstStyle/>
            <a:p>
              <a:endParaRPr lang="en-CA" noProof="0">
                <a:solidFill>
                  <a:schemeClr val="bg1"/>
                </a:solidFill>
                <a:latin typeface="Palatino Linotype" panose="02040502050505030304" pitchFamily="18" charset="0"/>
              </a:endParaRPr>
            </a:p>
          </p:txBody>
        </p:sp>
      </p:grpSp>
      <p:grpSp>
        <p:nvGrpSpPr>
          <p:cNvPr id="245" name="Group 244">
            <a:extLst>
              <a:ext uri="{FF2B5EF4-FFF2-40B4-BE49-F238E27FC236}">
                <a16:creationId xmlns:a16="http://schemas.microsoft.com/office/drawing/2014/main" id="{BCC40173-718D-2976-DFFE-A0587C51FDE3}"/>
              </a:ext>
            </a:extLst>
          </p:cNvPr>
          <p:cNvGrpSpPr/>
          <p:nvPr/>
        </p:nvGrpSpPr>
        <p:grpSpPr>
          <a:xfrm>
            <a:off x="576346" y="4076672"/>
            <a:ext cx="2677557" cy="538096"/>
            <a:chOff x="323925" y="5263405"/>
            <a:chExt cx="2677557" cy="538096"/>
          </a:xfrm>
          <a:solidFill>
            <a:schemeClr val="bg1"/>
          </a:solidFill>
        </p:grpSpPr>
        <p:sp>
          <p:nvSpPr>
            <p:cNvPr id="161" name="Rectangle: Rounded Corners 160">
              <a:extLst>
                <a:ext uri="{FF2B5EF4-FFF2-40B4-BE49-F238E27FC236}">
                  <a16:creationId xmlns:a16="http://schemas.microsoft.com/office/drawing/2014/main" id="{D43E8950-BDEB-E04C-11C6-16E492E5947C}"/>
                </a:ext>
              </a:extLst>
            </p:cNvPr>
            <p:cNvSpPr/>
            <p:nvPr/>
          </p:nvSpPr>
          <p:spPr>
            <a:xfrm>
              <a:off x="323925"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63" name="TextBox 162">
              <a:extLst>
                <a:ext uri="{FF2B5EF4-FFF2-40B4-BE49-F238E27FC236}">
                  <a16:creationId xmlns:a16="http://schemas.microsoft.com/office/drawing/2014/main" id="{32454817-3AA7-D5AD-841C-47C8DC840335}"/>
                </a:ext>
              </a:extLst>
            </p:cNvPr>
            <p:cNvSpPr txBox="1"/>
            <p:nvPr/>
          </p:nvSpPr>
          <p:spPr>
            <a:xfrm>
              <a:off x="696597"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Consumer &amp; Retail</a:t>
              </a:r>
            </a:p>
          </p:txBody>
        </p:sp>
        <p:pic>
          <p:nvPicPr>
            <p:cNvPr id="222" name="Graphic 221" descr="Target Audience with solid fill">
              <a:extLst>
                <a:ext uri="{FF2B5EF4-FFF2-40B4-BE49-F238E27FC236}">
                  <a16:creationId xmlns:a16="http://schemas.microsoft.com/office/drawing/2014/main" id="{F6C7BB26-74D8-FA18-989A-D837FCE02BD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67506" y="5352453"/>
              <a:ext cx="360000" cy="360000"/>
            </a:xfrm>
            <a:prstGeom prst="rect">
              <a:avLst/>
            </a:prstGeom>
          </p:spPr>
        </p:pic>
      </p:grpSp>
      <p:grpSp>
        <p:nvGrpSpPr>
          <p:cNvPr id="47" name="Group 46">
            <a:extLst>
              <a:ext uri="{FF2B5EF4-FFF2-40B4-BE49-F238E27FC236}">
                <a16:creationId xmlns:a16="http://schemas.microsoft.com/office/drawing/2014/main" id="{85812157-5368-8E08-F544-DE775C70E4CA}"/>
              </a:ext>
            </a:extLst>
          </p:cNvPr>
          <p:cNvGrpSpPr/>
          <p:nvPr/>
        </p:nvGrpSpPr>
        <p:grpSpPr>
          <a:xfrm>
            <a:off x="3513695" y="4076672"/>
            <a:ext cx="2689416" cy="538096"/>
            <a:chOff x="6130661" y="5263405"/>
            <a:chExt cx="2689416" cy="538096"/>
          </a:xfrm>
          <a:solidFill>
            <a:schemeClr val="bg1"/>
          </a:solidFill>
        </p:grpSpPr>
        <p:sp>
          <p:nvSpPr>
            <p:cNvPr id="48" name="Rectangle: Rounded Corners 47">
              <a:extLst>
                <a:ext uri="{FF2B5EF4-FFF2-40B4-BE49-F238E27FC236}">
                  <a16:creationId xmlns:a16="http://schemas.microsoft.com/office/drawing/2014/main" id="{0CED01CE-8A0B-BEA2-269B-1DCC48B9794E}"/>
                </a:ext>
              </a:extLst>
            </p:cNvPr>
            <p:cNvSpPr/>
            <p:nvPr/>
          </p:nvSpPr>
          <p:spPr>
            <a:xfrm>
              <a:off x="6142520"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49" name="TextBox 48">
              <a:extLst>
                <a:ext uri="{FF2B5EF4-FFF2-40B4-BE49-F238E27FC236}">
                  <a16:creationId xmlns:a16="http://schemas.microsoft.com/office/drawing/2014/main" id="{829095AD-12B9-4D40-85E2-7C3390083A38}"/>
                </a:ext>
              </a:extLst>
            </p:cNvPr>
            <p:cNvSpPr txBox="1"/>
            <p:nvPr/>
          </p:nvSpPr>
          <p:spPr>
            <a:xfrm>
              <a:off x="6515192"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Business Services</a:t>
              </a:r>
            </a:p>
          </p:txBody>
        </p:sp>
        <p:pic>
          <p:nvPicPr>
            <p:cNvPr id="50" name="Graphic 49" descr="Work from home desk with solid fill">
              <a:extLst>
                <a:ext uri="{FF2B5EF4-FFF2-40B4-BE49-F238E27FC236}">
                  <a16:creationId xmlns:a16="http://schemas.microsoft.com/office/drawing/2014/main" id="{CAFC346F-294E-A26C-E45F-74FA97DE6FC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130661" y="5339031"/>
              <a:ext cx="405196" cy="405196"/>
            </a:xfrm>
            <a:prstGeom prst="rect">
              <a:avLst/>
            </a:prstGeom>
          </p:spPr>
        </p:pic>
      </p:grpSp>
      <p:pic>
        <p:nvPicPr>
          <p:cNvPr id="13" name="Graphic 12" descr="Crops outline">
            <a:extLst>
              <a:ext uri="{FF2B5EF4-FFF2-40B4-BE49-F238E27FC236}">
                <a16:creationId xmlns:a16="http://schemas.microsoft.com/office/drawing/2014/main" id="{728016C9-C08E-F483-0AE7-91854D867A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531424" y="5197401"/>
            <a:ext cx="408320" cy="408320"/>
          </a:xfrm>
          <a:prstGeom prst="rect">
            <a:avLst/>
          </a:prstGeom>
        </p:spPr>
      </p:pic>
    </p:spTree>
    <p:extLst>
      <p:ext uri="{BB962C8B-B14F-4D97-AF65-F5344CB8AC3E}">
        <p14:creationId xmlns:p14="http://schemas.microsoft.com/office/powerpoint/2010/main" val="1309262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2BBB9-3365-74F0-D6CC-3337274BA226}"/>
            </a:ext>
          </a:extLst>
        </p:cNvPr>
        <p:cNvGrpSpPr/>
        <p:nvPr/>
      </p:nvGrpSpPr>
      <p:grpSpPr>
        <a:xfrm>
          <a:off x="0" y="0"/>
          <a:ext cx="0" cy="0"/>
          <a:chOff x="0" y="0"/>
          <a:chExt cx="0" cy="0"/>
        </a:xfrm>
      </p:grpSpPr>
      <p:pic>
        <p:nvPicPr>
          <p:cNvPr id="33795" name="Picture 2" descr="Home - Wellington-Altus">
            <a:extLst>
              <a:ext uri="{FF2B5EF4-FFF2-40B4-BE49-F238E27FC236}">
                <a16:creationId xmlns:a16="http://schemas.microsoft.com/office/drawing/2014/main" id="{5151CC35-B6D4-03D0-D132-FDC112442BD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31669" y="5241230"/>
            <a:ext cx="913232" cy="280818"/>
          </a:xfrm>
          <a:prstGeom prst="rect">
            <a:avLst/>
          </a:prstGeom>
          <a:noFill/>
          <a:extLst>
            <a:ext uri="{909E8E84-426E-40DD-AFC4-6F175D3DCCD1}">
              <a14:hiddenFill xmlns:a14="http://schemas.microsoft.com/office/drawing/2010/main">
                <a:solidFill>
                  <a:srgbClr val="FFFFFF"/>
                </a:solidFill>
              </a14:hiddenFill>
            </a:ext>
          </a:extLst>
        </p:spPr>
      </p:pic>
      <p:sp>
        <p:nvSpPr>
          <p:cNvPr id="33794" name="Title 6">
            <a:extLst>
              <a:ext uri="{FF2B5EF4-FFF2-40B4-BE49-F238E27FC236}">
                <a16:creationId xmlns:a16="http://schemas.microsoft.com/office/drawing/2014/main" id="{AFD75319-6ABF-4EF6-F573-F655DB84C67C}"/>
              </a:ext>
            </a:extLst>
          </p:cNvPr>
          <p:cNvSpPr>
            <a:spLocks noGrp="1"/>
          </p:cNvSpPr>
          <p:nvPr>
            <p:ph type="title"/>
          </p:nvPr>
        </p:nvSpPr>
        <p:spPr/>
        <p:txBody>
          <a:bodyPr>
            <a:normAutofit/>
          </a:bodyPr>
          <a:lstStyle/>
          <a:p>
            <a:r>
              <a:rPr lang="en-CA" sz="2200" noProof="0"/>
              <a:t>Canada’s Top Independent M&amp;A Advisor</a:t>
            </a:r>
          </a:p>
        </p:txBody>
      </p:sp>
      <p:sp>
        <p:nvSpPr>
          <p:cNvPr id="3" name="Slide Number Placeholder 2">
            <a:extLst>
              <a:ext uri="{FF2B5EF4-FFF2-40B4-BE49-F238E27FC236}">
                <a16:creationId xmlns:a16="http://schemas.microsoft.com/office/drawing/2014/main" id="{22A8272C-9556-57E8-F5E3-72CDF51D727F}"/>
              </a:ext>
            </a:extLst>
          </p:cNvPr>
          <p:cNvSpPr>
            <a:spLocks noGrp="1"/>
          </p:cNvSpPr>
          <p:nvPr>
            <p:ph type="sldNum" sz="quarter" idx="12"/>
          </p:nvPr>
        </p:nvSpPr>
        <p:spPr/>
        <p:txBody>
          <a:bodyPr vert="horz" lIns="91440" tIns="45720" rIns="91440" bIns="45720" rtlCol="0" anchor="ctr" anchorCtr="0"/>
          <a:lstStyle/>
          <a:p>
            <a:fld id="{B0BBF262-6B1A-47DC-B7A7-A92B0DCA2A1B}" type="slidenum">
              <a:rPr lang="en-CA" noProof="0"/>
              <a:pPr/>
              <a:t>3</a:t>
            </a:fld>
            <a:endParaRPr lang="en-CA" noProof="0"/>
          </a:p>
        </p:txBody>
      </p:sp>
      <p:sp>
        <p:nvSpPr>
          <p:cNvPr id="18" name="Text Placeholder 17">
            <a:extLst>
              <a:ext uri="{FF2B5EF4-FFF2-40B4-BE49-F238E27FC236}">
                <a16:creationId xmlns:a16="http://schemas.microsoft.com/office/drawing/2014/main" id="{9C8FF4CE-B46C-B018-BBB4-DC261BF99426}"/>
              </a:ext>
            </a:extLst>
          </p:cNvPr>
          <p:cNvSpPr>
            <a:spLocks noGrp="1"/>
          </p:cNvSpPr>
          <p:nvPr>
            <p:ph type="body" sz="quarter" idx="13"/>
          </p:nvPr>
        </p:nvSpPr>
        <p:spPr/>
        <p:txBody>
          <a:bodyPr/>
          <a:lstStyle/>
          <a:p>
            <a:endParaRPr lang="en-US"/>
          </a:p>
        </p:txBody>
      </p:sp>
      <p:sp>
        <p:nvSpPr>
          <p:cNvPr id="14" name="Content Placeholder 7">
            <a:extLst>
              <a:ext uri="{FF2B5EF4-FFF2-40B4-BE49-F238E27FC236}">
                <a16:creationId xmlns:a16="http://schemas.microsoft.com/office/drawing/2014/main" id="{C2473C5A-3A9B-36AE-AC6D-7B1942814154}"/>
              </a:ext>
            </a:extLst>
          </p:cNvPr>
          <p:cNvSpPr txBox="1">
            <a:spLocks/>
          </p:cNvSpPr>
          <p:nvPr/>
        </p:nvSpPr>
        <p:spPr bwMode="auto">
          <a:xfrm>
            <a:off x="324000" y="1004271"/>
            <a:ext cx="8496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sp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200"/>
              </a:spcAft>
              <a:buClr>
                <a:srgbClr val="1B2759"/>
              </a:buClr>
              <a:buSzTx/>
              <a:buFont typeface="Wingdings" panose="05000000000000000000" pitchFamily="2" charset="2"/>
              <a:buChar char="§"/>
              <a:tabLst/>
              <a:defRPr/>
            </a:pP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INFOR Financial has established itself as </a:t>
            </a:r>
            <a:r>
              <a:rPr lang="en-CA" noProof="0">
                <a:solidFill>
                  <a:prstClr val="black"/>
                </a:solidFill>
              </a:rPr>
              <a:t>the #1 </a:t>
            </a: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Canadian independent M&amp;A advisory investment bank since inception in March 2015, </a:t>
            </a:r>
            <a:r>
              <a:rPr lang="en-CA" b="1" u="sng" noProof="0">
                <a:solidFill>
                  <a:prstClr val="black"/>
                </a:solidFill>
              </a:rPr>
              <a:t>total </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M&amp;A transaction value of </a:t>
            </a:r>
            <a:r>
              <a:rPr lang="en-CA" b="1" u="sng" noProof="0">
                <a:solidFill>
                  <a:prstClr val="black"/>
                </a:solidFill>
              </a:rPr>
              <a:t>~</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a:t>
            </a:r>
            <a:r>
              <a:rPr lang="en-CA" b="1" u="sng" noProof="0">
                <a:solidFill>
                  <a:prstClr val="black"/>
                </a:solidFill>
              </a:rPr>
              <a:t>47</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 billion</a:t>
            </a:r>
          </a:p>
        </p:txBody>
      </p:sp>
      <p:sp>
        <p:nvSpPr>
          <p:cNvPr id="24" name="Rectangle 42">
            <a:extLst>
              <a:ext uri="{FF2B5EF4-FFF2-40B4-BE49-F238E27FC236}">
                <a16:creationId xmlns:a16="http://schemas.microsoft.com/office/drawing/2014/main" id="{46D313DC-7737-6272-DE08-133C4393136C}"/>
              </a:ext>
            </a:extLst>
          </p:cNvPr>
          <p:cNvSpPr>
            <a:spLocks noChangeArrowheads="1"/>
          </p:cNvSpPr>
          <p:nvPr/>
        </p:nvSpPr>
        <p:spPr bwMode="auto">
          <a:xfrm>
            <a:off x="32400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2015-2026 – Independent Advisory Investment Banks</a:t>
            </a:r>
          </a:p>
        </p:txBody>
      </p:sp>
      <p:sp>
        <p:nvSpPr>
          <p:cNvPr id="17" name="Rectangle 42">
            <a:extLst>
              <a:ext uri="{FF2B5EF4-FFF2-40B4-BE49-F238E27FC236}">
                <a16:creationId xmlns:a16="http://schemas.microsoft.com/office/drawing/2014/main" id="{540852DF-33CB-8C20-FB80-7E282E77C42A}"/>
              </a:ext>
            </a:extLst>
          </p:cNvPr>
          <p:cNvSpPr>
            <a:spLocks noChangeArrowheads="1"/>
          </p:cNvSpPr>
          <p:nvPr/>
        </p:nvSpPr>
        <p:spPr bwMode="auto">
          <a:xfrm>
            <a:off x="324000" y="1482516"/>
            <a:ext cx="8483690"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Canadian M&amp;A Advisory Rankings (C$B)</a:t>
            </a:r>
          </a:p>
        </p:txBody>
      </p:sp>
      <p:sp>
        <p:nvSpPr>
          <p:cNvPr id="4" name="TextBox 3">
            <a:extLst>
              <a:ext uri="{FF2B5EF4-FFF2-40B4-BE49-F238E27FC236}">
                <a16:creationId xmlns:a16="http://schemas.microsoft.com/office/drawing/2014/main" id="{96FE364C-BA09-7044-A26A-B278E836C52D}"/>
              </a:ext>
            </a:extLst>
          </p:cNvPr>
          <p:cNvSpPr txBox="1"/>
          <p:nvPr/>
        </p:nvSpPr>
        <p:spPr>
          <a:xfrm>
            <a:off x="239832" y="4432111"/>
            <a:ext cx="3461392" cy="198131"/>
          </a:xfrm>
          <a:prstGeom prst="rect">
            <a:avLst/>
          </a:prstGeom>
          <a:noFill/>
        </p:spPr>
        <p:txBody>
          <a:bodyPr wrap="square" rtlCol="0">
            <a:spAutoFit/>
          </a:bodyPr>
          <a:lstStyle/>
          <a:p>
            <a:pPr>
              <a:lnSpc>
                <a:spcPct val="85000"/>
              </a:lnSpc>
              <a:spcBef>
                <a:spcPct val="0"/>
              </a:spcBef>
              <a:defRPr/>
            </a:pPr>
            <a:r>
              <a:rPr lang="en-CA" sz="800" noProof="0">
                <a:solidFill>
                  <a:prstClr val="black"/>
                </a:solidFill>
                <a:latin typeface="Palatino Linotype" panose="02040502050505030304" pitchFamily="18" charset="0"/>
              </a:rPr>
              <a:t>Source: Bloomberg M&amp;A League Tables  (Mar. 23, 2015 – Mar. 31, 2026)</a:t>
            </a:r>
            <a:endParaRPr lang="en-CA" sz="800" noProof="0">
              <a:solidFill>
                <a:prstClr val="black"/>
              </a:solidFill>
              <a:highlight>
                <a:srgbClr val="FFFF00"/>
              </a:highlight>
              <a:latin typeface="Palatino Linotype" panose="02040502050505030304" pitchFamily="18" charset="0"/>
            </a:endParaRPr>
          </a:p>
        </p:txBody>
      </p:sp>
      <p:pic>
        <p:nvPicPr>
          <p:cNvPr id="19" name="Picture 18">
            <a:extLst>
              <a:ext uri="{FF2B5EF4-FFF2-40B4-BE49-F238E27FC236}">
                <a16:creationId xmlns:a16="http://schemas.microsoft.com/office/drawing/2014/main" id="{13F941DE-A7DA-348C-1F47-F5AF17D9A5EA}"/>
              </a:ext>
            </a:extLst>
          </p:cNvPr>
          <p:cNvPicPr>
            <a:picLocks noChangeAspect="1"/>
          </p:cNvPicPr>
          <p:nvPr>
            <p:custDataLst>
              <p:tags r:id="rId1"/>
            </p:custDataLst>
          </p:nvPr>
        </p:nvPicPr>
        <p:blipFill>
          <a:blip r:embed="rId6"/>
          <a:stretch>
            <a:fillRect/>
          </a:stretch>
        </p:blipFill>
        <p:spPr>
          <a:xfrm>
            <a:off x="971012" y="2077673"/>
            <a:ext cx="3461392" cy="2369043"/>
          </a:xfrm>
          <a:prstGeom prst="rect">
            <a:avLst/>
          </a:prstGeom>
        </p:spPr>
      </p:pic>
      <p:pic>
        <p:nvPicPr>
          <p:cNvPr id="7" name="Picture 6">
            <a:extLst>
              <a:ext uri="{FF2B5EF4-FFF2-40B4-BE49-F238E27FC236}">
                <a16:creationId xmlns:a16="http://schemas.microsoft.com/office/drawing/2014/main" id="{695BCFD4-AD5B-0530-CED0-2B2632AB0058}"/>
              </a:ext>
            </a:extLst>
          </p:cNvPr>
          <p:cNvPicPr>
            <a:picLocks noChangeAspect="1"/>
          </p:cNvPicPr>
          <p:nvPr/>
        </p:nvPicPr>
        <p:blipFill>
          <a:blip r:embed="rId7"/>
          <a:srcRect/>
          <a:stretch/>
        </p:blipFill>
        <p:spPr>
          <a:xfrm>
            <a:off x="317117" y="2263181"/>
            <a:ext cx="1121193" cy="260677"/>
          </a:xfrm>
          <a:prstGeom prst="rect">
            <a:avLst/>
          </a:prstGeom>
          <a:solidFill>
            <a:scrgbClr r="0" g="0" b="0">
              <a:alpha val="0"/>
            </a:scrgbClr>
          </a:solidFill>
        </p:spPr>
      </p:pic>
      <p:pic>
        <p:nvPicPr>
          <p:cNvPr id="8" name="Picture 6" descr="GLOBE Exchange Archives - GLOBE 2020">
            <a:extLst>
              <a:ext uri="{FF2B5EF4-FFF2-40B4-BE49-F238E27FC236}">
                <a16:creationId xmlns:a16="http://schemas.microsoft.com/office/drawing/2014/main" id="{3EBAA551-433A-FCA6-97C2-A292914567C0}"/>
              </a:ext>
            </a:extLst>
          </p:cNvPr>
          <p:cNvPicPr>
            <a:picLocks noChangeAspect="1" noChangeArrowheads="1"/>
          </p:cNvPicPr>
          <p:nvPr/>
        </p:nvPicPr>
        <p:blipFill>
          <a:blip r:embed="rId8"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73" y="3223376"/>
            <a:ext cx="905837" cy="13178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0EA0F539-24B5-F038-DABD-6F8C6186BC1E}"/>
              </a:ext>
            </a:extLst>
          </p:cNvPr>
          <p:cNvPicPr>
            <a:picLocks noChangeAspect="1"/>
          </p:cNvPicPr>
          <p:nvPr/>
        </p:nvPicPr>
        <p:blipFill>
          <a:blip r:embed="rId9">
            <a:clrChange>
              <a:clrFrom>
                <a:srgbClr val="FFFFFF"/>
              </a:clrFrom>
              <a:clrTo>
                <a:srgbClr val="FFFFFF">
                  <a:alpha val="0"/>
                </a:srgbClr>
              </a:clrTo>
            </a:clrChange>
            <a:duotone>
              <a:schemeClr val="accent5">
                <a:shade val="45000"/>
                <a:satMod val="135000"/>
              </a:schemeClr>
              <a:prstClr val="white"/>
            </a:duotone>
          </a:blip>
          <a:srcRect l="8368" t="18039" r="9692" b="14894"/>
          <a:stretch>
            <a:fillRect/>
          </a:stretch>
        </p:blipFill>
        <p:spPr>
          <a:xfrm>
            <a:off x="749036" y="2686050"/>
            <a:ext cx="689274" cy="277677"/>
          </a:xfrm>
          <a:prstGeom prst="rect">
            <a:avLst/>
          </a:prstGeom>
        </p:spPr>
      </p:pic>
      <p:pic>
        <p:nvPicPr>
          <p:cNvPr id="11" name="Picture 6" descr="Blair Franklin Capital Partners | LinkedIn">
            <a:extLst>
              <a:ext uri="{FF2B5EF4-FFF2-40B4-BE49-F238E27FC236}">
                <a16:creationId xmlns:a16="http://schemas.microsoft.com/office/drawing/2014/main" id="{FAB5B949-E774-F0A2-2D8A-6EFAEEAE6569}"/>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88423" y="3541867"/>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descr="Origin Merchant Partners Deepens its Industrials and Consumer Practices  with the addition of CCC Investment Banking">
            <a:extLst>
              <a:ext uri="{FF2B5EF4-FFF2-40B4-BE49-F238E27FC236}">
                <a16:creationId xmlns:a16="http://schemas.microsoft.com/office/drawing/2014/main" id="{853AA31A-CE67-563F-036E-1553F7B086F1}"/>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532472" y="4070871"/>
            <a:ext cx="905838" cy="219644"/>
          </a:xfrm>
          <a:prstGeom prst="rect">
            <a:avLst/>
          </a:prstGeom>
          <a:noFill/>
          <a:extLst>
            <a:ext uri="{909E8E84-426E-40DD-AFC4-6F175D3DCCD1}">
              <a14:hiddenFill xmlns:a14="http://schemas.microsoft.com/office/drawing/2010/main">
                <a:solidFill>
                  <a:srgbClr val="FFFFFF"/>
                </a:solidFill>
              </a14:hiddenFill>
            </a:ext>
          </a:extLst>
        </p:spPr>
      </p:pic>
      <p:sp>
        <p:nvSpPr>
          <p:cNvPr id="22" name="Rectangle 42">
            <a:extLst>
              <a:ext uri="{FF2B5EF4-FFF2-40B4-BE49-F238E27FC236}">
                <a16:creationId xmlns:a16="http://schemas.microsoft.com/office/drawing/2014/main" id="{AF525A1C-7EE9-CABC-8B37-D588A4FA4D8D}"/>
              </a:ext>
            </a:extLst>
          </p:cNvPr>
          <p:cNvSpPr>
            <a:spLocks noChangeArrowheads="1"/>
          </p:cNvSpPr>
          <p:nvPr/>
        </p:nvSpPr>
        <p:spPr bwMode="auto">
          <a:xfrm>
            <a:off x="460145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2025 – Independent Advisory Investment Banks</a:t>
            </a:r>
          </a:p>
        </p:txBody>
      </p:sp>
      <p:pic>
        <p:nvPicPr>
          <p:cNvPr id="16" name="Graphic 15">
            <a:extLst>
              <a:ext uri="{FF2B5EF4-FFF2-40B4-BE49-F238E27FC236}">
                <a16:creationId xmlns:a16="http://schemas.microsoft.com/office/drawing/2014/main" id="{E177EC77-64FA-64F6-3B97-FB69AEAD84A9}"/>
              </a:ext>
            </a:extLst>
          </p:cNvPr>
          <p:cNvPicPr>
            <a:picLocks noChangeAspect="1"/>
          </p:cNvPicPr>
          <p:nvPr>
            <p:custDataLst>
              <p:tags r:id="rId2"/>
            </p:custDataLst>
          </p:nvPr>
        </p:nvPicPr>
        <p:blipFill>
          <a:blip>
            <a:extLst>
              <a:ext uri="{96DAC541-7B7A-43D3-8B79-37D633B846F1}">
                <asvg:svgBlip xmlns:asvg="http://schemas.microsoft.com/office/drawing/2016/SVG/main" r:embed="rId12"/>
              </a:ext>
            </a:extLst>
          </a:blip>
          <a:stretch>
            <a:fillRect/>
          </a:stretch>
        </p:blipFill>
        <p:spPr>
          <a:xfrm>
            <a:off x="5710471" y="2021911"/>
            <a:ext cx="3124800" cy="2486502"/>
          </a:xfrm>
          <a:prstGeom prst="rect">
            <a:avLst/>
          </a:prstGeom>
        </p:spPr>
      </p:pic>
      <p:pic>
        <p:nvPicPr>
          <p:cNvPr id="21" name="Picture 20">
            <a:extLst>
              <a:ext uri="{FF2B5EF4-FFF2-40B4-BE49-F238E27FC236}">
                <a16:creationId xmlns:a16="http://schemas.microsoft.com/office/drawing/2014/main" id="{719D1348-FA81-8B6C-FA57-A93B124C403B}"/>
              </a:ext>
            </a:extLst>
          </p:cNvPr>
          <p:cNvPicPr>
            <a:picLocks noChangeAspect="1"/>
          </p:cNvPicPr>
          <p:nvPr/>
        </p:nvPicPr>
        <p:blipFill>
          <a:blip r:embed="rId13"/>
          <a:srcRect/>
          <a:stretch/>
        </p:blipFill>
        <p:spPr>
          <a:xfrm>
            <a:off x="4583162" y="2263181"/>
            <a:ext cx="1105190" cy="257260"/>
          </a:xfrm>
          <a:prstGeom prst="rect">
            <a:avLst/>
          </a:prstGeom>
        </p:spPr>
      </p:pic>
      <p:sp>
        <p:nvSpPr>
          <p:cNvPr id="51" name="TextBox 50">
            <a:extLst>
              <a:ext uri="{FF2B5EF4-FFF2-40B4-BE49-F238E27FC236}">
                <a16:creationId xmlns:a16="http://schemas.microsoft.com/office/drawing/2014/main" id="{8D27CFC1-6B96-CE8A-6547-7EA6A05672B8}"/>
              </a:ext>
            </a:extLst>
          </p:cNvPr>
          <p:cNvSpPr txBox="1">
            <a:spLocks/>
          </p:cNvSpPr>
          <p:nvPr/>
        </p:nvSpPr>
        <p:spPr>
          <a:xfrm>
            <a:off x="4647485" y="4966442"/>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Box 51">
            <a:extLst>
              <a:ext uri="{FF2B5EF4-FFF2-40B4-BE49-F238E27FC236}">
                <a16:creationId xmlns:a16="http://schemas.microsoft.com/office/drawing/2014/main" id="{C9629732-8851-3D74-7E26-23F55576C5FC}"/>
              </a:ext>
            </a:extLst>
          </p:cNvPr>
          <p:cNvSpPr txBox="1"/>
          <p:nvPr/>
        </p:nvSpPr>
        <p:spPr>
          <a:xfrm>
            <a:off x="4688873" y="5893122"/>
            <a:ext cx="1198824"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Strategic Minority Investment from </a:t>
            </a:r>
          </a:p>
          <a:p>
            <a:r>
              <a:rPr lang="en-CA" noProof="0"/>
              <a:t>Kelso Private Equity</a:t>
            </a:r>
          </a:p>
        </p:txBody>
      </p:sp>
      <p:cxnSp>
        <p:nvCxnSpPr>
          <p:cNvPr id="53" name="Straight Connector 52">
            <a:extLst>
              <a:ext uri="{FF2B5EF4-FFF2-40B4-BE49-F238E27FC236}">
                <a16:creationId xmlns:a16="http://schemas.microsoft.com/office/drawing/2014/main" id="{6DEA1C4A-DA61-B3ED-1342-1ADA524AED65}"/>
              </a:ext>
            </a:extLst>
          </p:cNvPr>
          <p:cNvCxnSpPr>
            <a:cxnSpLocks/>
          </p:cNvCxnSpPr>
          <p:nvPr/>
        </p:nvCxnSpPr>
        <p:spPr>
          <a:xfrm>
            <a:off x="4820285"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CC64500A-4A3C-403C-F357-A6A13BD6D2D0}"/>
              </a:ext>
            </a:extLst>
          </p:cNvPr>
          <p:cNvSpPr txBox="1"/>
          <p:nvPr/>
        </p:nvSpPr>
        <p:spPr>
          <a:xfrm>
            <a:off x="4841502" y="5604445"/>
            <a:ext cx="893566" cy="279500"/>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$1,500,000,000</a:t>
            </a:r>
          </a:p>
          <a:p>
            <a:r>
              <a:rPr lang="en-CA" noProof="0"/>
              <a:t>Valuation</a:t>
            </a:r>
          </a:p>
        </p:txBody>
      </p:sp>
      <p:sp>
        <p:nvSpPr>
          <p:cNvPr id="56" name="TextBox 55">
            <a:extLst>
              <a:ext uri="{FF2B5EF4-FFF2-40B4-BE49-F238E27FC236}">
                <a16:creationId xmlns:a16="http://schemas.microsoft.com/office/drawing/2014/main" id="{413F9482-2F41-7A92-0BFA-4D8F0EF631B4}"/>
              </a:ext>
            </a:extLst>
          </p:cNvPr>
          <p:cNvSpPr txBox="1">
            <a:spLocks noChangeAspect="1"/>
          </p:cNvSpPr>
          <p:nvPr/>
        </p:nvSpPr>
        <p:spPr>
          <a:xfrm>
            <a:off x="4852420" y="5000572"/>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37" name="Straight Connector 33836">
            <a:extLst>
              <a:ext uri="{FF2B5EF4-FFF2-40B4-BE49-F238E27FC236}">
                <a16:creationId xmlns:a16="http://schemas.microsoft.com/office/drawing/2014/main" id="{35C8B154-BA5B-2A26-A53D-863011A260E1}"/>
              </a:ext>
            </a:extLst>
          </p:cNvPr>
          <p:cNvCxnSpPr>
            <a:cxnSpLocks/>
          </p:cNvCxnSpPr>
          <p:nvPr/>
        </p:nvCxnSpPr>
        <p:spPr>
          <a:xfrm>
            <a:off x="4820285"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3848" name="Group 33847">
            <a:extLst>
              <a:ext uri="{FF2B5EF4-FFF2-40B4-BE49-F238E27FC236}">
                <a16:creationId xmlns:a16="http://schemas.microsoft.com/office/drawing/2014/main" id="{BE62609F-5893-EAC6-6FD8-E49C370EBA6F}"/>
              </a:ext>
            </a:extLst>
          </p:cNvPr>
          <p:cNvGrpSpPr/>
          <p:nvPr/>
        </p:nvGrpSpPr>
        <p:grpSpPr>
          <a:xfrm>
            <a:off x="1760573" y="4966442"/>
            <a:ext cx="1281600" cy="1345238"/>
            <a:chOff x="4634295" y="7094641"/>
            <a:chExt cx="1281600" cy="1345238"/>
          </a:xfrm>
        </p:grpSpPr>
        <p:sp>
          <p:nvSpPr>
            <p:cNvPr id="33849" name="TextBox 37">
              <a:extLst>
                <a:ext uri="{FF2B5EF4-FFF2-40B4-BE49-F238E27FC236}">
                  <a16:creationId xmlns:a16="http://schemas.microsoft.com/office/drawing/2014/main" id="{5088ED70-148E-B048-7589-C5690FAC8DEF}"/>
                </a:ext>
              </a:extLst>
            </p:cNvPr>
            <p:cNvSpPr txBox="1">
              <a:spLocks noChangeArrowheads="1"/>
            </p:cNvSpPr>
            <p:nvPr/>
          </p:nvSpPr>
          <p:spPr bwMode="auto">
            <a:xfrm>
              <a:off x="4634295" y="7094641"/>
              <a:ext cx="1281600" cy="1345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lnSpc>
                  <a:spcPct val="100000"/>
                </a:lnSpc>
                <a:spcBef>
                  <a:spcPct val="0"/>
                </a:spcBef>
                <a:buFontTx/>
                <a:buNone/>
              </a:pPr>
              <a:endParaRPr lang="en-CA" sz="1800" noProof="0">
                <a:solidFill>
                  <a:schemeClr val="tx1"/>
                </a:solidFill>
                <a:latin typeface="Calibri" panose="020F0502020204030204" pitchFamily="34" charset="0"/>
              </a:endParaRPr>
            </a:p>
          </p:txBody>
        </p:sp>
        <p:cxnSp>
          <p:nvCxnSpPr>
            <p:cNvPr id="33850" name="Straight Connector 33849">
              <a:extLst>
                <a:ext uri="{FF2B5EF4-FFF2-40B4-BE49-F238E27FC236}">
                  <a16:creationId xmlns:a16="http://schemas.microsoft.com/office/drawing/2014/main" id="{2F6DF6A3-37BD-CBEE-CCC3-99B3CE15A5EC}"/>
                </a:ext>
              </a:extLst>
            </p:cNvPr>
            <p:cNvCxnSpPr>
              <a:cxnSpLocks/>
            </p:cNvCxnSpPr>
            <p:nvPr/>
          </p:nvCxnSpPr>
          <p:spPr>
            <a:xfrm>
              <a:off x="4807095"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51" name="TextBox 69">
              <a:extLst>
                <a:ext uri="{FF2B5EF4-FFF2-40B4-BE49-F238E27FC236}">
                  <a16:creationId xmlns:a16="http://schemas.microsoft.com/office/drawing/2014/main" id="{D5FF17C5-69F7-AFFC-5261-D29F0BA42F51}"/>
                </a:ext>
              </a:extLst>
            </p:cNvPr>
            <p:cNvSpPr txBox="1"/>
            <p:nvPr/>
          </p:nvSpPr>
          <p:spPr>
            <a:xfrm>
              <a:off x="4790309" y="7767380"/>
              <a:ext cx="96957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$8,600,000,000</a:t>
              </a:r>
            </a:p>
          </p:txBody>
        </p:sp>
        <p:sp>
          <p:nvSpPr>
            <p:cNvPr id="33852" name="TextBox 70">
              <a:extLst>
                <a:ext uri="{FF2B5EF4-FFF2-40B4-BE49-F238E27FC236}">
                  <a16:creationId xmlns:a16="http://schemas.microsoft.com/office/drawing/2014/main" id="{9A85D33F-069E-3635-07AD-00045D992FFC}"/>
                </a:ext>
              </a:extLst>
            </p:cNvPr>
            <p:cNvSpPr txBox="1"/>
            <p:nvPr/>
          </p:nvSpPr>
          <p:spPr>
            <a:xfrm>
              <a:off x="4674594" y="8021321"/>
              <a:ext cx="1201003"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Acquisition of GE Capital’s Fleet Operations </a:t>
              </a:r>
            </a:p>
            <a:p>
              <a:r>
                <a:rPr lang="en-CA" noProof="0"/>
                <a:t>(U.S., Mex, Aus, NZ) </a:t>
              </a:r>
            </a:p>
          </p:txBody>
        </p:sp>
        <p:pic>
          <p:nvPicPr>
            <p:cNvPr id="33853" name="Picture 33852" descr="Element Financial Corporation">
              <a:extLst>
                <a:ext uri="{FF2B5EF4-FFF2-40B4-BE49-F238E27FC236}">
                  <a16:creationId xmlns:a16="http://schemas.microsoft.com/office/drawing/2014/main" id="{FF7B9032-0E8A-5DCC-EFE8-977E3309A1E5}"/>
                </a:ext>
              </a:extLst>
            </p:cNvPr>
            <p:cNvPicPr>
              <a:picLocks noChangeAspect="1" noChangeArrowheads="1"/>
            </p:cNvPicPr>
            <p:nvPr/>
          </p:nvPicPr>
          <p:blipFill>
            <a:blip r:embed="rId1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901837" y="7367886"/>
              <a:ext cx="746517" cy="2839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854" name="TextBox 33853">
              <a:extLst>
                <a:ext uri="{FF2B5EF4-FFF2-40B4-BE49-F238E27FC236}">
                  <a16:creationId xmlns:a16="http://schemas.microsoft.com/office/drawing/2014/main" id="{A5553808-50D0-983D-65EC-08C295591BCB}"/>
                </a:ext>
              </a:extLst>
            </p:cNvPr>
            <p:cNvSpPr txBox="1"/>
            <p:nvPr/>
          </p:nvSpPr>
          <p:spPr>
            <a:xfrm>
              <a:off x="4828312" y="7128723"/>
              <a:ext cx="893566"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55" name="Straight Connector 33854">
              <a:extLst>
                <a:ext uri="{FF2B5EF4-FFF2-40B4-BE49-F238E27FC236}">
                  <a16:creationId xmlns:a16="http://schemas.microsoft.com/office/drawing/2014/main" id="{731E0904-4DAF-5016-EA33-7726043A63B3}"/>
                </a:ext>
              </a:extLst>
            </p:cNvPr>
            <p:cNvCxnSpPr>
              <a:cxnSpLocks/>
            </p:cNvCxnSpPr>
            <p:nvPr/>
          </p:nvCxnSpPr>
          <p:spPr>
            <a:xfrm>
              <a:off x="4807095"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856" name="Group 33855">
            <a:extLst>
              <a:ext uri="{FF2B5EF4-FFF2-40B4-BE49-F238E27FC236}">
                <a16:creationId xmlns:a16="http://schemas.microsoft.com/office/drawing/2014/main" id="{B1EBE53E-4B57-A9DB-8E63-E7EF2BFF7097}"/>
              </a:ext>
            </a:extLst>
          </p:cNvPr>
          <p:cNvGrpSpPr/>
          <p:nvPr/>
        </p:nvGrpSpPr>
        <p:grpSpPr>
          <a:xfrm>
            <a:off x="317117" y="4966442"/>
            <a:ext cx="1281600" cy="1345238"/>
            <a:chOff x="3196544" y="7094641"/>
            <a:chExt cx="1281600" cy="1345238"/>
          </a:xfrm>
        </p:grpSpPr>
        <p:sp>
          <p:nvSpPr>
            <p:cNvPr id="33857" name="TextBox 33856">
              <a:extLst>
                <a:ext uri="{FF2B5EF4-FFF2-40B4-BE49-F238E27FC236}">
                  <a16:creationId xmlns:a16="http://schemas.microsoft.com/office/drawing/2014/main" id="{7B9F7E5C-84BD-DE23-19EB-03DC2019EBFF}"/>
                </a:ext>
              </a:extLst>
            </p:cNvPr>
            <p:cNvSpPr txBox="1">
              <a:spLocks/>
            </p:cNvSpPr>
            <p:nvPr/>
          </p:nvSpPr>
          <p:spPr>
            <a:xfrm>
              <a:off x="3196544" y="7094641"/>
              <a:ext cx="1281600" cy="1345238"/>
            </a:xfrm>
            <a:prstGeom prst="rect">
              <a:avLst/>
            </a:prstGeom>
            <a:noFill/>
            <a:ln w="9525">
              <a:solidFill>
                <a:schemeClr val="tx1"/>
              </a:solidFill>
            </a:ln>
          </p:spPr>
          <p:txBody>
            <a:bodyPr wrap="square" rtlCol="0">
              <a:spAutoFit/>
            </a:bodyPr>
            <a:lstStyle/>
            <a:p>
              <a:endParaRPr lang="en-CA" noProof="0"/>
            </a:p>
          </p:txBody>
        </p:sp>
        <p:sp>
          <p:nvSpPr>
            <p:cNvPr id="33858" name="TextBox 33857">
              <a:extLst>
                <a:ext uri="{FF2B5EF4-FFF2-40B4-BE49-F238E27FC236}">
                  <a16:creationId xmlns:a16="http://schemas.microsoft.com/office/drawing/2014/main" id="{A619CFF4-93F8-8CE8-7E64-EF94A33B4581}"/>
                </a:ext>
              </a:extLst>
            </p:cNvPr>
            <p:cNvSpPr txBox="1"/>
            <p:nvPr/>
          </p:nvSpPr>
          <p:spPr>
            <a:xfrm>
              <a:off x="3231938" y="8125195"/>
              <a:ext cx="1210812"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Mubadala Capital</a:t>
              </a:r>
            </a:p>
          </p:txBody>
        </p:sp>
        <p:cxnSp>
          <p:nvCxnSpPr>
            <p:cNvPr id="33859" name="Straight Connector 33858">
              <a:extLst>
                <a:ext uri="{FF2B5EF4-FFF2-40B4-BE49-F238E27FC236}">
                  <a16:creationId xmlns:a16="http://schemas.microsoft.com/office/drawing/2014/main" id="{7AED6717-67D3-03CC-9C09-F4ECF7ADE880}"/>
                </a:ext>
              </a:extLst>
            </p:cNvPr>
            <p:cNvCxnSpPr>
              <a:cxnSpLocks/>
            </p:cNvCxnSpPr>
            <p:nvPr/>
          </p:nvCxnSpPr>
          <p:spPr>
            <a:xfrm>
              <a:off x="3369344"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60" name="TextBox 33859">
              <a:extLst>
                <a:ext uri="{FF2B5EF4-FFF2-40B4-BE49-F238E27FC236}">
                  <a16:creationId xmlns:a16="http://schemas.microsoft.com/office/drawing/2014/main" id="{34C8587A-F470-52BE-1BAE-8B0B919F4010}"/>
                </a:ext>
              </a:extLst>
            </p:cNvPr>
            <p:cNvSpPr txBox="1"/>
            <p:nvPr/>
          </p:nvSpPr>
          <p:spPr>
            <a:xfrm>
              <a:off x="3390561"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$12,101,000,000</a:t>
              </a:r>
            </a:p>
          </p:txBody>
        </p:sp>
        <p:sp>
          <p:nvSpPr>
            <p:cNvPr id="33861" name="TextBox 33860">
              <a:extLst>
                <a:ext uri="{FF2B5EF4-FFF2-40B4-BE49-F238E27FC236}">
                  <a16:creationId xmlns:a16="http://schemas.microsoft.com/office/drawing/2014/main" id="{ADBED06D-A1CD-E3CD-C869-0BA22C6C6BCA}"/>
                </a:ext>
              </a:extLst>
            </p:cNvPr>
            <p:cNvSpPr txBox="1">
              <a:spLocks/>
            </p:cNvSpPr>
            <p:nvPr/>
          </p:nvSpPr>
          <p:spPr>
            <a:xfrm>
              <a:off x="3399365" y="7129458"/>
              <a:ext cx="875959" cy="206374"/>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pic>
          <p:nvPicPr>
            <p:cNvPr id="33862" name="Picture 12" descr="About us | CI First Asset">
              <a:extLst>
                <a:ext uri="{FF2B5EF4-FFF2-40B4-BE49-F238E27FC236}">
                  <a16:creationId xmlns:a16="http://schemas.microsoft.com/office/drawing/2014/main" id="{7C191432-DE10-BF29-A501-B40322735A52}"/>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a:off x="3345002" y="7369370"/>
              <a:ext cx="984685" cy="280937"/>
            </a:xfrm>
            <a:prstGeom prst="rect">
              <a:avLst/>
            </a:prstGeom>
            <a:noFill/>
            <a:extLst>
              <a:ext uri="{909E8E84-426E-40DD-AFC4-6F175D3DCCD1}">
                <a14:hiddenFill xmlns:a14="http://schemas.microsoft.com/office/drawing/2010/main">
                  <a:solidFill>
                    <a:srgbClr val="FFFFFF"/>
                  </a:solidFill>
                </a14:hiddenFill>
              </a:ext>
            </a:extLst>
          </p:spPr>
        </p:pic>
        <p:cxnSp>
          <p:nvCxnSpPr>
            <p:cNvPr id="33863" name="Straight Connector 33862">
              <a:extLst>
                <a:ext uri="{FF2B5EF4-FFF2-40B4-BE49-F238E27FC236}">
                  <a16:creationId xmlns:a16="http://schemas.microsoft.com/office/drawing/2014/main" id="{FD0BB695-36EA-2F61-3A1D-756CDD2845BC}"/>
                </a:ext>
              </a:extLst>
            </p:cNvPr>
            <p:cNvCxnSpPr>
              <a:cxnSpLocks/>
            </p:cNvCxnSpPr>
            <p:nvPr/>
          </p:nvCxnSpPr>
          <p:spPr>
            <a:xfrm>
              <a:off x="3369344"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3865" name="Rectangle 42">
            <a:extLst>
              <a:ext uri="{FF2B5EF4-FFF2-40B4-BE49-F238E27FC236}">
                <a16:creationId xmlns:a16="http://schemas.microsoft.com/office/drawing/2014/main" id="{434BEB83-4D2E-18AA-1D98-0EB851A48259}"/>
              </a:ext>
            </a:extLst>
          </p:cNvPr>
          <p:cNvSpPr>
            <a:spLocks noChangeArrowheads="1"/>
          </p:cNvSpPr>
          <p:nvPr/>
        </p:nvSpPr>
        <p:spPr bwMode="auto">
          <a:xfrm>
            <a:off x="317117" y="4696161"/>
            <a:ext cx="8496000" cy="23123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Select Landmark Transactions</a:t>
            </a:r>
          </a:p>
        </p:txBody>
      </p:sp>
      <p:grpSp>
        <p:nvGrpSpPr>
          <p:cNvPr id="41" name="Group 40">
            <a:extLst>
              <a:ext uri="{FF2B5EF4-FFF2-40B4-BE49-F238E27FC236}">
                <a16:creationId xmlns:a16="http://schemas.microsoft.com/office/drawing/2014/main" id="{FF4F8840-3D15-D122-5DD6-9B2E9700C6FE}"/>
              </a:ext>
            </a:extLst>
          </p:cNvPr>
          <p:cNvGrpSpPr/>
          <p:nvPr/>
        </p:nvGrpSpPr>
        <p:grpSpPr>
          <a:xfrm>
            <a:off x="3204029" y="4966442"/>
            <a:ext cx="1280160" cy="1345238"/>
            <a:chOff x="9315074" y="4966442"/>
            <a:chExt cx="1280160" cy="1345238"/>
          </a:xfrm>
        </p:grpSpPr>
        <p:sp>
          <p:nvSpPr>
            <p:cNvPr id="33" name="TextBox 32">
              <a:extLst>
                <a:ext uri="{FF2B5EF4-FFF2-40B4-BE49-F238E27FC236}">
                  <a16:creationId xmlns:a16="http://schemas.microsoft.com/office/drawing/2014/main" id="{CBC8E169-CFF9-87C5-881E-2C9BCBD30B1C}"/>
                </a:ext>
              </a:extLst>
            </p:cNvPr>
            <p:cNvSpPr txBox="1">
              <a:spLocks/>
            </p:cNvSpPr>
            <p:nvPr/>
          </p:nvSpPr>
          <p:spPr>
            <a:xfrm>
              <a:off x="9315074" y="4966442"/>
              <a:ext cx="1280160" cy="1345238"/>
            </a:xfrm>
            <a:prstGeom prst="rect">
              <a:avLst/>
            </a:prstGeom>
            <a:noFill/>
            <a:ln w="9525">
              <a:solidFill>
                <a:schemeClr val="tx1"/>
              </a:solidFill>
            </a:ln>
          </p:spPr>
          <p:txBody>
            <a:bodyPr wrap="square" rtlCol="0">
              <a:spAutoFit/>
            </a:bodyPr>
            <a:lstStyle/>
            <a:p>
              <a:endParaRPr lang="en-CA" noProof="0"/>
            </a:p>
          </p:txBody>
        </p:sp>
        <p:sp>
          <p:nvSpPr>
            <p:cNvPr id="34" name="TextBox 33">
              <a:extLst>
                <a:ext uri="{FF2B5EF4-FFF2-40B4-BE49-F238E27FC236}">
                  <a16:creationId xmlns:a16="http://schemas.microsoft.com/office/drawing/2014/main" id="{6C92D40C-E032-E357-79DE-04E113B4BC51}"/>
                </a:ext>
              </a:extLst>
            </p:cNvPr>
            <p:cNvSpPr txBox="1"/>
            <p:nvPr/>
          </p:nvSpPr>
          <p:spPr>
            <a:xfrm>
              <a:off x="9410847" y="5996996"/>
              <a:ext cx="1088615"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GTCR</a:t>
              </a:r>
            </a:p>
          </p:txBody>
        </p:sp>
        <p:cxnSp>
          <p:nvCxnSpPr>
            <p:cNvPr id="35" name="Straight Connector 34">
              <a:extLst>
                <a:ext uri="{FF2B5EF4-FFF2-40B4-BE49-F238E27FC236}">
                  <a16:creationId xmlns:a16="http://schemas.microsoft.com/office/drawing/2014/main" id="{8CF8AEC5-42C8-EF04-4CF0-F395FD24E785}"/>
                </a:ext>
              </a:extLst>
            </p:cNvPr>
            <p:cNvCxnSpPr>
              <a:cxnSpLocks/>
            </p:cNvCxnSpPr>
            <p:nvPr/>
          </p:nvCxnSpPr>
          <p:spPr>
            <a:xfrm>
              <a:off x="9487154"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169287B8-ACDF-8EA8-7E78-BF1B22EE8C82}"/>
                </a:ext>
              </a:extLst>
            </p:cNvPr>
            <p:cNvSpPr txBox="1"/>
            <p:nvPr/>
          </p:nvSpPr>
          <p:spPr>
            <a:xfrm>
              <a:off x="9508873" y="5639181"/>
              <a:ext cx="89256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$3,268,000,000</a:t>
              </a:r>
            </a:p>
          </p:txBody>
        </p:sp>
        <p:sp>
          <p:nvSpPr>
            <p:cNvPr id="37" name="TextBox 36">
              <a:extLst>
                <a:ext uri="{FF2B5EF4-FFF2-40B4-BE49-F238E27FC236}">
                  <a16:creationId xmlns:a16="http://schemas.microsoft.com/office/drawing/2014/main" id="{B23FF6FF-CB47-485A-F0A8-98467AC6AA1F}"/>
                </a:ext>
              </a:extLst>
            </p:cNvPr>
            <p:cNvSpPr txBox="1">
              <a:spLocks noChangeAspect="1"/>
            </p:cNvSpPr>
            <p:nvPr/>
          </p:nvSpPr>
          <p:spPr>
            <a:xfrm>
              <a:off x="9519779" y="5000572"/>
              <a:ext cx="870751"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9" name="Straight Connector 38">
              <a:extLst>
                <a:ext uri="{FF2B5EF4-FFF2-40B4-BE49-F238E27FC236}">
                  <a16:creationId xmlns:a16="http://schemas.microsoft.com/office/drawing/2014/main" id="{E16692ED-8919-F5DF-2A8D-837FAC2824AD}"/>
                </a:ext>
              </a:extLst>
            </p:cNvPr>
            <p:cNvCxnSpPr>
              <a:cxnSpLocks/>
            </p:cNvCxnSpPr>
            <p:nvPr/>
          </p:nvCxnSpPr>
          <p:spPr>
            <a:xfrm>
              <a:off x="9487154"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pic>
          <p:nvPicPr>
            <p:cNvPr id="40" name="Picture 39">
              <a:extLst>
                <a:ext uri="{FF2B5EF4-FFF2-40B4-BE49-F238E27FC236}">
                  <a16:creationId xmlns:a16="http://schemas.microsoft.com/office/drawing/2014/main" id="{02DE1275-6375-20D1-0A03-B9F0C3F7481A}"/>
                </a:ext>
              </a:extLst>
            </p:cNvPr>
            <p:cNvPicPr>
              <a:picLocks noChangeAspect="1"/>
            </p:cNvPicPr>
            <p:nvPr/>
          </p:nvPicPr>
          <p:blipFill>
            <a:blip r:embed="rId16"/>
            <a:srcRect l="5492" t="19995" r="5492" b="14682"/>
            <a:stretch>
              <a:fillRect/>
            </a:stretch>
          </p:blipFill>
          <p:spPr>
            <a:xfrm>
              <a:off x="9386807" y="5247382"/>
              <a:ext cx="1136694" cy="228088"/>
            </a:xfrm>
            <a:prstGeom prst="rect">
              <a:avLst/>
            </a:prstGeom>
          </p:spPr>
        </p:pic>
      </p:grpSp>
      <p:grpSp>
        <p:nvGrpSpPr>
          <p:cNvPr id="2" name="Group 1">
            <a:extLst>
              <a:ext uri="{FF2B5EF4-FFF2-40B4-BE49-F238E27FC236}">
                <a16:creationId xmlns:a16="http://schemas.microsoft.com/office/drawing/2014/main" id="{0670C01B-E763-E731-5EA3-E7A2A9DB5668}"/>
              </a:ext>
            </a:extLst>
          </p:cNvPr>
          <p:cNvGrpSpPr/>
          <p:nvPr/>
        </p:nvGrpSpPr>
        <p:grpSpPr>
          <a:xfrm>
            <a:off x="7532957" y="4966442"/>
            <a:ext cx="1281600" cy="1345238"/>
            <a:chOff x="1758793" y="7094641"/>
            <a:chExt cx="1281600" cy="1345238"/>
          </a:xfrm>
        </p:grpSpPr>
        <p:sp>
          <p:nvSpPr>
            <p:cNvPr id="5" name="TextBox 4">
              <a:extLst>
                <a:ext uri="{FF2B5EF4-FFF2-40B4-BE49-F238E27FC236}">
                  <a16:creationId xmlns:a16="http://schemas.microsoft.com/office/drawing/2014/main" id="{0C451024-8D81-F51B-C578-35A53A053820}"/>
                </a:ext>
              </a:extLst>
            </p:cNvPr>
            <p:cNvSpPr txBox="1">
              <a:spLocks/>
            </p:cNvSpPr>
            <p:nvPr/>
          </p:nvSpPr>
          <p:spPr>
            <a:xfrm>
              <a:off x="1758793" y="7094641"/>
              <a:ext cx="1281600" cy="1345238"/>
            </a:xfrm>
            <a:prstGeom prst="rect">
              <a:avLst/>
            </a:prstGeom>
            <a:noFill/>
            <a:ln w="9525">
              <a:solidFill>
                <a:schemeClr val="tx1"/>
              </a:solidFill>
            </a:ln>
          </p:spPr>
          <p:txBody>
            <a:bodyPr wrap="square" rtlCol="0">
              <a:spAutoFit/>
            </a:bodyPr>
            <a:lstStyle/>
            <a:p>
              <a:endParaRPr lang="en-CA" noProof="0"/>
            </a:p>
          </p:txBody>
        </p:sp>
        <p:cxnSp>
          <p:nvCxnSpPr>
            <p:cNvPr id="6" name="Straight Connector 5">
              <a:extLst>
                <a:ext uri="{FF2B5EF4-FFF2-40B4-BE49-F238E27FC236}">
                  <a16:creationId xmlns:a16="http://schemas.microsoft.com/office/drawing/2014/main" id="{9ABD5EEA-1630-F8BE-395A-DFD36F1A246A}"/>
                </a:ext>
              </a:extLst>
            </p:cNvPr>
            <p:cNvCxnSpPr>
              <a:cxnSpLocks/>
            </p:cNvCxnSpPr>
            <p:nvPr/>
          </p:nvCxnSpPr>
          <p:spPr>
            <a:xfrm>
              <a:off x="1931593"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33">
              <a:extLst>
                <a:ext uri="{FF2B5EF4-FFF2-40B4-BE49-F238E27FC236}">
                  <a16:creationId xmlns:a16="http://schemas.microsoft.com/office/drawing/2014/main" id="{545149E1-D541-E9B1-59BE-765BE4F9D52C}"/>
                </a:ext>
              </a:extLst>
            </p:cNvPr>
            <p:cNvSpPr txBox="1"/>
            <p:nvPr/>
          </p:nvSpPr>
          <p:spPr>
            <a:xfrm>
              <a:off x="1858985" y="7767380"/>
              <a:ext cx="108121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US$1,250,000,000</a:t>
              </a:r>
            </a:p>
          </p:txBody>
        </p:sp>
        <p:sp>
          <p:nvSpPr>
            <p:cNvPr id="15" name="TextBox 34">
              <a:extLst>
                <a:ext uri="{FF2B5EF4-FFF2-40B4-BE49-F238E27FC236}">
                  <a16:creationId xmlns:a16="http://schemas.microsoft.com/office/drawing/2014/main" id="{C75938F9-D4D5-07F5-A589-871821FA4823}"/>
                </a:ext>
              </a:extLst>
            </p:cNvPr>
            <p:cNvSpPr txBox="1"/>
            <p:nvPr/>
          </p:nvSpPr>
          <p:spPr>
            <a:xfrm>
              <a:off x="1822414" y="8021227"/>
              <a:ext cx="1154359" cy="404144"/>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Advisor to U.S. and Canadian Institutional Investors on Acquisition</a:t>
              </a:r>
            </a:p>
          </p:txBody>
        </p:sp>
        <p:pic>
          <p:nvPicPr>
            <p:cNvPr id="23" name="Picture 22" descr="http://www.financialexecutives.org/KenticoCMS/getattachment/ca9a6784-2c53-48a3-9b3e-f9ac104825a7/American-Appraisal.aspx">
              <a:extLst>
                <a:ext uri="{FF2B5EF4-FFF2-40B4-BE49-F238E27FC236}">
                  <a16:creationId xmlns:a16="http://schemas.microsoft.com/office/drawing/2014/main" id="{A7F89C9F-0753-2A79-513A-E45D03F5E8F2}"/>
                </a:ext>
              </a:extLst>
            </p:cNvPr>
            <p:cNvPicPr>
              <a:picLocks noChangeAspect="1" noChangeArrowheads="1"/>
            </p:cNvPicPr>
            <p:nvPr/>
          </p:nvPicPr>
          <p:blipFill>
            <a:blip r:embed="rId17"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824964" y="7430735"/>
              <a:ext cx="1149258" cy="158207"/>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B436A24E-3AD0-A680-7A9C-81D86A6D8419}"/>
                </a:ext>
              </a:extLst>
            </p:cNvPr>
            <p:cNvSpPr txBox="1"/>
            <p:nvPr/>
          </p:nvSpPr>
          <p:spPr>
            <a:xfrm>
              <a:off x="2078472" y="7128723"/>
              <a:ext cx="642243"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27" name="Straight Connector 26">
              <a:extLst>
                <a:ext uri="{FF2B5EF4-FFF2-40B4-BE49-F238E27FC236}">
                  <a16:creationId xmlns:a16="http://schemas.microsoft.com/office/drawing/2014/main" id="{C27BF455-9FB6-3F04-06D8-3DFA6555FB79}"/>
                </a:ext>
              </a:extLst>
            </p:cNvPr>
            <p:cNvCxnSpPr>
              <a:cxnSpLocks/>
            </p:cNvCxnSpPr>
            <p:nvPr/>
          </p:nvCxnSpPr>
          <p:spPr>
            <a:xfrm>
              <a:off x="1931593"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43CAD393-D804-5044-301A-18555C819B5B}"/>
              </a:ext>
            </a:extLst>
          </p:cNvPr>
          <p:cNvGrpSpPr/>
          <p:nvPr/>
        </p:nvGrpSpPr>
        <p:grpSpPr>
          <a:xfrm>
            <a:off x="6090941" y="4966442"/>
            <a:ext cx="1281600" cy="1345238"/>
            <a:chOff x="321042" y="7094641"/>
            <a:chExt cx="1281600" cy="1345238"/>
          </a:xfrm>
        </p:grpSpPr>
        <p:sp>
          <p:nvSpPr>
            <p:cNvPr id="29" name="TextBox 28">
              <a:extLst>
                <a:ext uri="{FF2B5EF4-FFF2-40B4-BE49-F238E27FC236}">
                  <a16:creationId xmlns:a16="http://schemas.microsoft.com/office/drawing/2014/main" id="{E57B4BFF-1AC9-E02D-D8C4-032F19213244}"/>
                </a:ext>
              </a:extLst>
            </p:cNvPr>
            <p:cNvSpPr txBox="1">
              <a:spLocks/>
            </p:cNvSpPr>
            <p:nvPr/>
          </p:nvSpPr>
          <p:spPr>
            <a:xfrm>
              <a:off x="321042" y="7094641"/>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A3428BEC-014E-263A-B6AD-E2F779D59D94}"/>
                </a:ext>
              </a:extLst>
            </p:cNvPr>
            <p:cNvSpPr txBox="1"/>
            <p:nvPr/>
          </p:nvSpPr>
          <p:spPr>
            <a:xfrm>
              <a:off x="362430" y="8071644"/>
              <a:ext cx="1198824" cy="303310"/>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Initial Public Offering and 6 Bought Deal Financings</a:t>
              </a:r>
            </a:p>
          </p:txBody>
        </p:sp>
        <p:cxnSp>
          <p:nvCxnSpPr>
            <p:cNvPr id="31" name="Straight Connector 30">
              <a:extLst>
                <a:ext uri="{FF2B5EF4-FFF2-40B4-BE49-F238E27FC236}">
                  <a16:creationId xmlns:a16="http://schemas.microsoft.com/office/drawing/2014/main" id="{F4AB81D6-9024-AB77-9D43-D1B900985080}"/>
                </a:ext>
              </a:extLst>
            </p:cNvPr>
            <p:cNvCxnSpPr>
              <a:cxnSpLocks/>
            </p:cNvCxnSpPr>
            <p:nvPr/>
          </p:nvCxnSpPr>
          <p:spPr>
            <a:xfrm>
              <a:off x="493842"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59ACBEA8-F698-9AEA-51CB-CB3E0C30EB16}"/>
                </a:ext>
              </a:extLst>
            </p:cNvPr>
            <p:cNvSpPr txBox="1"/>
            <p:nvPr/>
          </p:nvSpPr>
          <p:spPr>
            <a:xfrm>
              <a:off x="515059"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$1,415,685,663</a:t>
              </a:r>
            </a:p>
          </p:txBody>
        </p:sp>
        <p:sp>
          <p:nvSpPr>
            <p:cNvPr id="38" name="TextBox 37">
              <a:extLst>
                <a:ext uri="{FF2B5EF4-FFF2-40B4-BE49-F238E27FC236}">
                  <a16:creationId xmlns:a16="http://schemas.microsoft.com/office/drawing/2014/main" id="{00DB5960-3380-040C-30DE-55537AEC1D18}"/>
                </a:ext>
              </a:extLst>
            </p:cNvPr>
            <p:cNvSpPr txBox="1">
              <a:spLocks noChangeAspect="1"/>
            </p:cNvSpPr>
            <p:nvPr/>
          </p:nvSpPr>
          <p:spPr>
            <a:xfrm>
              <a:off x="525977" y="7128771"/>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Various Roles</a:t>
              </a:r>
            </a:p>
          </p:txBody>
        </p:sp>
        <p:pic>
          <p:nvPicPr>
            <p:cNvPr id="43" name="Picture 2">
              <a:extLst>
                <a:ext uri="{FF2B5EF4-FFF2-40B4-BE49-F238E27FC236}">
                  <a16:creationId xmlns:a16="http://schemas.microsoft.com/office/drawing/2014/main" id="{2516181E-E8C2-8F02-21E4-0AFBB7554F51}"/>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764936" y="7311551"/>
              <a:ext cx="393812" cy="396574"/>
            </a:xfrm>
            <a:prstGeom prst="rect">
              <a:avLst/>
            </a:prstGeom>
            <a:noFill/>
            <a:extLst>
              <a:ext uri="{909E8E84-426E-40DD-AFC4-6F175D3DCCD1}">
                <a14:hiddenFill xmlns:a14="http://schemas.microsoft.com/office/drawing/2010/main">
                  <a:solidFill>
                    <a:srgbClr val="FFFFFF"/>
                  </a:solidFill>
                </a14:hiddenFill>
              </a:ext>
            </a:extLst>
          </p:spPr>
        </p:pic>
        <p:cxnSp>
          <p:nvCxnSpPr>
            <p:cNvPr id="45" name="Straight Connector 44">
              <a:extLst>
                <a:ext uri="{FF2B5EF4-FFF2-40B4-BE49-F238E27FC236}">
                  <a16:creationId xmlns:a16="http://schemas.microsoft.com/office/drawing/2014/main" id="{F6BA7A3C-5DDD-04B0-64B8-583E9E5436EC}"/>
                </a:ext>
              </a:extLst>
            </p:cNvPr>
            <p:cNvCxnSpPr>
              <a:cxnSpLocks/>
            </p:cNvCxnSpPr>
            <p:nvPr/>
          </p:nvCxnSpPr>
          <p:spPr>
            <a:xfrm>
              <a:off x="493842"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47" name="Picture 8" descr="Origin Merchant Partners Deepens its Industrials and Consumer Practices  with the addition of CCC Investment Banking">
            <a:extLst>
              <a:ext uri="{FF2B5EF4-FFF2-40B4-BE49-F238E27FC236}">
                <a16:creationId xmlns:a16="http://schemas.microsoft.com/office/drawing/2014/main" id="{39F40F58-2B54-D3A3-1FB9-37BFC946A3FF}"/>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4768421" y="2735518"/>
            <a:ext cx="905838" cy="21964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6" descr="Blair Franklin Capital Partners | LinkedIn">
            <a:extLst>
              <a:ext uri="{FF2B5EF4-FFF2-40B4-BE49-F238E27FC236}">
                <a16:creationId xmlns:a16="http://schemas.microsoft.com/office/drawing/2014/main" id="{3471AFB3-D2C0-7F86-7C07-98C6DA6A1816}"/>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176" y="3114325"/>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Homepage">
            <a:extLst>
              <a:ext uri="{FF2B5EF4-FFF2-40B4-BE49-F238E27FC236}">
                <a16:creationId xmlns:a16="http://schemas.microsoft.com/office/drawing/2014/main" id="{4C2D8953-1F30-D1B2-3E12-4217EAAEFFD7}"/>
              </a:ext>
            </a:extLst>
          </p:cNvPr>
          <p:cNvPicPr>
            <a:picLocks noChangeAspect="1" noChangeArrowheads="1"/>
          </p:cNvPicPr>
          <p:nvPr/>
        </p:nvPicPr>
        <p:blipFill rotWithShape="1">
          <a:blip r:embed="rId19"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t="45208"/>
          <a:stretch>
            <a:fillRect/>
          </a:stretch>
        </p:blipFill>
        <p:spPr bwMode="auto">
          <a:xfrm>
            <a:off x="4899219" y="3623202"/>
            <a:ext cx="805812" cy="18085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in - Cormark Document Portal">
            <a:extLst>
              <a:ext uri="{FF2B5EF4-FFF2-40B4-BE49-F238E27FC236}">
                <a16:creationId xmlns:a16="http://schemas.microsoft.com/office/drawing/2014/main" id="{549946AC-A284-5485-F404-2A0BD252F564}"/>
              </a:ext>
            </a:extLst>
          </p:cNvPr>
          <p:cNvPicPr>
            <a:picLocks noChangeAspect="1" noChangeArrowheads="1"/>
          </p:cNvPicPr>
          <p:nvPr/>
        </p:nvPicPr>
        <p:blipFill>
          <a:blip r:embed="rId20"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731008" y="4082900"/>
            <a:ext cx="961259" cy="191105"/>
          </a:xfrm>
          <a:prstGeom prst="rect">
            <a:avLst/>
          </a:prstGeom>
          <a:noFill/>
          <a:extLst>
            <a:ext uri="{909E8E84-426E-40DD-AFC4-6F175D3DCCD1}">
              <a14:hiddenFill xmlns:a14="http://schemas.microsoft.com/office/drawing/2010/main">
                <a:solidFill>
                  <a:srgbClr val="FFFFFF"/>
                </a:solidFill>
              </a14:hiddenFill>
            </a:ext>
          </a:extLst>
        </p:spPr>
      </p:pic>
      <p:sp>
        <p:nvSpPr>
          <p:cNvPr id="13" name="Text Placeholder 5">
            <a:extLst>
              <a:ext uri="{FF2B5EF4-FFF2-40B4-BE49-F238E27FC236}">
                <a16:creationId xmlns:a16="http://schemas.microsoft.com/office/drawing/2014/main" id="{54862241-76F4-31CB-64CD-13786294FD4E}"/>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p:txBody>
      </p:sp>
    </p:spTree>
    <p:extLst>
      <p:ext uri="{BB962C8B-B14F-4D97-AF65-F5344CB8AC3E}">
        <p14:creationId xmlns:p14="http://schemas.microsoft.com/office/powerpoint/2010/main" val="1679147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1DBB-C72C-4CB5-E493-47ED04AB44C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B6C88CA-D18C-76CA-739B-E4B8388C9B3D}"/>
              </a:ext>
            </a:extLst>
          </p:cNvPr>
          <p:cNvSpPr>
            <a:spLocks noGrp="1"/>
          </p:cNvSpPr>
          <p:nvPr>
            <p:ph type="title"/>
          </p:nvPr>
        </p:nvSpPr>
        <p:spPr/>
        <p:txBody>
          <a:bodyPr>
            <a:normAutofit/>
          </a:bodyPr>
          <a:lstStyle/>
          <a:p>
            <a:r>
              <a:rPr lang="en-CA" sz="2200" noProof="0"/>
              <a:t>INFOR Key Highlights</a:t>
            </a:r>
          </a:p>
        </p:txBody>
      </p:sp>
      <p:sp>
        <p:nvSpPr>
          <p:cNvPr id="3" name="Slide Number Placeholder 2">
            <a:extLst>
              <a:ext uri="{FF2B5EF4-FFF2-40B4-BE49-F238E27FC236}">
                <a16:creationId xmlns:a16="http://schemas.microsoft.com/office/drawing/2014/main" id="{A84DFB39-9D17-DA11-19EC-AD5E992C0F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961EF2-D691-475A-8925-921775980BFF}" type="slidenum">
              <a:rPr kumimoji="0" lang="en-CA" sz="1200" b="0" i="0" u="none" strike="noStrike" kern="1200" cap="none" spc="0" normalizeH="0" baseline="0" noProof="0" smtClean="0">
                <a:ln>
                  <a:noFill/>
                </a:ln>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CA" sz="1200" b="0" i="0" u="none" strike="noStrike" kern="1200" cap="none" spc="0" normalizeH="0" baseline="0" noProof="0">
              <a:ln>
                <a:noFill/>
              </a:ln>
              <a:effectLst/>
              <a:uLnTx/>
              <a:uFillTx/>
              <a:latin typeface="Palatino Linotype" panose="02040502050505030304" pitchFamily="18" charset="0"/>
              <a:ea typeface="+mn-ea"/>
              <a:cs typeface="+mn-cs"/>
            </a:endParaRPr>
          </a:p>
        </p:txBody>
      </p:sp>
      <p:sp>
        <p:nvSpPr>
          <p:cNvPr id="13" name="Text Placeholder 12">
            <a:extLst>
              <a:ext uri="{FF2B5EF4-FFF2-40B4-BE49-F238E27FC236}">
                <a16:creationId xmlns:a16="http://schemas.microsoft.com/office/drawing/2014/main" id="{59C168D9-63F5-9A19-016A-C6B6879E44B0}"/>
              </a:ext>
            </a:extLst>
          </p:cNvPr>
          <p:cNvSpPr>
            <a:spLocks noGrp="1"/>
          </p:cNvSpPr>
          <p:nvPr>
            <p:ph type="body" sz="quarter" idx="13"/>
          </p:nvPr>
        </p:nvSpPr>
        <p:spPr/>
        <p:txBody>
          <a:bodyPr/>
          <a:lstStyle/>
          <a:p>
            <a:endParaRPr lang="en-US"/>
          </a:p>
        </p:txBody>
      </p:sp>
      <p:sp>
        <p:nvSpPr>
          <p:cNvPr id="78" name="Rectangle 77">
            <a:extLst>
              <a:ext uri="{FF2B5EF4-FFF2-40B4-BE49-F238E27FC236}">
                <a16:creationId xmlns:a16="http://schemas.microsoft.com/office/drawing/2014/main" id="{F0387B8D-F665-C670-B2E8-4B0A42C83E48}"/>
              </a:ext>
            </a:extLst>
          </p:cNvPr>
          <p:cNvSpPr/>
          <p:nvPr/>
        </p:nvSpPr>
        <p:spPr>
          <a:xfrm>
            <a:off x="74758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Independent and Employee-Owned</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79" name="Rectangle 78">
            <a:extLst>
              <a:ext uri="{FF2B5EF4-FFF2-40B4-BE49-F238E27FC236}">
                <a16:creationId xmlns:a16="http://schemas.microsoft.com/office/drawing/2014/main" id="{90C7E23B-1844-D064-D76E-ED0D6F70B8DC}"/>
              </a:ext>
            </a:extLst>
          </p:cNvPr>
          <p:cNvSpPr/>
          <p:nvPr/>
        </p:nvSpPr>
        <p:spPr>
          <a:xfrm>
            <a:off x="6045464"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$90B+</a:t>
            </a:r>
            <a:endParaRPr lang="en-CA"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Retail Partner </a:t>
            </a: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AUA</a:t>
            </a:r>
            <a:endParaRPr lang="en-CA" sz="1000" noProof="0">
              <a:solidFill>
                <a:schemeClr val="bg1"/>
              </a:solidFill>
              <a:latin typeface="Palatino Linotype" panose="02040502050505030304" pitchFamily="18" charset="0"/>
              <a:cs typeface="Arial" panose="020B0604020202020204" pitchFamily="34" charset="0"/>
            </a:endParaRPr>
          </a:p>
        </p:txBody>
      </p:sp>
      <p:sp>
        <p:nvSpPr>
          <p:cNvPr id="80" name="Rectangle 79">
            <a:extLst>
              <a:ext uri="{FF2B5EF4-FFF2-40B4-BE49-F238E27FC236}">
                <a16:creationId xmlns:a16="http://schemas.microsoft.com/office/drawing/2014/main" id="{5E5D3C8F-2125-DBC8-FF5C-B2FE814109E1}"/>
              </a:ext>
            </a:extLst>
          </p:cNvPr>
          <p:cNvSpPr/>
          <p:nvPr/>
        </p:nvSpPr>
        <p:spPr>
          <a:xfrm>
            <a:off x="31847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8</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Capital Raised Since Inception</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81" name="Rectangle 80">
            <a:extLst>
              <a:ext uri="{FF2B5EF4-FFF2-40B4-BE49-F238E27FC236}">
                <a16:creationId xmlns:a16="http://schemas.microsoft.com/office/drawing/2014/main" id="{3161B75D-BEDD-BE33-CCCF-3C89DE43B8FB}"/>
              </a:ext>
            </a:extLst>
          </p:cNvPr>
          <p:cNvSpPr/>
          <p:nvPr/>
        </p:nvSpPr>
        <p:spPr>
          <a:xfrm>
            <a:off x="4615098"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110+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Transactions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3" name="Rectangle 82">
            <a:extLst>
              <a:ext uri="{FF2B5EF4-FFF2-40B4-BE49-F238E27FC236}">
                <a16:creationId xmlns:a16="http://schemas.microsoft.com/office/drawing/2014/main" id="{446B0002-71ED-BA7B-BC8A-1F72BCEE6968}"/>
              </a:ext>
            </a:extLst>
          </p:cNvPr>
          <p:cNvSpPr/>
          <p:nvPr/>
        </p:nvSpPr>
        <p:spPr>
          <a:xfrm>
            <a:off x="1754366"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2,000+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Transactions</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4" name="Rectangle 83">
            <a:extLst>
              <a:ext uri="{FF2B5EF4-FFF2-40B4-BE49-F238E27FC236}">
                <a16:creationId xmlns:a16="http://schemas.microsoft.com/office/drawing/2014/main" id="{08EE69B0-CA81-A7D3-19EE-700E3A4A9ABE}"/>
              </a:ext>
            </a:extLst>
          </p:cNvPr>
          <p:cNvSpPr/>
          <p:nvPr/>
        </p:nvSpPr>
        <p:spPr>
          <a:xfrm>
            <a:off x="324000"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$400B+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 Value</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8" name="Rectangle 57">
            <a:extLst>
              <a:ext uri="{FF2B5EF4-FFF2-40B4-BE49-F238E27FC236}">
                <a16:creationId xmlns:a16="http://schemas.microsoft.com/office/drawing/2014/main" id="{DEB40CD4-2D3B-D5A7-CEB1-E4FEBDB0B434}"/>
              </a:ext>
            </a:extLst>
          </p:cNvPr>
          <p:cNvSpPr/>
          <p:nvPr/>
        </p:nvSpPr>
        <p:spPr>
          <a:xfrm>
            <a:off x="324000"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Top Independent</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Canadian M&amp;A Advisor</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9" name="Rectangle 58">
            <a:extLst>
              <a:ext uri="{FF2B5EF4-FFF2-40B4-BE49-F238E27FC236}">
                <a16:creationId xmlns:a16="http://schemas.microsoft.com/office/drawing/2014/main" id="{279A1DCA-EF70-D99D-5519-D0C66A90DFB7}"/>
              </a:ext>
            </a:extLst>
          </p:cNvPr>
          <p:cNvSpPr/>
          <p:nvPr/>
        </p:nvSpPr>
        <p:spPr>
          <a:xfrm>
            <a:off x="3184733"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6</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(2025)</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60" name="Rectangle 59">
            <a:extLst>
              <a:ext uri="{FF2B5EF4-FFF2-40B4-BE49-F238E27FC236}">
                <a16:creationId xmlns:a16="http://schemas.microsoft.com/office/drawing/2014/main" id="{FBAFE56C-299A-486A-D205-4A78B5B95C61}"/>
              </a:ext>
            </a:extLst>
          </p:cNvPr>
          <p:cNvSpPr/>
          <p:nvPr/>
        </p:nvSpPr>
        <p:spPr>
          <a:xfrm>
            <a:off x="6042684"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$47B+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pic>
        <p:nvPicPr>
          <p:cNvPr id="1032" name="Picture 8" descr="Download Celestica Logo in SVG Vector or PNG File Format ...">
            <a:extLst>
              <a:ext uri="{FF2B5EF4-FFF2-40B4-BE49-F238E27FC236}">
                <a16:creationId xmlns:a16="http://schemas.microsoft.com/office/drawing/2014/main" id="{BF06D90F-CF64-A264-E838-5346FE29581C}"/>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9963" t="29450" r="9963" b="29450"/>
          <a:stretch/>
        </p:blipFill>
        <p:spPr bwMode="auto">
          <a:xfrm>
            <a:off x="6814046" y="1994838"/>
            <a:ext cx="1151171" cy="39390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12" descr="About us | CI First Asset">
            <a:extLst>
              <a:ext uri="{FF2B5EF4-FFF2-40B4-BE49-F238E27FC236}">
                <a16:creationId xmlns:a16="http://schemas.microsoft.com/office/drawing/2014/main" id="{8EC500B1-0E74-6FA4-DE67-54E2A68C8B4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479464" y="2069845"/>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ubadala Capital | Career Page">
            <a:extLst>
              <a:ext uri="{FF2B5EF4-FFF2-40B4-BE49-F238E27FC236}">
                <a16:creationId xmlns:a16="http://schemas.microsoft.com/office/drawing/2014/main" id="{95BF2B8D-40D7-F816-6CC5-160331893F2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79852" y="2125573"/>
            <a:ext cx="984685" cy="209285"/>
          </a:xfrm>
          <a:prstGeom prst="rect">
            <a:avLst/>
          </a:prstGeom>
          <a:noFill/>
          <a:extLst>
            <a:ext uri="{909E8E84-426E-40DD-AFC4-6F175D3DCCD1}">
              <a14:hiddenFill xmlns:a14="http://schemas.microsoft.com/office/drawing/2010/main">
                <a:solidFill>
                  <a:srgbClr val="FFFFFF"/>
                </a:solidFill>
              </a14:hiddenFill>
            </a:ext>
          </a:extLst>
        </p:spPr>
      </p:pic>
      <p:grpSp>
        <p:nvGrpSpPr>
          <p:cNvPr id="1025" name="Group 1024">
            <a:extLst>
              <a:ext uri="{FF2B5EF4-FFF2-40B4-BE49-F238E27FC236}">
                <a16:creationId xmlns:a16="http://schemas.microsoft.com/office/drawing/2014/main" id="{B2D34E86-33BD-A7CF-5962-22213F6E4439}"/>
              </a:ext>
            </a:extLst>
          </p:cNvPr>
          <p:cNvGrpSpPr/>
          <p:nvPr/>
        </p:nvGrpSpPr>
        <p:grpSpPr>
          <a:xfrm>
            <a:off x="324000" y="1572127"/>
            <a:ext cx="2774534" cy="1285194"/>
            <a:chOff x="324000" y="1456242"/>
            <a:chExt cx="2774534" cy="1285194"/>
          </a:xfrm>
        </p:grpSpPr>
        <p:grpSp>
          <p:nvGrpSpPr>
            <p:cNvPr id="67" name="Group 66">
              <a:extLst>
                <a:ext uri="{FF2B5EF4-FFF2-40B4-BE49-F238E27FC236}">
                  <a16:creationId xmlns:a16="http://schemas.microsoft.com/office/drawing/2014/main" id="{D607E570-7DE3-1129-D2E7-749611402E9E}"/>
                </a:ext>
              </a:extLst>
            </p:cNvPr>
            <p:cNvGrpSpPr/>
            <p:nvPr/>
          </p:nvGrpSpPr>
          <p:grpSpPr>
            <a:xfrm>
              <a:off x="324000" y="1456242"/>
              <a:ext cx="2774534" cy="1285194"/>
              <a:chOff x="368817" y="1456242"/>
              <a:chExt cx="1412344" cy="2198130"/>
            </a:xfrm>
          </p:grpSpPr>
          <p:sp>
            <p:nvSpPr>
              <p:cNvPr id="66" name="Rectangle 65">
                <a:extLst>
                  <a:ext uri="{FF2B5EF4-FFF2-40B4-BE49-F238E27FC236}">
                    <a16:creationId xmlns:a16="http://schemas.microsoft.com/office/drawing/2014/main" id="{4B779B80-5EBA-4772-07E6-12F1209B3D8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2" name="TextBox 83">
                <a:extLst>
                  <a:ext uri="{FF2B5EF4-FFF2-40B4-BE49-F238E27FC236}">
                    <a16:creationId xmlns:a16="http://schemas.microsoft.com/office/drawing/2014/main" id="{41F591D7-EC0D-511E-8E1C-E3A213DD8A1A}"/>
                  </a:ext>
                </a:extLst>
              </p:cNvPr>
              <p:cNvSpPr txBox="1"/>
              <p:nvPr/>
            </p:nvSpPr>
            <p:spPr>
              <a:xfrm>
                <a:off x="405702" y="1512903"/>
                <a:ext cx="1338574" cy="531353"/>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Restructuring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2" name="Rectangle 1">
                <a:extLst>
                  <a:ext uri="{FF2B5EF4-FFF2-40B4-BE49-F238E27FC236}">
                    <a16:creationId xmlns:a16="http://schemas.microsoft.com/office/drawing/2014/main" id="{2E939F61-0FCA-B900-06FC-E68F8D360773}"/>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~$73B</a:t>
                </a:r>
              </a:p>
            </p:txBody>
          </p:sp>
        </p:grpSp>
        <p:pic>
          <p:nvPicPr>
            <p:cNvPr id="118" name="Picture 2" descr="Nortel Networks Logo PNG Transparent &amp; SVG Vector - Freebie Supply">
              <a:extLst>
                <a:ext uri="{FF2B5EF4-FFF2-40B4-BE49-F238E27FC236}">
                  <a16:creationId xmlns:a16="http://schemas.microsoft.com/office/drawing/2014/main" id="{4BC20C13-5848-0268-E9FB-65A367294772}"/>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37380" b="36527"/>
            <a:stretch/>
          </p:blipFill>
          <p:spPr bwMode="auto">
            <a:xfrm>
              <a:off x="845060" y="1979010"/>
              <a:ext cx="921743" cy="240505"/>
            </a:xfrm>
            <a:prstGeom prst="rect">
              <a:avLst/>
            </a:prstGeom>
            <a:noFill/>
            <a:extLst>
              <a:ext uri="{909E8E84-426E-40DD-AFC4-6F175D3DCCD1}">
                <a14:hiddenFill xmlns:a14="http://schemas.microsoft.com/office/drawing/2010/main">
                  <a:solidFill>
                    <a:srgbClr val="FFFFFF"/>
                  </a:solidFill>
                </a14:hiddenFill>
              </a:ext>
            </a:extLst>
          </p:spPr>
        </p:pic>
        <p:pic>
          <p:nvPicPr>
            <p:cNvPr id="120" name="Picture 6" descr="undefined">
              <a:extLst>
                <a:ext uri="{FF2B5EF4-FFF2-40B4-BE49-F238E27FC236}">
                  <a16:creationId xmlns:a16="http://schemas.microsoft.com/office/drawing/2014/main" id="{2BA5AB72-AE61-7259-975E-CD4ADAB09CDB}"/>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5567" t="11729" r="5253" b="10536"/>
            <a:stretch/>
          </p:blipFill>
          <p:spPr bwMode="auto">
            <a:xfrm>
              <a:off x="1905318" y="1960789"/>
              <a:ext cx="527350" cy="24994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28" name="Group 1027">
            <a:extLst>
              <a:ext uri="{FF2B5EF4-FFF2-40B4-BE49-F238E27FC236}">
                <a16:creationId xmlns:a16="http://schemas.microsoft.com/office/drawing/2014/main" id="{733A2859-E68F-00C4-9B0D-18557B9D4CF0}"/>
              </a:ext>
            </a:extLst>
          </p:cNvPr>
          <p:cNvGrpSpPr/>
          <p:nvPr/>
        </p:nvGrpSpPr>
        <p:grpSpPr>
          <a:xfrm>
            <a:off x="324000" y="2958265"/>
            <a:ext cx="2774534" cy="1285194"/>
            <a:chOff x="368817" y="1456242"/>
            <a:chExt cx="1412344" cy="2198130"/>
          </a:xfrm>
        </p:grpSpPr>
        <p:sp>
          <p:nvSpPr>
            <p:cNvPr id="1033" name="Rectangle 1032">
              <a:extLst>
                <a:ext uri="{FF2B5EF4-FFF2-40B4-BE49-F238E27FC236}">
                  <a16:creationId xmlns:a16="http://schemas.microsoft.com/office/drawing/2014/main" id="{B9A68F2D-F606-EED8-0DC1-82125FF9CB36}"/>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35" name="TextBox 83">
              <a:extLst>
                <a:ext uri="{FF2B5EF4-FFF2-40B4-BE49-F238E27FC236}">
                  <a16:creationId xmlns:a16="http://schemas.microsoft.com/office/drawing/2014/main" id="{8B6DACC0-39F9-1D22-9968-C7AE22117DF4}"/>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Secondary Offering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36" name="Rectangle 1035">
              <a:extLst>
                <a:ext uri="{FF2B5EF4-FFF2-40B4-BE49-F238E27FC236}">
                  <a16:creationId xmlns:a16="http://schemas.microsoft.com/office/drawing/2014/main" id="{FE560300-9E37-21F5-B09B-971400DCBB15}"/>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~$3B</a:t>
              </a:r>
            </a:p>
          </p:txBody>
        </p:sp>
      </p:grpSp>
      <p:grpSp>
        <p:nvGrpSpPr>
          <p:cNvPr id="1038" name="Group 1037">
            <a:extLst>
              <a:ext uri="{FF2B5EF4-FFF2-40B4-BE49-F238E27FC236}">
                <a16:creationId xmlns:a16="http://schemas.microsoft.com/office/drawing/2014/main" id="{1C994FA2-AF9A-47C1-0CC4-7A54A36448C3}"/>
              </a:ext>
            </a:extLst>
          </p:cNvPr>
          <p:cNvGrpSpPr/>
          <p:nvPr/>
        </p:nvGrpSpPr>
        <p:grpSpPr>
          <a:xfrm>
            <a:off x="3184732" y="1572127"/>
            <a:ext cx="2774534" cy="1285194"/>
            <a:chOff x="368817" y="1456242"/>
            <a:chExt cx="1412344" cy="2198130"/>
          </a:xfrm>
        </p:grpSpPr>
        <p:sp>
          <p:nvSpPr>
            <p:cNvPr id="1041" name="Rectangle 1040">
              <a:extLst>
                <a:ext uri="{FF2B5EF4-FFF2-40B4-BE49-F238E27FC236}">
                  <a16:creationId xmlns:a16="http://schemas.microsoft.com/office/drawing/2014/main" id="{6F6CD463-0D26-69C3-BA5D-04C92F8ACF5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2" name="TextBox 83">
              <a:extLst>
                <a:ext uri="{FF2B5EF4-FFF2-40B4-BE49-F238E27FC236}">
                  <a16:creationId xmlns:a16="http://schemas.microsoft.com/office/drawing/2014/main" id="{D5AABCB4-7F64-F041-3FAA-62C03EEE836A}"/>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Take Private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43" name="Rectangle 1042">
              <a:extLst>
                <a:ext uri="{FF2B5EF4-FFF2-40B4-BE49-F238E27FC236}">
                  <a16:creationId xmlns:a16="http://schemas.microsoft.com/office/drawing/2014/main" id="{343257FA-C277-C957-2BCE-3F2A44C71408}"/>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~$12B</a:t>
              </a:r>
            </a:p>
          </p:txBody>
        </p:sp>
      </p:grpSp>
      <p:grpSp>
        <p:nvGrpSpPr>
          <p:cNvPr id="1052" name="Group 1051">
            <a:extLst>
              <a:ext uri="{FF2B5EF4-FFF2-40B4-BE49-F238E27FC236}">
                <a16:creationId xmlns:a16="http://schemas.microsoft.com/office/drawing/2014/main" id="{1E4BD7D1-0B08-5FD7-F138-49BC02920C6B}"/>
              </a:ext>
            </a:extLst>
          </p:cNvPr>
          <p:cNvGrpSpPr/>
          <p:nvPr/>
        </p:nvGrpSpPr>
        <p:grpSpPr>
          <a:xfrm>
            <a:off x="6042684" y="1572127"/>
            <a:ext cx="2774534" cy="1285194"/>
            <a:chOff x="368817" y="1456242"/>
            <a:chExt cx="1412344" cy="2198130"/>
          </a:xfrm>
        </p:grpSpPr>
        <p:sp>
          <p:nvSpPr>
            <p:cNvPr id="1055" name="Rectangle 1054">
              <a:extLst>
                <a:ext uri="{FF2B5EF4-FFF2-40B4-BE49-F238E27FC236}">
                  <a16:creationId xmlns:a16="http://schemas.microsoft.com/office/drawing/2014/main" id="{CE384988-AD9F-8C04-CBC4-6B316B922681}"/>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56" name="TextBox 83">
              <a:extLst>
                <a:ext uri="{FF2B5EF4-FFF2-40B4-BE49-F238E27FC236}">
                  <a16:creationId xmlns:a16="http://schemas.microsoft.com/office/drawing/2014/main" id="{85F06BD8-FD1B-F70D-418C-CC5C68FAF549}"/>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Largest Tech IPO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57" name="Rectangle 1056">
              <a:extLst>
                <a:ext uri="{FF2B5EF4-FFF2-40B4-BE49-F238E27FC236}">
                  <a16:creationId xmlns:a16="http://schemas.microsoft.com/office/drawing/2014/main" id="{FAFEDD77-983B-9FD2-B50F-749AC047B9F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~$610MM</a:t>
              </a:r>
            </a:p>
          </p:txBody>
        </p:sp>
      </p:grpSp>
      <p:pic>
        <p:nvPicPr>
          <p:cNvPr id="1065" name="Picture 12" descr="About us | CI First Asset">
            <a:extLst>
              <a:ext uri="{FF2B5EF4-FFF2-40B4-BE49-F238E27FC236}">
                <a16:creationId xmlns:a16="http://schemas.microsoft.com/office/drawing/2014/main" id="{A22E7B56-8F75-F1A0-6DF1-B20F8C66940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6351" y="3467534"/>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67" name="Picture 12">
            <a:extLst>
              <a:ext uri="{FF2B5EF4-FFF2-40B4-BE49-F238E27FC236}">
                <a16:creationId xmlns:a16="http://schemas.microsoft.com/office/drawing/2014/main" id="{35A9EB23-9617-FE5B-42A3-89FB66AAED46}"/>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803381" y="3535046"/>
            <a:ext cx="1001729" cy="145912"/>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F0D82D47-9CD6-D46F-5CA3-5405FCA56EC5}"/>
              </a:ext>
            </a:extLst>
          </p:cNvPr>
          <p:cNvSpPr/>
          <p:nvPr/>
        </p:nvSpPr>
        <p:spPr>
          <a:xfrm>
            <a:off x="324000" y="1166671"/>
            <a:ext cx="8496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CA" sz="1400" b="1" noProof="0">
                <a:solidFill>
                  <a:prstClr val="white"/>
                </a:solidFill>
                <a:latin typeface="Palatino Linotype" panose="02040502050505030304" pitchFamily="18" charset="0"/>
              </a:rPr>
              <a:t>Landmark Canadian Transaction Experience</a:t>
            </a:r>
            <a:r>
              <a:rPr lang="en-CA" sz="1400" b="1" baseline="30000" noProof="0">
                <a:solidFill>
                  <a:prstClr val="white"/>
                </a:solidFill>
                <a:latin typeface="Palatino Linotype" panose="02040502050505030304" pitchFamily="18" charset="0"/>
              </a:rPr>
              <a:t>(1)</a:t>
            </a:r>
            <a:endParaRPr kumimoji="0" lang="en-CA" sz="1400" b="1" i="0" u="none" strike="noStrike" kern="1200" cap="none" spc="0" normalizeH="0" baseline="30000" noProof="0">
              <a:ln>
                <a:noFill/>
              </a:ln>
              <a:solidFill>
                <a:prstClr val="white"/>
              </a:solidFill>
              <a:effectLst/>
              <a:uLnTx/>
              <a:uFillTx/>
              <a:latin typeface="Palatino Linotype" panose="02040502050505030304" pitchFamily="18" charset="0"/>
            </a:endParaRPr>
          </a:p>
        </p:txBody>
      </p:sp>
      <p:sp>
        <p:nvSpPr>
          <p:cNvPr id="4" name="Text Placeholder 5">
            <a:extLst>
              <a:ext uri="{FF2B5EF4-FFF2-40B4-BE49-F238E27FC236}">
                <a16:creationId xmlns:a16="http://schemas.microsoft.com/office/drawing/2014/main" id="{0E1A4720-1C48-AB42-0AEF-CC2C96733ADB}"/>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a:p>
            <a:pPr marL="228600" indent="-228600">
              <a:lnSpc>
                <a:spcPct val="85000"/>
              </a:lnSpc>
              <a:spcBef>
                <a:spcPts val="300"/>
              </a:spcBef>
              <a:buFont typeface="Arial" panose="020B0604020202020204" pitchFamily="34" charset="0"/>
              <a:buAutoNum type="arabicParenBoth"/>
            </a:pPr>
            <a:r>
              <a:rPr lang="en-CA" sz="700" noProof="0">
                <a:solidFill>
                  <a:schemeClr val="tx1"/>
                </a:solidFill>
                <a:ea typeface="+mj-ea"/>
                <a:cs typeface="+mj-cs"/>
              </a:rPr>
              <a:t>Deals led by INFOR Financial principals; all deal statistics as at time of deal </a:t>
            </a:r>
          </a:p>
        </p:txBody>
      </p:sp>
      <p:grpSp>
        <p:nvGrpSpPr>
          <p:cNvPr id="25" name="Group 24">
            <a:extLst>
              <a:ext uri="{FF2B5EF4-FFF2-40B4-BE49-F238E27FC236}">
                <a16:creationId xmlns:a16="http://schemas.microsoft.com/office/drawing/2014/main" id="{3BDEDA90-2C96-D670-646E-5CCFBDFFE8B5}"/>
              </a:ext>
            </a:extLst>
          </p:cNvPr>
          <p:cNvGrpSpPr/>
          <p:nvPr/>
        </p:nvGrpSpPr>
        <p:grpSpPr>
          <a:xfrm>
            <a:off x="6042684" y="2958265"/>
            <a:ext cx="2774534" cy="1285194"/>
            <a:chOff x="3184732" y="2958265"/>
            <a:chExt cx="2774534" cy="1285194"/>
          </a:xfrm>
        </p:grpSpPr>
        <p:grpSp>
          <p:nvGrpSpPr>
            <p:cNvPr id="1045" name="Group 1044">
              <a:extLst>
                <a:ext uri="{FF2B5EF4-FFF2-40B4-BE49-F238E27FC236}">
                  <a16:creationId xmlns:a16="http://schemas.microsoft.com/office/drawing/2014/main" id="{89DF2260-6A12-9454-5A38-2FA414540083}"/>
                </a:ext>
              </a:extLst>
            </p:cNvPr>
            <p:cNvGrpSpPr/>
            <p:nvPr/>
          </p:nvGrpSpPr>
          <p:grpSpPr>
            <a:xfrm>
              <a:off x="3184732" y="2958265"/>
              <a:ext cx="2774534" cy="1285194"/>
              <a:chOff x="368817" y="1456242"/>
              <a:chExt cx="1412344" cy="2198130"/>
            </a:xfrm>
          </p:grpSpPr>
          <p:sp>
            <p:nvSpPr>
              <p:cNvPr id="1048" name="Rectangle 1047">
                <a:extLst>
                  <a:ext uri="{FF2B5EF4-FFF2-40B4-BE49-F238E27FC236}">
                    <a16:creationId xmlns:a16="http://schemas.microsoft.com/office/drawing/2014/main" id="{CA7D6F4A-1815-5CEA-D0E2-C283D5A1DFE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9" name="TextBox 83">
                <a:extLst>
                  <a:ext uri="{FF2B5EF4-FFF2-40B4-BE49-F238E27FC236}">
                    <a16:creationId xmlns:a16="http://schemas.microsoft.com/office/drawing/2014/main" id="{3E36AECF-409E-AA2B-1EE0-20C52F950E3D}"/>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First Ever Bought High Yield Deal in Canadian History</a:t>
                </a:r>
              </a:p>
            </p:txBody>
          </p:sp>
          <p:sp>
            <p:nvSpPr>
              <p:cNvPr id="1050" name="Rectangle 1049">
                <a:extLst>
                  <a:ext uri="{FF2B5EF4-FFF2-40B4-BE49-F238E27FC236}">
                    <a16:creationId xmlns:a16="http://schemas.microsoft.com/office/drawing/2014/main" id="{BAC05711-A108-4124-7E6E-1B92A3FB0029}"/>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~US$971MM</a:t>
                </a:r>
              </a:p>
            </p:txBody>
          </p:sp>
        </p:grpSp>
        <p:pic>
          <p:nvPicPr>
            <p:cNvPr id="5" name="Picture 4" descr="A black and white logo&#10;&#10;AI-generated content may be incorrect.">
              <a:extLst>
                <a:ext uri="{FF2B5EF4-FFF2-40B4-BE49-F238E27FC236}">
                  <a16:creationId xmlns:a16="http://schemas.microsoft.com/office/drawing/2014/main" id="{1A57AF79-4EA4-1AA1-F631-B52CBD8DB4A8}"/>
                </a:ext>
              </a:extLst>
            </p:cNvPr>
            <p:cNvPicPr>
              <a:picLocks noChangeAspect="1"/>
            </p:cNvPicPr>
            <p:nvPr/>
          </p:nvPicPr>
          <p:blipFill>
            <a:blip r:embed="rId9">
              <a:clrChange>
                <a:clrFrom>
                  <a:srgbClr val="FFFFFF"/>
                </a:clrFrom>
                <a:clrTo>
                  <a:srgbClr val="FFFFFF">
                    <a:alpha val="0"/>
                  </a:srgbClr>
                </a:clrTo>
              </a:clrChange>
            </a:blip>
            <a:stretch>
              <a:fillRect/>
            </a:stretch>
          </p:blipFill>
          <p:spPr>
            <a:xfrm>
              <a:off x="3741751" y="3444037"/>
              <a:ext cx="1660497" cy="313650"/>
            </a:xfrm>
            <a:prstGeom prst="rect">
              <a:avLst/>
            </a:prstGeom>
            <a:noFill/>
            <a:ln w="19050">
              <a:noFill/>
              <a:miter lim="800000"/>
              <a:headEnd/>
              <a:tailEnd/>
            </a:ln>
          </p:spPr>
        </p:pic>
      </p:grpSp>
      <p:grpSp>
        <p:nvGrpSpPr>
          <p:cNvPr id="24" name="Group 23">
            <a:extLst>
              <a:ext uri="{FF2B5EF4-FFF2-40B4-BE49-F238E27FC236}">
                <a16:creationId xmlns:a16="http://schemas.microsoft.com/office/drawing/2014/main" id="{55C4D80C-C5F8-524B-8814-16DB76EB0478}"/>
              </a:ext>
            </a:extLst>
          </p:cNvPr>
          <p:cNvGrpSpPr/>
          <p:nvPr/>
        </p:nvGrpSpPr>
        <p:grpSpPr>
          <a:xfrm>
            <a:off x="3184732" y="2958265"/>
            <a:ext cx="2774534" cy="1285194"/>
            <a:chOff x="6042684" y="2958265"/>
            <a:chExt cx="2774534" cy="1285194"/>
          </a:xfrm>
        </p:grpSpPr>
        <p:grpSp>
          <p:nvGrpSpPr>
            <p:cNvPr id="6" name="Group 5">
              <a:extLst>
                <a:ext uri="{FF2B5EF4-FFF2-40B4-BE49-F238E27FC236}">
                  <a16:creationId xmlns:a16="http://schemas.microsoft.com/office/drawing/2014/main" id="{8DDCFED0-D2D8-6DE5-AA19-2D966D84FB55}"/>
                </a:ext>
              </a:extLst>
            </p:cNvPr>
            <p:cNvGrpSpPr/>
            <p:nvPr/>
          </p:nvGrpSpPr>
          <p:grpSpPr>
            <a:xfrm>
              <a:off x="6042684" y="2958265"/>
              <a:ext cx="2774534" cy="1285194"/>
              <a:chOff x="368817" y="1456242"/>
              <a:chExt cx="1412344" cy="2198130"/>
            </a:xfrm>
          </p:grpSpPr>
          <p:sp>
            <p:nvSpPr>
              <p:cNvPr id="8" name="Rectangle 7">
                <a:extLst>
                  <a:ext uri="{FF2B5EF4-FFF2-40B4-BE49-F238E27FC236}">
                    <a16:creationId xmlns:a16="http://schemas.microsoft.com/office/drawing/2014/main" id="{AE70811F-D173-FC61-2040-35FE7A28AF6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 name="TextBox 83">
                <a:extLst>
                  <a:ext uri="{FF2B5EF4-FFF2-40B4-BE49-F238E27FC236}">
                    <a16:creationId xmlns:a16="http://schemas.microsoft.com/office/drawing/2014/main" id="{DB151855-AF82-FC4D-1309-866206A4590B}"/>
                  </a:ext>
                </a:extLst>
              </p:cNvPr>
              <p:cNvSpPr txBox="1"/>
              <p:nvPr/>
            </p:nvSpPr>
            <p:spPr>
              <a:xfrm>
                <a:off x="405703"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One of the Largest Consolidations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the Montney Formation</a:t>
                </a:r>
              </a:p>
            </p:txBody>
          </p:sp>
          <p:sp>
            <p:nvSpPr>
              <p:cNvPr id="11" name="Rectangle 10">
                <a:extLst>
                  <a:ext uri="{FF2B5EF4-FFF2-40B4-BE49-F238E27FC236}">
                    <a16:creationId xmlns:a16="http://schemas.microsoft.com/office/drawing/2014/main" id="{3A3C61DA-9F4D-667A-1FCF-B6E2E342C6E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~$1B</a:t>
                </a:r>
              </a:p>
            </p:txBody>
          </p:sp>
        </p:grpSp>
        <p:grpSp>
          <p:nvGrpSpPr>
            <p:cNvPr id="23" name="Group 22">
              <a:extLst>
                <a:ext uri="{FF2B5EF4-FFF2-40B4-BE49-F238E27FC236}">
                  <a16:creationId xmlns:a16="http://schemas.microsoft.com/office/drawing/2014/main" id="{623B5374-80F9-64E0-4391-DD8D9ACBD025}"/>
                </a:ext>
              </a:extLst>
            </p:cNvPr>
            <p:cNvGrpSpPr/>
            <p:nvPr/>
          </p:nvGrpSpPr>
          <p:grpSpPr>
            <a:xfrm>
              <a:off x="6531242" y="3376613"/>
              <a:ext cx="1797418" cy="531018"/>
              <a:chOff x="6531242" y="3376613"/>
              <a:chExt cx="1797418" cy="531018"/>
            </a:xfrm>
          </p:grpSpPr>
          <p:pic>
            <p:nvPicPr>
              <p:cNvPr id="16" name="Picture 4" descr="Trilogy Energy Corp. Logo Design | nonfiction studios">
                <a:extLst>
                  <a:ext uri="{FF2B5EF4-FFF2-40B4-BE49-F238E27FC236}">
                    <a16:creationId xmlns:a16="http://schemas.microsoft.com/office/drawing/2014/main" id="{1F9A14D6-4638-E25B-8314-3CB8387A8345}"/>
                  </a:ext>
                </a:extLst>
              </p:cNvPr>
              <p:cNvPicPr>
                <a:picLocks noChangeAspect="1" noChangeArrowheads="1"/>
              </p:cNvPicPr>
              <p:nvPr/>
            </p:nvPicPr>
            <p:blipFill rotWithShape="1">
              <a:blip r:embed="rId10">
                <a:clrChange>
                  <a:clrFrom>
                    <a:srgbClr val="F6F6F6"/>
                  </a:clrFrom>
                  <a:clrTo>
                    <a:srgbClr val="F6F6F6">
                      <a:alpha val="0"/>
                    </a:srgbClr>
                  </a:clrTo>
                </a:clrChange>
                <a:extLst>
                  <a:ext uri="{28A0092B-C50C-407E-A947-70E740481C1C}">
                    <a14:useLocalDpi xmlns:a14="http://schemas.microsoft.com/office/drawing/2010/main" val="0"/>
                  </a:ext>
                </a:extLst>
              </a:blip>
              <a:srcRect l="24032" t="25176" r="21427" b="27991"/>
              <a:stretch>
                <a:fillRect/>
              </a:stretch>
            </p:blipFill>
            <p:spPr bwMode="auto">
              <a:xfrm>
                <a:off x="6531242" y="3376613"/>
                <a:ext cx="802258" cy="531018"/>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47C73232-8D64-64AA-4E22-5521F700F030}"/>
                  </a:ext>
                </a:extLst>
              </p:cNvPr>
              <p:cNvPicPr>
                <a:picLocks noChangeAspect="1"/>
              </p:cNvPicPr>
              <p:nvPr/>
            </p:nvPicPr>
            <p:blipFill>
              <a:blip r:embed="rId11"/>
              <a:stretch>
                <a:fillRect/>
              </a:stretch>
            </p:blipFill>
            <p:spPr>
              <a:xfrm>
                <a:off x="7460571" y="3433309"/>
                <a:ext cx="868089" cy="417626"/>
              </a:xfrm>
              <a:prstGeom prst="rect">
                <a:avLst/>
              </a:prstGeom>
            </p:spPr>
          </p:pic>
        </p:grpSp>
      </p:grpSp>
    </p:spTree>
    <p:extLst>
      <p:ext uri="{BB962C8B-B14F-4D97-AF65-F5344CB8AC3E}">
        <p14:creationId xmlns:p14="http://schemas.microsoft.com/office/powerpoint/2010/main" val="16857442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BCF342B-0337-48D2-81EE-47611BE82C3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4" name="Text Placeholder 3">
            <a:extLst>
              <a:ext uri="{FF2B5EF4-FFF2-40B4-BE49-F238E27FC236}">
                <a16:creationId xmlns:a16="http://schemas.microsoft.com/office/drawing/2014/main" id="{ACCED25A-B0C6-8358-2FF8-460D395597BC}"/>
              </a:ext>
            </a:extLst>
          </p:cNvPr>
          <p:cNvSpPr>
            <a:spLocks noGrp="1"/>
          </p:cNvSpPr>
          <p:nvPr>
            <p:ph type="body" sz="quarter" idx="13"/>
          </p:nvPr>
        </p:nvSpPr>
        <p:spPr/>
        <p:txBody>
          <a:bodyPr/>
          <a:lstStyle/>
          <a:p>
            <a:endParaRPr lang="en-US"/>
          </a:p>
        </p:txBody>
      </p:sp>
      <p:sp>
        <p:nvSpPr>
          <p:cNvPr id="6" name="Rounded Rectangle 19">
            <a:extLst>
              <a:ext uri="{FF2B5EF4-FFF2-40B4-BE49-F238E27FC236}">
                <a16:creationId xmlns:a16="http://schemas.microsoft.com/office/drawing/2014/main" id="{FD45F4D9-2E91-0CF5-9FF4-277C68C70239}"/>
              </a:ext>
            </a:extLst>
          </p:cNvPr>
          <p:cNvSpPr/>
          <p:nvPr/>
        </p:nvSpPr>
        <p:spPr>
          <a:xfrm>
            <a:off x="1691220" y="2672707"/>
            <a:ext cx="5761560" cy="383721"/>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dirty="0">
                <a:ln>
                  <a:noFill/>
                </a:ln>
                <a:solidFill>
                  <a:prstClr val="white"/>
                </a:solidFill>
                <a:effectLst/>
                <a:uLnTx/>
                <a:uFillTx/>
                <a:latin typeface="Palatino Linotype" panose="02040502050505030304" pitchFamily="18" charset="0"/>
                <a:ea typeface="+mn-ea"/>
                <a:cs typeface="+mn-cs"/>
              </a:rPr>
              <a:t>[x]</a:t>
            </a:r>
          </a:p>
        </p:txBody>
      </p:sp>
      <p:sp>
        <p:nvSpPr>
          <p:cNvPr id="7" name="Rounded Rectangle 19">
            <a:extLst>
              <a:ext uri="{FF2B5EF4-FFF2-40B4-BE49-F238E27FC236}">
                <a16:creationId xmlns:a16="http://schemas.microsoft.com/office/drawing/2014/main" id="{0B1503B3-C17C-9996-24DA-DED5E12E8A80}"/>
              </a:ext>
            </a:extLst>
          </p:cNvPr>
          <p:cNvSpPr/>
          <p:nvPr/>
        </p:nvSpPr>
        <p:spPr>
          <a:xfrm>
            <a:off x="1691220" y="3661195"/>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8" name="Rounded Rectangle 19">
            <a:extLst>
              <a:ext uri="{FF2B5EF4-FFF2-40B4-BE49-F238E27FC236}">
                <a16:creationId xmlns:a16="http://schemas.microsoft.com/office/drawing/2014/main" id="{8D93159A-F65F-D627-A15E-596C972F430E}"/>
              </a:ext>
            </a:extLst>
          </p:cNvPr>
          <p:cNvSpPr/>
          <p:nvPr/>
        </p:nvSpPr>
        <p:spPr>
          <a:xfrm>
            <a:off x="1691220" y="3166951"/>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9" name="Rounded Rectangle 19">
            <a:extLst>
              <a:ext uri="{FF2B5EF4-FFF2-40B4-BE49-F238E27FC236}">
                <a16:creationId xmlns:a16="http://schemas.microsoft.com/office/drawing/2014/main" id="{E49D0158-455A-0D9C-16DE-6F07B9B9C016}"/>
              </a:ext>
            </a:extLst>
          </p:cNvPr>
          <p:cNvSpPr/>
          <p:nvPr/>
        </p:nvSpPr>
        <p:spPr>
          <a:xfrm>
            <a:off x="1691220" y="4155440"/>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Tree>
    <p:custDataLst>
      <p:tags r:id="rId1"/>
    </p:custDataLst>
    <p:extLst>
      <p:ext uri="{BB962C8B-B14F-4D97-AF65-F5344CB8AC3E}">
        <p14:creationId xmlns:p14="http://schemas.microsoft.com/office/powerpoint/2010/main" val="6781582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dirty="0"/>
              <a:t>Introduction to [Client Name]</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p:cNvSpPr>
            <a:spLocks noGrp="1"/>
          </p:cNvSpPr>
          <p:nvPr>
            <p:ph type="body" sz="quarter" idx="13"/>
          </p:nvPr>
        </p:nvSpPr>
        <p:spPr>
          <a:xfrm>
            <a:off x="1570011" y="6426533"/>
            <a:ext cx="8012528" cy="409085"/>
          </a:xfrm>
        </p:spPr>
        <p:txBody>
          <a:bodyPr numCol="2"/>
          <a:lstStyle/>
          <a:p>
            <a:r>
              <a:rPr lang="en-US" dirty="0"/>
              <a:t>Source: Company filings, S&amp;P Capital IQ</a:t>
            </a:r>
          </a:p>
          <a:p>
            <a:r>
              <a:rPr lang="en-US" dirty="0"/>
              <a:t>Note: All figures in [x]$MM, except per share figures and where indicated otherwise</a:t>
            </a:r>
          </a:p>
        </p:txBody>
      </p:sp>
      <p:sp>
        <p:nvSpPr>
          <p:cNvPr id="8" name="Rectangle 7">
            <a:extLst>
              <a:ext uri="{FF2B5EF4-FFF2-40B4-BE49-F238E27FC236}">
                <a16:creationId xmlns:a16="http://schemas.microsoft.com/office/drawing/2014/main" id="{D1431F0D-3455-49D4-9E68-C205A528EE2B}"/>
              </a:ext>
            </a:extLst>
          </p:cNvPr>
          <p:cNvSpPr/>
          <p:nvPr/>
        </p:nvSpPr>
        <p:spPr>
          <a:xfrm>
            <a:off x="4680000" y="103456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ea typeface="+mn-ea"/>
                <a:cs typeface="+mn-cs"/>
              </a:rPr>
              <a:t>Capitalization Summary</a:t>
            </a:r>
            <a:endParaRPr kumimoji="0" lang="en-CA" sz="1400" b="1" i="0" u="none" strike="noStrike" kern="0" cap="none" spc="0" normalizeH="0" baseline="30000" noProof="0" dirty="0">
              <a:ln>
                <a:noFill/>
              </a:ln>
              <a:solidFill>
                <a:prstClr val="white"/>
              </a:solidFill>
              <a:effectLst/>
              <a:uLnTx/>
              <a:uFillTx/>
              <a:latin typeface="Palatino Linotype" panose="02040502050505030304" pitchFamily="18" charset="0"/>
              <a:ea typeface="+mn-ea"/>
              <a:cs typeface="+mn-cs"/>
            </a:endParaRPr>
          </a:p>
        </p:txBody>
      </p:sp>
      <p:sp>
        <p:nvSpPr>
          <p:cNvPr id="10" name="TextBox 9">
            <a:extLst>
              <a:ext uri="{FF2B5EF4-FFF2-40B4-BE49-F238E27FC236}">
                <a16:creationId xmlns:a16="http://schemas.microsoft.com/office/drawing/2014/main" id="{CA7C8506-5C16-46A9-8B7D-9249112829E8}"/>
              </a:ext>
            </a:extLst>
          </p:cNvPr>
          <p:cNvSpPr txBox="1">
            <a:spLocks/>
          </p:cNvSpPr>
          <p:nvPr/>
        </p:nvSpPr>
        <p:spPr>
          <a:xfrm>
            <a:off x="342899" y="1345241"/>
            <a:ext cx="4121102" cy="525785"/>
          </a:xfrm>
          <a:prstGeom prst="rect">
            <a:avLst/>
          </a:prstGeom>
          <a:noFill/>
        </p:spPr>
        <p:txBody>
          <a:bodyPr wrap="square" lIns="0" rIns="0" rtlCol="0">
            <a:spAutoFit/>
          </a:bodyPr>
          <a:lstStyle/>
          <a:p>
            <a:pPr marL="180000" marR="0" lvl="1" indent="-18000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05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p:txBody>
      </p:sp>
      <p:sp>
        <p:nvSpPr>
          <p:cNvPr id="15" name="Rectangle 14">
            <a:extLst>
              <a:ext uri="{FF2B5EF4-FFF2-40B4-BE49-F238E27FC236}">
                <a16:creationId xmlns:a16="http://schemas.microsoft.com/office/drawing/2014/main" id="{9A45D7A2-D433-4946-ADA1-546C1387DB0D}"/>
              </a:ext>
            </a:extLst>
          </p:cNvPr>
          <p:cNvSpPr/>
          <p:nvPr/>
        </p:nvSpPr>
        <p:spPr>
          <a:xfrm>
            <a:off x="333369"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a:ea typeface="+mn-ea"/>
                <a:cs typeface="+mn-cs"/>
              </a:rPr>
              <a:t>Company Overview</a:t>
            </a:r>
            <a:endParaRPr kumimoji="0" lang="en-CA" sz="1400" b="1" i="0" u="none" strike="noStrike" kern="0" cap="none" spc="0" normalizeH="0" baseline="0" noProof="0" dirty="0">
              <a:ln>
                <a:noFill/>
              </a:ln>
              <a:solidFill>
                <a:prstClr val="white"/>
              </a:solidFill>
              <a:effectLst/>
              <a:uLnTx/>
              <a:uFillTx/>
              <a:latin typeface="Palatino Linotype"/>
              <a:ea typeface="+mn-ea"/>
              <a:cs typeface="+mn-cs"/>
            </a:endParaRPr>
          </a:p>
        </p:txBody>
      </p:sp>
      <p:sp>
        <p:nvSpPr>
          <p:cNvPr id="16" name="Rectangle 15">
            <a:extLst>
              <a:ext uri="{FF2B5EF4-FFF2-40B4-BE49-F238E27FC236}">
                <a16:creationId xmlns:a16="http://schemas.microsoft.com/office/drawing/2014/main" id="{94657DC8-6BF9-3A95-3AD3-77AF93FAFED0}"/>
              </a:ext>
            </a:extLst>
          </p:cNvPr>
          <p:cNvSpPr/>
          <p:nvPr/>
        </p:nvSpPr>
        <p:spPr>
          <a:xfrm>
            <a:off x="333369" y="4341067"/>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a:ln>
                  <a:noFill/>
                </a:ln>
                <a:solidFill>
                  <a:prstClr val="white"/>
                </a:solidFill>
                <a:effectLst/>
                <a:uLnTx/>
                <a:uFillTx/>
                <a:latin typeface="Palatino Linotype"/>
                <a:ea typeface="+mn-ea"/>
                <a:cs typeface="+mn-cs"/>
              </a:rPr>
              <a:t>LTM Revenue Breakdown</a:t>
            </a:r>
            <a:endParaRPr kumimoji="0" lang="en-CA" sz="1400" b="1" i="0" u="none" strike="noStrike" kern="0" cap="none" spc="0" normalizeH="0" baseline="0" noProof="0">
              <a:ln>
                <a:noFill/>
              </a:ln>
              <a:solidFill>
                <a:prstClr val="white"/>
              </a:solidFill>
              <a:effectLst/>
              <a:uLnTx/>
              <a:uFillTx/>
              <a:latin typeface="Palatino Linotype"/>
              <a:ea typeface="+mn-ea"/>
              <a:cs typeface="+mn-cs"/>
            </a:endParaRPr>
          </a:p>
        </p:txBody>
      </p:sp>
      <p:sp>
        <p:nvSpPr>
          <p:cNvPr id="4" name="Rectangle 3">
            <a:extLst>
              <a:ext uri="{FF2B5EF4-FFF2-40B4-BE49-F238E27FC236}">
                <a16:creationId xmlns:a16="http://schemas.microsoft.com/office/drawing/2014/main" id="{79860CEB-72F6-D442-CCC2-0A1F85472BDB}"/>
              </a:ext>
            </a:extLst>
          </p:cNvPr>
          <p:cNvSpPr/>
          <p:nvPr/>
        </p:nvSpPr>
        <p:spPr>
          <a:xfrm>
            <a:off x="4680000" y="1385387"/>
            <a:ext cx="4137218" cy="4923973"/>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[Cap Table Placeholder]</a:t>
            </a:r>
          </a:p>
        </p:txBody>
      </p:sp>
      <p:sp>
        <p:nvSpPr>
          <p:cNvPr id="5" name="Rectangle 4">
            <a:extLst>
              <a:ext uri="{FF2B5EF4-FFF2-40B4-BE49-F238E27FC236}">
                <a16:creationId xmlns:a16="http://schemas.microsoft.com/office/drawing/2014/main" id="{59388312-3067-9D68-3D5A-5FFCBD4691E8}"/>
              </a:ext>
            </a:extLst>
          </p:cNvPr>
          <p:cNvSpPr/>
          <p:nvPr/>
        </p:nvSpPr>
        <p:spPr>
          <a:xfrm>
            <a:off x="342900" y="4691063"/>
            <a:ext cx="4121102" cy="16182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[Pie Chart Placeholder]</a:t>
            </a:r>
          </a:p>
        </p:txBody>
      </p:sp>
    </p:spTree>
    <p:custDataLst>
      <p:tags r:id="rId1"/>
    </p:custDataLst>
    <p:extLst>
      <p:ext uri="{BB962C8B-B14F-4D97-AF65-F5344CB8AC3E}">
        <p14:creationId xmlns:p14="http://schemas.microsoft.com/office/powerpoint/2010/main" val="2957093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8BE5B-7A51-40E0-AB95-E6F9CAD4F76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E8BECDF-68B2-1AA4-637A-65701752E1F2}"/>
              </a:ext>
            </a:extLst>
          </p:cNvPr>
          <p:cNvGraphicFramePr>
            <a:graphicFrameLocks noGrp="1"/>
          </p:cNvGraphicFramePr>
          <p:nvPr>
            <p:extLst>
              <p:ext uri="{D42A27DB-BD31-4B8C-83A1-F6EECF244321}">
                <p14:modId xmlns:p14="http://schemas.microsoft.com/office/powerpoint/2010/main" val="4102265103"/>
              </p:ext>
            </p:extLst>
          </p:nvPr>
        </p:nvGraphicFramePr>
        <p:xfrm>
          <a:off x="322185" y="4145476"/>
          <a:ext cx="4140000" cy="1508760"/>
        </p:xfrm>
        <a:graphic>
          <a:graphicData uri="http://schemas.openxmlformats.org/drawingml/2006/table">
            <a:tbl>
              <a:tblPr firstRow="1" bandRow="1">
                <a:tableStyleId>{5C22544A-7EE6-4342-B048-85BDC9FD1C3A}</a:tableStyleId>
              </a:tblPr>
              <a:tblGrid>
                <a:gridCol w="1414059">
                  <a:extLst>
                    <a:ext uri="{9D8B030D-6E8A-4147-A177-3AD203B41FA5}">
                      <a16:colId xmlns:a16="http://schemas.microsoft.com/office/drawing/2014/main" val="3223766902"/>
                    </a:ext>
                  </a:extLst>
                </a:gridCol>
                <a:gridCol w="908647">
                  <a:extLst>
                    <a:ext uri="{9D8B030D-6E8A-4147-A177-3AD203B41FA5}">
                      <a16:colId xmlns:a16="http://schemas.microsoft.com/office/drawing/2014/main" val="268978678"/>
                    </a:ext>
                  </a:extLst>
                </a:gridCol>
                <a:gridCol w="908647">
                  <a:extLst>
                    <a:ext uri="{9D8B030D-6E8A-4147-A177-3AD203B41FA5}">
                      <a16:colId xmlns:a16="http://schemas.microsoft.com/office/drawing/2014/main" val="2347857369"/>
                    </a:ext>
                  </a:extLst>
                </a:gridCol>
                <a:gridCol w="908647">
                  <a:extLst>
                    <a:ext uri="{9D8B030D-6E8A-4147-A177-3AD203B41FA5}">
                      <a16:colId xmlns:a16="http://schemas.microsoft.com/office/drawing/2014/main" val="3248819179"/>
                    </a:ext>
                  </a:extLst>
                </a:gridCol>
              </a:tblGrid>
              <a:tr h="337819">
                <a:tc>
                  <a:txBody>
                    <a:bodyPr/>
                    <a:lstStyle/>
                    <a:p>
                      <a:r>
                        <a:rPr sz="900" dirty="0">
                          <a:latin typeface="Palatino Linotype"/>
                        </a:rPr>
                        <a:t>Figures in </a:t>
                      </a:r>
                      <a:r>
                        <a:rPr lang="en-US" sz="900" dirty="0">
                          <a:latin typeface="Palatino Linotype"/>
                        </a:rPr>
                        <a:t>[x]</a:t>
                      </a:r>
                      <a:r>
                        <a:rPr sz="900" dirty="0">
                          <a:latin typeface="Palatino Linotype"/>
                        </a:rPr>
                        <a:t>$MM</a:t>
                      </a:r>
                      <a:endParaRPr lang="en-US" sz="900" i="1" dirty="0">
                        <a:latin typeface="Palatino Linotype" panose="02040502050505030304" pitchFamily="18" charset="0"/>
                      </a:endParaRP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Reported</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Bloomberg Estimate</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Variance</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837117398"/>
                  </a:ext>
                </a:extLst>
              </a:tr>
              <a:tr h="211137">
                <a:tc>
                  <a:txBody>
                    <a:bodyPr/>
                    <a:lstStyle/>
                    <a:p>
                      <a:r>
                        <a:rPr lang="en-US" sz="900" dirty="0">
                          <a:latin typeface="Palatino Linotype"/>
                        </a:rPr>
                        <a:t>[Metric #1]</a:t>
                      </a:r>
                      <a:endParaRPr sz="900" dirty="0">
                        <a:latin typeface="Palatino Linotype"/>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026597359"/>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37869372"/>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37254403"/>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7743932"/>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63010781"/>
                  </a:ext>
                </a:extLst>
              </a:tr>
            </a:tbl>
          </a:graphicData>
        </a:graphic>
      </p:graphicFrame>
      <p:sp>
        <p:nvSpPr>
          <p:cNvPr id="11" name="Rectangle 10">
            <a:extLst>
              <a:ext uri="{FF2B5EF4-FFF2-40B4-BE49-F238E27FC236}">
                <a16:creationId xmlns:a16="http://schemas.microsoft.com/office/drawing/2014/main" id="{511F9D52-F123-4B43-3B96-E9CA40879171}"/>
              </a:ext>
            </a:extLst>
          </p:cNvPr>
          <p:cNvSpPr/>
          <p:nvPr/>
        </p:nvSpPr>
        <p:spPr>
          <a:xfrm>
            <a:off x="323997" y="3820777"/>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Broker Estimates vs Actuals</a:t>
            </a:r>
            <a:endParaRPr kumimoji="0" lang="en-CA" sz="1400" b="1" i="0" u="none" strike="noStrike" kern="0" cap="none" spc="0" normalizeH="0" baseline="0" noProof="0" dirty="0">
              <a:ln>
                <a:noFill/>
              </a:ln>
              <a:solidFill>
                <a:prstClr val="white"/>
              </a:solidFill>
              <a:effectLst/>
              <a:uLnTx/>
              <a:uFillTx/>
              <a:latin typeface="Palatino Linotype" panose="02040502050505030304" pitchFamily="18" charset="0"/>
            </a:endParaRPr>
          </a:p>
        </p:txBody>
      </p:sp>
      <p:sp>
        <p:nvSpPr>
          <p:cNvPr id="4" name="Slide Number Placeholder 3">
            <a:extLst>
              <a:ext uri="{FF2B5EF4-FFF2-40B4-BE49-F238E27FC236}">
                <a16:creationId xmlns:a16="http://schemas.microsoft.com/office/drawing/2014/main" id="{AB7B68A8-0D03-D133-481F-577AA926F888}"/>
              </a:ext>
            </a:extLst>
          </p:cNvPr>
          <p:cNvSpPr>
            <a:spLocks noGrp="1"/>
          </p:cNvSpPr>
          <p:nvPr>
            <p:ph type="sldNum" sz="quarter" idx="12"/>
          </p:nvPr>
        </p:nvSpPr>
        <p:spPr/>
        <p:txBody>
          <a:bodyPr/>
          <a:lstStyle/>
          <a:p>
            <a:fld id="{B0BBF262-6B1A-47DC-B7A7-A92B0DCA2A1B}" type="slidenum">
              <a:rPr lang="en-CA" smtClean="0"/>
              <a:pPr/>
              <a:t>7</a:t>
            </a:fld>
            <a:endParaRPr lang="en-CA" dirty="0"/>
          </a:p>
        </p:txBody>
      </p:sp>
      <p:sp>
        <p:nvSpPr>
          <p:cNvPr id="2" name="Text Placeholder 1">
            <a:extLst>
              <a:ext uri="{FF2B5EF4-FFF2-40B4-BE49-F238E27FC236}">
                <a16:creationId xmlns:a16="http://schemas.microsoft.com/office/drawing/2014/main" id="{005C7CFC-DF4F-2409-4550-D9ABBA35C4B0}"/>
              </a:ext>
            </a:extLst>
          </p:cNvPr>
          <p:cNvSpPr>
            <a:spLocks noGrp="1"/>
          </p:cNvSpPr>
          <p:nvPr>
            <p:ph type="body" sz="quarter" idx="13"/>
          </p:nvPr>
        </p:nvSpPr>
        <p:spPr>
          <a:noFill/>
        </p:spPr>
        <p:txBody>
          <a:bodyPr numCol="1"/>
          <a:lstStyle/>
          <a:p>
            <a:r>
              <a:rPr lang="en-US" dirty="0"/>
              <a:t>Source: Company filings, S&amp;P Capital IQ, Bloomberg, equity research </a:t>
            </a:r>
          </a:p>
          <a:p>
            <a:r>
              <a:rPr lang="en-US" dirty="0"/>
              <a:t>Note: All figures in [x]$MM, except where indicated otherwise</a:t>
            </a:r>
          </a:p>
        </p:txBody>
      </p:sp>
      <p:sp>
        <p:nvSpPr>
          <p:cNvPr id="6" name="Rectangle 5">
            <a:extLst>
              <a:ext uri="{FF2B5EF4-FFF2-40B4-BE49-F238E27FC236}">
                <a16:creationId xmlns:a16="http://schemas.microsoft.com/office/drawing/2014/main" id="{0F11B6BD-D605-5F42-494B-42D514DD3378}"/>
              </a:ext>
            </a:extLst>
          </p:cNvPr>
          <p:cNvSpPr/>
          <p:nvPr/>
        </p:nvSpPr>
        <p:spPr>
          <a:xfrm>
            <a:off x="323997" y="101922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Business Updates</a:t>
            </a:r>
            <a:endParaRPr kumimoji="0" lang="en-CA" sz="1400" b="1" i="0" u="none" strike="noStrike" kern="0" cap="none" spc="0" normalizeH="0" baseline="0" noProof="0" dirty="0">
              <a:ln>
                <a:noFill/>
              </a:ln>
              <a:solidFill>
                <a:prstClr val="white"/>
              </a:solidFill>
              <a:effectLst/>
              <a:uLnTx/>
              <a:uFillTx/>
              <a:latin typeface="Palatino Linotype" panose="02040502050505030304" pitchFamily="18" charset="0"/>
            </a:endParaRPr>
          </a:p>
        </p:txBody>
      </p:sp>
      <p:sp>
        <p:nvSpPr>
          <p:cNvPr id="8" name="Rectangle 7">
            <a:extLst>
              <a:ext uri="{FF2B5EF4-FFF2-40B4-BE49-F238E27FC236}">
                <a16:creationId xmlns:a16="http://schemas.microsoft.com/office/drawing/2014/main" id="{7FF5F561-DBF4-ACF4-D59E-6B19C548CDEB}"/>
              </a:ext>
            </a:extLst>
          </p:cNvPr>
          <p:cNvSpPr/>
          <p:nvPr/>
        </p:nvSpPr>
        <p:spPr>
          <a:xfrm>
            <a:off x="4681219" y="1019228"/>
            <a:ext cx="4140000" cy="311616"/>
          </a:xfrm>
          <a:prstGeom prst="rect">
            <a:avLst/>
          </a:prstGeom>
          <a:solidFill>
            <a:srgbClr val="0E213F"/>
          </a:solidFill>
          <a:ln w="12700" cap="flat" cmpd="sng" algn="ctr">
            <a:noFill/>
            <a:prstDash val="solid"/>
            <a:miter lim="800000"/>
          </a:ln>
          <a:effectLst/>
        </p:spPr>
        <p:txBody>
          <a:bodyPr rtlCol="0" anchor="ctr"/>
          <a:lstStyle/>
          <a:p>
            <a:pPr algn="ctr"/>
            <a:r>
              <a:rPr lang="en-US" sz="1400" b="1" kern="0" dirty="0">
                <a:solidFill>
                  <a:prstClr val="white"/>
                </a:solidFill>
                <a:latin typeface="Palatino Linotype" panose="02040502050505030304" pitchFamily="18" charset="0"/>
              </a:rPr>
              <a:t>Financial Highlights</a:t>
            </a:r>
            <a:endParaRPr lang="en-CA" sz="1400" b="1" kern="0" dirty="0">
              <a:solidFill>
                <a:prstClr val="white"/>
              </a:solidFill>
              <a:latin typeface="Palatino Linotype" panose="02040502050505030304" pitchFamily="18" charset="0"/>
            </a:endParaRPr>
          </a:p>
        </p:txBody>
      </p:sp>
      <p:sp>
        <p:nvSpPr>
          <p:cNvPr id="51" name="Title 1">
            <a:extLst>
              <a:ext uri="{FF2B5EF4-FFF2-40B4-BE49-F238E27FC236}">
                <a16:creationId xmlns:a16="http://schemas.microsoft.com/office/drawing/2014/main" id="{7DA048D1-81D5-3239-5BDD-00646345C204}"/>
              </a:ext>
            </a:extLst>
          </p:cNvPr>
          <p:cNvSpPr>
            <a:spLocks noGrp="1"/>
          </p:cNvSpPr>
          <p:nvPr>
            <p:ph type="title"/>
          </p:nvPr>
        </p:nvSpPr>
        <p:spPr>
          <a:xfrm>
            <a:off x="239833" y="116475"/>
            <a:ext cx="8577386" cy="878890"/>
          </a:xfrm>
        </p:spPr>
        <p:txBody>
          <a:bodyPr/>
          <a:lstStyle/>
          <a:p>
            <a:r>
              <a:rPr lang="en-CA" dirty="0"/>
              <a:t>Open Text Corporation Q3 FY2026 Earnings Summary</a:t>
            </a:r>
            <a:endParaRPr lang="en-CA" i="1" dirty="0">
              <a:solidFill>
                <a:schemeClr val="accent2"/>
              </a:solidFill>
            </a:endParaRPr>
          </a:p>
        </p:txBody>
      </p:sp>
      <p:sp>
        <p:nvSpPr>
          <p:cNvPr id="12" name="Rectangle 11">
            <a:extLst>
              <a:ext uri="{FF2B5EF4-FFF2-40B4-BE49-F238E27FC236}">
                <a16:creationId xmlns:a16="http://schemas.microsoft.com/office/drawing/2014/main" id="{857A0024-75A5-1387-0831-C59C6FD5AB66}"/>
              </a:ext>
            </a:extLst>
          </p:cNvPr>
          <p:cNvSpPr/>
          <p:nvPr/>
        </p:nvSpPr>
        <p:spPr>
          <a:xfrm>
            <a:off x="4681219" y="3820777"/>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Management Guidance</a:t>
            </a:r>
            <a:endParaRPr kumimoji="0" lang="en-CA" sz="1400" b="1" i="0" u="none" strike="noStrike" kern="0" cap="none" spc="0" normalizeH="0" baseline="30000" noProof="0" dirty="0">
              <a:ln>
                <a:noFill/>
              </a:ln>
              <a:solidFill>
                <a:prstClr val="white"/>
              </a:solidFill>
              <a:effectLst/>
              <a:uLnTx/>
              <a:uFillTx/>
              <a:latin typeface="Palatino Linotype" panose="02040502050505030304" pitchFamily="18" charset="0"/>
            </a:endParaRPr>
          </a:p>
        </p:txBody>
      </p:sp>
      <p:grpSp>
        <p:nvGrpSpPr>
          <p:cNvPr id="13" name="Group 12">
            <a:extLst>
              <a:ext uri="{FF2B5EF4-FFF2-40B4-BE49-F238E27FC236}">
                <a16:creationId xmlns:a16="http://schemas.microsoft.com/office/drawing/2014/main" id="{F0BE627A-75F2-F503-482F-79964625789A}"/>
              </a:ext>
            </a:extLst>
          </p:cNvPr>
          <p:cNvGrpSpPr/>
          <p:nvPr/>
        </p:nvGrpSpPr>
        <p:grpSpPr>
          <a:xfrm>
            <a:off x="4688657" y="1663255"/>
            <a:ext cx="4140000" cy="496021"/>
            <a:chOff x="4688657" y="1344864"/>
            <a:chExt cx="4140000" cy="545623"/>
          </a:xfrm>
        </p:grpSpPr>
        <p:sp>
          <p:nvSpPr>
            <p:cNvPr id="1033" name="Rectangle 1032">
              <a:extLst>
                <a:ext uri="{FF2B5EF4-FFF2-40B4-BE49-F238E27FC236}">
                  <a16:creationId xmlns:a16="http://schemas.microsoft.com/office/drawing/2014/main" id="{3271E267-EBEE-C600-0E90-E55CA1A0BA3E}"/>
                </a:ext>
              </a:extLst>
            </p:cNvPr>
            <p:cNvSpPr/>
            <p:nvPr/>
          </p:nvSpPr>
          <p:spPr>
            <a:xfrm>
              <a:off x="4688657" y="1354302"/>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1"/>
                  </a:solidFill>
                  <a:latin typeface="Palatino Linotype" panose="02040502050505030304" pitchFamily="18" charset="0"/>
                </a:rPr>
                <a:t>[x]</a:t>
              </a:r>
            </a:p>
            <a:p>
              <a:pPr algn="ctr"/>
              <a:r>
                <a:rPr lang="en-US" sz="1000" dirty="0">
                  <a:solidFill>
                    <a:schemeClr val="accent1"/>
                  </a:solidFill>
                  <a:latin typeface="Palatino Linotype" panose="02040502050505030304" pitchFamily="18" charset="0"/>
                </a:rPr>
                <a:t>[x]</a:t>
              </a:r>
            </a:p>
          </p:txBody>
        </p:sp>
        <p:sp>
          <p:nvSpPr>
            <p:cNvPr id="1035" name="Rectangle 1034">
              <a:extLst>
                <a:ext uri="{FF2B5EF4-FFF2-40B4-BE49-F238E27FC236}">
                  <a16:creationId xmlns:a16="http://schemas.microsoft.com/office/drawing/2014/main" id="{F8C35546-9C64-2C8B-1182-DE2B2F37CEAF}"/>
                </a:ext>
              </a:extLst>
            </p:cNvPr>
            <p:cNvSpPr/>
            <p:nvPr/>
          </p:nvSpPr>
          <p:spPr>
            <a:xfrm>
              <a:off x="7513750" y="1354302"/>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1"/>
                  </a:solidFill>
                  <a:latin typeface="Palatino Linotype" panose="02040502050505030304" pitchFamily="18" charset="0"/>
                </a:rPr>
                <a:t>[x]</a:t>
              </a:r>
            </a:p>
            <a:p>
              <a:pPr algn="ctr"/>
              <a:r>
                <a:rPr lang="en-US" sz="1000" dirty="0">
                  <a:solidFill>
                    <a:schemeClr val="accent1"/>
                  </a:solidFill>
                  <a:latin typeface="Palatino Linotype" panose="02040502050505030304" pitchFamily="18" charset="0"/>
                </a:rPr>
                <a:t>[x]</a:t>
              </a:r>
            </a:p>
          </p:txBody>
        </p:sp>
        <p:sp>
          <p:nvSpPr>
            <p:cNvPr id="1040" name="Isosceles Triangle 1039">
              <a:extLst>
                <a:ext uri="{FF2B5EF4-FFF2-40B4-BE49-F238E27FC236}">
                  <a16:creationId xmlns:a16="http://schemas.microsoft.com/office/drawing/2014/main" id="{0891B236-9BC7-9943-8F0C-7F15A78EC842}"/>
                </a:ext>
              </a:extLst>
            </p:cNvPr>
            <p:cNvSpPr/>
            <p:nvPr/>
          </p:nvSpPr>
          <p:spPr>
            <a:xfrm rot="5400000">
              <a:off x="5922593" y="1545733"/>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1" name="Isosceles Triangle 1040">
              <a:extLst>
                <a:ext uri="{FF2B5EF4-FFF2-40B4-BE49-F238E27FC236}">
                  <a16:creationId xmlns:a16="http://schemas.microsoft.com/office/drawing/2014/main" id="{CFBB4655-2A6A-A87C-BBCD-57A34C1BBD70}"/>
                </a:ext>
              </a:extLst>
            </p:cNvPr>
            <p:cNvSpPr/>
            <p:nvPr/>
          </p:nvSpPr>
          <p:spPr>
            <a:xfrm rot="5400000">
              <a:off x="7049097" y="1545733"/>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2" name="Rectangle 1041">
              <a:extLst>
                <a:ext uri="{FF2B5EF4-FFF2-40B4-BE49-F238E27FC236}">
                  <a16:creationId xmlns:a16="http://schemas.microsoft.com/office/drawing/2014/main" id="{DF747CFB-62CB-3697-072D-86F8DBFA26C1}"/>
                </a:ext>
              </a:extLst>
            </p:cNvPr>
            <p:cNvSpPr/>
            <p:nvPr/>
          </p:nvSpPr>
          <p:spPr>
            <a:xfrm>
              <a:off x="6244645" y="1354302"/>
              <a:ext cx="1028023"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grpSp>
      <p:grpSp>
        <p:nvGrpSpPr>
          <p:cNvPr id="10" name="Group 9">
            <a:extLst>
              <a:ext uri="{FF2B5EF4-FFF2-40B4-BE49-F238E27FC236}">
                <a16:creationId xmlns:a16="http://schemas.microsoft.com/office/drawing/2014/main" id="{642A324F-D8E1-4366-136A-81F4CBAC0DE0}"/>
              </a:ext>
            </a:extLst>
          </p:cNvPr>
          <p:cNvGrpSpPr/>
          <p:nvPr/>
        </p:nvGrpSpPr>
        <p:grpSpPr>
          <a:xfrm>
            <a:off x="4688657" y="2202484"/>
            <a:ext cx="4140000" cy="497385"/>
            <a:chOff x="4688657" y="1972538"/>
            <a:chExt cx="4140000" cy="547124"/>
          </a:xfrm>
        </p:grpSpPr>
        <p:sp>
          <p:nvSpPr>
            <p:cNvPr id="1038" name="Rectangle 1037">
              <a:extLst>
                <a:ext uri="{FF2B5EF4-FFF2-40B4-BE49-F238E27FC236}">
                  <a16:creationId xmlns:a16="http://schemas.microsoft.com/office/drawing/2014/main" id="{058CDC41-2C7C-DFA1-C891-3F4FF3BEC767}"/>
                </a:ext>
              </a:extLst>
            </p:cNvPr>
            <p:cNvSpPr/>
            <p:nvPr/>
          </p:nvSpPr>
          <p:spPr>
            <a:xfrm>
              <a:off x="7513750" y="1974637"/>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1"/>
                  </a:solidFill>
                  <a:latin typeface="Palatino Linotype" panose="02040502050505030304" pitchFamily="18" charset="0"/>
                </a:rPr>
                <a:t>[x]</a:t>
              </a:r>
            </a:p>
            <a:p>
              <a:pPr algn="ctr"/>
              <a:r>
                <a:rPr lang="en-US" sz="1000" dirty="0">
                  <a:solidFill>
                    <a:schemeClr val="accent1"/>
                  </a:solidFill>
                  <a:latin typeface="Palatino Linotype" panose="02040502050505030304" pitchFamily="18" charset="0"/>
                </a:rPr>
                <a:t>[x]</a:t>
              </a:r>
            </a:p>
          </p:txBody>
        </p:sp>
        <p:sp>
          <p:nvSpPr>
            <p:cNvPr id="1043" name="Rectangle 1042">
              <a:extLst>
                <a:ext uri="{FF2B5EF4-FFF2-40B4-BE49-F238E27FC236}">
                  <a16:creationId xmlns:a16="http://schemas.microsoft.com/office/drawing/2014/main" id="{608014EB-520D-C9B0-D63B-B8C01AA39342}"/>
                </a:ext>
              </a:extLst>
            </p:cNvPr>
            <p:cNvSpPr/>
            <p:nvPr/>
          </p:nvSpPr>
          <p:spPr>
            <a:xfrm>
              <a:off x="6228224" y="1972538"/>
              <a:ext cx="997715"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sp>
          <p:nvSpPr>
            <p:cNvPr id="1044" name="Rectangle 1043">
              <a:extLst>
                <a:ext uri="{FF2B5EF4-FFF2-40B4-BE49-F238E27FC236}">
                  <a16:creationId xmlns:a16="http://schemas.microsoft.com/office/drawing/2014/main" id="{983FB226-B6F4-5AB4-8552-0AF68244051F}"/>
                </a:ext>
              </a:extLst>
            </p:cNvPr>
            <p:cNvSpPr/>
            <p:nvPr/>
          </p:nvSpPr>
          <p:spPr>
            <a:xfrm>
              <a:off x="4688657" y="1974637"/>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1"/>
                  </a:solidFill>
                  <a:latin typeface="Palatino Linotype" panose="02040502050505030304" pitchFamily="18" charset="0"/>
                </a:rPr>
                <a:t>[x]</a:t>
              </a:r>
            </a:p>
            <a:p>
              <a:pPr algn="ctr"/>
              <a:r>
                <a:rPr lang="en-US" sz="1000" dirty="0">
                  <a:solidFill>
                    <a:schemeClr val="accent1"/>
                  </a:solidFill>
                  <a:latin typeface="Palatino Linotype" panose="02040502050505030304" pitchFamily="18" charset="0"/>
                </a:rPr>
                <a:t>[x]</a:t>
              </a:r>
            </a:p>
          </p:txBody>
        </p:sp>
        <p:sp>
          <p:nvSpPr>
            <p:cNvPr id="1046" name="Isosceles Triangle 1045">
              <a:extLst>
                <a:ext uri="{FF2B5EF4-FFF2-40B4-BE49-F238E27FC236}">
                  <a16:creationId xmlns:a16="http://schemas.microsoft.com/office/drawing/2014/main" id="{FA43A4E2-B93A-B073-0600-AB5EAAD1B678}"/>
                </a:ext>
              </a:extLst>
            </p:cNvPr>
            <p:cNvSpPr/>
            <p:nvPr/>
          </p:nvSpPr>
          <p:spPr>
            <a:xfrm rot="5400000">
              <a:off x="5922593" y="2174908"/>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7" name="Isosceles Triangle 1046">
              <a:extLst>
                <a:ext uri="{FF2B5EF4-FFF2-40B4-BE49-F238E27FC236}">
                  <a16:creationId xmlns:a16="http://schemas.microsoft.com/office/drawing/2014/main" id="{1586F809-212A-B922-2D6A-C62738CD2969}"/>
                </a:ext>
              </a:extLst>
            </p:cNvPr>
            <p:cNvSpPr/>
            <p:nvPr/>
          </p:nvSpPr>
          <p:spPr>
            <a:xfrm rot="5400000">
              <a:off x="7049097" y="2174908"/>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cxnSp>
        <p:nvCxnSpPr>
          <p:cNvPr id="1060" name="Straight Connector 1059">
            <a:extLst>
              <a:ext uri="{FF2B5EF4-FFF2-40B4-BE49-F238E27FC236}">
                <a16:creationId xmlns:a16="http://schemas.microsoft.com/office/drawing/2014/main" id="{BBDD365C-5E2B-5388-01DB-D988BA03F6CD}"/>
              </a:ext>
            </a:extLst>
          </p:cNvPr>
          <p:cNvCxnSpPr>
            <a:cxnSpLocks/>
          </p:cNvCxnSpPr>
          <p:nvPr/>
        </p:nvCxnSpPr>
        <p:spPr>
          <a:xfrm>
            <a:off x="4688656" y="3270024"/>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DB4CEC1-2820-6CAD-8F00-3D13EE2B7B8D}"/>
              </a:ext>
            </a:extLst>
          </p:cNvPr>
          <p:cNvGrpSpPr/>
          <p:nvPr/>
        </p:nvGrpSpPr>
        <p:grpSpPr>
          <a:xfrm>
            <a:off x="4688657" y="2743077"/>
            <a:ext cx="4147415" cy="505343"/>
            <a:chOff x="4688657" y="2604399"/>
            <a:chExt cx="4147415" cy="555877"/>
          </a:xfrm>
        </p:grpSpPr>
        <p:sp>
          <p:nvSpPr>
            <p:cNvPr id="1036" name="Rectangle 1035">
              <a:extLst>
                <a:ext uri="{FF2B5EF4-FFF2-40B4-BE49-F238E27FC236}">
                  <a16:creationId xmlns:a16="http://schemas.microsoft.com/office/drawing/2014/main" id="{092CE947-C040-0DBD-63A2-4F8FEFAE157C}"/>
                </a:ext>
              </a:extLst>
            </p:cNvPr>
            <p:cNvSpPr/>
            <p:nvPr/>
          </p:nvSpPr>
          <p:spPr>
            <a:xfrm>
              <a:off x="4688657" y="2604399"/>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1"/>
                  </a:solidFill>
                  <a:latin typeface="Palatino Linotype" panose="02040502050505030304" pitchFamily="18" charset="0"/>
                </a:rPr>
                <a:t>[x]</a:t>
              </a:r>
            </a:p>
            <a:p>
              <a:pPr algn="ctr"/>
              <a:r>
                <a:rPr lang="en-US" sz="1000" dirty="0">
                  <a:solidFill>
                    <a:schemeClr val="accent1"/>
                  </a:solidFill>
                  <a:latin typeface="Palatino Linotype" panose="02040502050505030304" pitchFamily="18" charset="0"/>
                </a:rPr>
                <a:t>[x]</a:t>
              </a:r>
            </a:p>
          </p:txBody>
        </p:sp>
        <p:sp>
          <p:nvSpPr>
            <p:cNvPr id="1037" name="Rectangle 1036">
              <a:extLst>
                <a:ext uri="{FF2B5EF4-FFF2-40B4-BE49-F238E27FC236}">
                  <a16:creationId xmlns:a16="http://schemas.microsoft.com/office/drawing/2014/main" id="{DED029C2-D4EE-B37A-5FA7-E601EAE36B00}"/>
                </a:ext>
              </a:extLst>
            </p:cNvPr>
            <p:cNvSpPr/>
            <p:nvPr/>
          </p:nvSpPr>
          <p:spPr>
            <a:xfrm>
              <a:off x="7521165" y="2604399"/>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1"/>
                  </a:solidFill>
                  <a:latin typeface="Palatino Linotype" panose="02040502050505030304" pitchFamily="18" charset="0"/>
                </a:rPr>
                <a:t>[x]</a:t>
              </a:r>
            </a:p>
            <a:p>
              <a:pPr algn="ctr"/>
              <a:r>
                <a:rPr lang="en-US" sz="1000" dirty="0">
                  <a:solidFill>
                    <a:schemeClr val="accent1"/>
                  </a:solidFill>
                  <a:latin typeface="Palatino Linotype" panose="02040502050505030304" pitchFamily="18" charset="0"/>
                </a:rPr>
                <a:t>[x]</a:t>
              </a:r>
            </a:p>
          </p:txBody>
        </p:sp>
        <p:sp>
          <p:nvSpPr>
            <p:cNvPr id="1062" name="Rectangle 1061">
              <a:extLst>
                <a:ext uri="{FF2B5EF4-FFF2-40B4-BE49-F238E27FC236}">
                  <a16:creationId xmlns:a16="http://schemas.microsoft.com/office/drawing/2014/main" id="{C4756C2A-CCA3-3FE4-64A7-7FD92895440D}"/>
                </a:ext>
              </a:extLst>
            </p:cNvPr>
            <p:cNvSpPr/>
            <p:nvPr/>
          </p:nvSpPr>
          <p:spPr>
            <a:xfrm>
              <a:off x="6291373" y="2613152"/>
              <a:ext cx="934566"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sp>
          <p:nvSpPr>
            <p:cNvPr id="1063" name="Isosceles Triangle 1062">
              <a:extLst>
                <a:ext uri="{FF2B5EF4-FFF2-40B4-BE49-F238E27FC236}">
                  <a16:creationId xmlns:a16="http://schemas.microsoft.com/office/drawing/2014/main" id="{8CA68590-10AB-A606-8702-7D9B3E05ACA0}"/>
                </a:ext>
              </a:extLst>
            </p:cNvPr>
            <p:cNvSpPr/>
            <p:nvPr/>
          </p:nvSpPr>
          <p:spPr>
            <a:xfrm rot="5400000">
              <a:off x="5922593" y="2815522"/>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4" name="Isosceles Triangle 1063">
              <a:extLst>
                <a:ext uri="{FF2B5EF4-FFF2-40B4-BE49-F238E27FC236}">
                  <a16:creationId xmlns:a16="http://schemas.microsoft.com/office/drawing/2014/main" id="{15640D8C-A57A-68ED-C338-AB4233682F7E}"/>
                </a:ext>
              </a:extLst>
            </p:cNvPr>
            <p:cNvSpPr/>
            <p:nvPr/>
          </p:nvSpPr>
          <p:spPr>
            <a:xfrm rot="5400000">
              <a:off x="7049097" y="2815522"/>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 name="Group 2">
            <a:extLst>
              <a:ext uri="{FF2B5EF4-FFF2-40B4-BE49-F238E27FC236}">
                <a16:creationId xmlns:a16="http://schemas.microsoft.com/office/drawing/2014/main" id="{C39B0122-0CE7-DD6D-2F3C-6B109EEF5CD4}"/>
              </a:ext>
            </a:extLst>
          </p:cNvPr>
          <p:cNvGrpSpPr/>
          <p:nvPr/>
        </p:nvGrpSpPr>
        <p:grpSpPr>
          <a:xfrm>
            <a:off x="4688657" y="3291629"/>
            <a:ext cx="4147415" cy="497385"/>
            <a:chOff x="4688657" y="3215959"/>
            <a:chExt cx="4147415" cy="547124"/>
          </a:xfrm>
        </p:grpSpPr>
        <p:sp>
          <p:nvSpPr>
            <p:cNvPr id="1058" name="Rectangle 1057">
              <a:extLst>
                <a:ext uri="{FF2B5EF4-FFF2-40B4-BE49-F238E27FC236}">
                  <a16:creationId xmlns:a16="http://schemas.microsoft.com/office/drawing/2014/main" id="{0184E092-F4B8-0DE1-7AF0-15E041377EB9}"/>
                </a:ext>
              </a:extLst>
            </p:cNvPr>
            <p:cNvSpPr/>
            <p:nvPr/>
          </p:nvSpPr>
          <p:spPr>
            <a:xfrm>
              <a:off x="4688657" y="3227496"/>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1"/>
                  </a:solidFill>
                  <a:latin typeface="Palatino Linotype" panose="02040502050505030304" pitchFamily="18" charset="0"/>
                </a:rPr>
                <a:t>[x]</a:t>
              </a:r>
            </a:p>
            <a:p>
              <a:pPr algn="ctr"/>
              <a:r>
                <a:rPr lang="en-US" sz="1000" dirty="0">
                  <a:solidFill>
                    <a:schemeClr val="accent1"/>
                  </a:solidFill>
                  <a:latin typeface="Palatino Linotype" panose="02040502050505030304" pitchFamily="18" charset="0"/>
                </a:rPr>
                <a:t>[x]</a:t>
              </a:r>
            </a:p>
          </p:txBody>
        </p:sp>
        <p:sp>
          <p:nvSpPr>
            <p:cNvPr id="1059" name="Rectangle 1058">
              <a:extLst>
                <a:ext uri="{FF2B5EF4-FFF2-40B4-BE49-F238E27FC236}">
                  <a16:creationId xmlns:a16="http://schemas.microsoft.com/office/drawing/2014/main" id="{C614A5DF-7BF8-15F2-2D8B-D797F4019930}"/>
                </a:ext>
              </a:extLst>
            </p:cNvPr>
            <p:cNvSpPr/>
            <p:nvPr/>
          </p:nvSpPr>
          <p:spPr>
            <a:xfrm>
              <a:off x="7521165" y="3227496"/>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1"/>
                  </a:solidFill>
                  <a:latin typeface="Palatino Linotype" panose="02040502050505030304" pitchFamily="18" charset="0"/>
                </a:rPr>
                <a:t>[x]</a:t>
              </a:r>
            </a:p>
            <a:p>
              <a:pPr algn="ctr"/>
              <a:r>
                <a:rPr lang="en-US" sz="1000" dirty="0">
                  <a:solidFill>
                    <a:schemeClr val="accent1"/>
                  </a:solidFill>
                  <a:latin typeface="Palatino Linotype" panose="02040502050505030304" pitchFamily="18" charset="0"/>
                </a:rPr>
                <a:t>[x]</a:t>
              </a:r>
            </a:p>
          </p:txBody>
        </p:sp>
        <p:sp>
          <p:nvSpPr>
            <p:cNvPr id="1065" name="Rectangle 1064">
              <a:extLst>
                <a:ext uri="{FF2B5EF4-FFF2-40B4-BE49-F238E27FC236}">
                  <a16:creationId xmlns:a16="http://schemas.microsoft.com/office/drawing/2014/main" id="{017AD4F8-FE8A-7617-5AE2-09F17ADE445C}"/>
                </a:ext>
              </a:extLst>
            </p:cNvPr>
            <p:cNvSpPr/>
            <p:nvPr/>
          </p:nvSpPr>
          <p:spPr>
            <a:xfrm>
              <a:off x="6291373" y="3215959"/>
              <a:ext cx="934566"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C00000"/>
                  </a:solidFill>
                  <a:latin typeface="Palatino Linotype" panose="02040502050505030304" pitchFamily="18" charset="0"/>
                </a:rPr>
                <a:t>[x]%</a:t>
              </a:r>
            </a:p>
          </p:txBody>
        </p:sp>
        <p:sp>
          <p:nvSpPr>
            <p:cNvPr id="1066" name="Isosceles Triangle 1065">
              <a:extLst>
                <a:ext uri="{FF2B5EF4-FFF2-40B4-BE49-F238E27FC236}">
                  <a16:creationId xmlns:a16="http://schemas.microsoft.com/office/drawing/2014/main" id="{15EF89E2-5BE1-CF80-BC94-91DC757835B2}"/>
                </a:ext>
              </a:extLst>
            </p:cNvPr>
            <p:cNvSpPr/>
            <p:nvPr/>
          </p:nvSpPr>
          <p:spPr>
            <a:xfrm rot="5400000">
              <a:off x="5922593" y="3418329"/>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7" name="Isosceles Triangle 1066">
              <a:extLst>
                <a:ext uri="{FF2B5EF4-FFF2-40B4-BE49-F238E27FC236}">
                  <a16:creationId xmlns:a16="http://schemas.microsoft.com/office/drawing/2014/main" id="{FBACFD52-D724-EC87-9191-2CFA1E3A2007}"/>
                </a:ext>
              </a:extLst>
            </p:cNvPr>
            <p:cNvSpPr/>
            <p:nvPr/>
          </p:nvSpPr>
          <p:spPr>
            <a:xfrm rot="5400000">
              <a:off x="7049097" y="3418329"/>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071" name="Group 1070">
            <a:extLst>
              <a:ext uri="{FF2B5EF4-FFF2-40B4-BE49-F238E27FC236}">
                <a16:creationId xmlns:a16="http://schemas.microsoft.com/office/drawing/2014/main" id="{E61D6DEC-94C1-696C-BF93-77F67A8BEEE4}"/>
              </a:ext>
            </a:extLst>
          </p:cNvPr>
          <p:cNvGrpSpPr/>
          <p:nvPr/>
        </p:nvGrpSpPr>
        <p:grpSpPr>
          <a:xfrm>
            <a:off x="4696070" y="4161281"/>
            <a:ext cx="4121148" cy="1056432"/>
            <a:chOff x="4649224" y="1951418"/>
            <a:chExt cx="4140000" cy="877380"/>
          </a:xfrm>
        </p:grpSpPr>
        <p:sp>
          <p:nvSpPr>
            <p:cNvPr id="1072" name="Freeform 7">
              <a:extLst>
                <a:ext uri="{FF2B5EF4-FFF2-40B4-BE49-F238E27FC236}">
                  <a16:creationId xmlns:a16="http://schemas.microsoft.com/office/drawing/2014/main" id="{3C6A5F6D-C8B8-C4D9-95DF-9363709B95A0}"/>
                </a:ext>
              </a:extLst>
            </p:cNvPr>
            <p:cNvSpPr>
              <a:spLocks/>
            </p:cNvSpPr>
            <p:nvPr/>
          </p:nvSpPr>
          <p:spPr bwMode="auto">
            <a:xfrm>
              <a:off x="4649224" y="1960822"/>
              <a:ext cx="4140000" cy="867976"/>
            </a:xfrm>
            <a:custGeom>
              <a:avLst/>
              <a:gdLst>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565 w 10000"/>
                <a:gd name="connsiteY119" fmla="*/ 127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485 w 10000"/>
                <a:gd name="connsiteY73" fmla="*/ 524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95 w 10000"/>
                <a:gd name="connsiteY163" fmla="*/ 7498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141 w 10047"/>
                <a:gd name="connsiteY0" fmla="*/ 8737 h 10141"/>
                <a:gd name="connsiteX1" fmla="*/ 468 w 10047"/>
                <a:gd name="connsiteY1" fmla="*/ 8726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37 h 10141"/>
                <a:gd name="connsiteX1" fmla="*/ 217 w 10047"/>
                <a:gd name="connsiteY1" fmla="*/ 8878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237 w 10047"/>
                <a:gd name="connsiteY90" fmla="*/ 1910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660 w 10047"/>
                <a:gd name="connsiteY88" fmla="*/ 1891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953 w 10047"/>
                <a:gd name="connsiteY85" fmla="*/ 2740 h 10168"/>
                <a:gd name="connsiteX86" fmla="*/ 9739 w 10047"/>
                <a:gd name="connsiteY86" fmla="*/ 2334 h 10168"/>
                <a:gd name="connsiteX87" fmla="*/ 9660 w 10047"/>
                <a:gd name="connsiteY87" fmla="*/ 1891 h 10168"/>
                <a:gd name="connsiteX88" fmla="*/ 9546 w 10047"/>
                <a:gd name="connsiteY88" fmla="*/ 1822 h 10168"/>
                <a:gd name="connsiteX89" fmla="*/ 9401 w 10047"/>
                <a:gd name="connsiteY89" fmla="*/ 1392 h 10168"/>
                <a:gd name="connsiteX90" fmla="*/ 9147 w 10047"/>
                <a:gd name="connsiteY90" fmla="*/ 1387 h 10168"/>
                <a:gd name="connsiteX91" fmla="*/ 8998 w 10047"/>
                <a:gd name="connsiteY91" fmla="*/ 1318 h 10168"/>
                <a:gd name="connsiteX92" fmla="*/ 8796 w 10047"/>
                <a:gd name="connsiteY92" fmla="*/ 1272 h 10168"/>
                <a:gd name="connsiteX93" fmla="*/ 8662 w 10047"/>
                <a:gd name="connsiteY93" fmla="*/ 1272 h 10168"/>
                <a:gd name="connsiteX94" fmla="*/ 8532 w 10047"/>
                <a:gd name="connsiteY94" fmla="*/ 1202 h 10168"/>
                <a:gd name="connsiteX95" fmla="*/ 8403 w 10047"/>
                <a:gd name="connsiteY95" fmla="*/ 1202 h 10168"/>
                <a:gd name="connsiteX96" fmla="*/ 8237 w 10047"/>
                <a:gd name="connsiteY96" fmla="*/ 1138 h 10168"/>
                <a:gd name="connsiteX97" fmla="*/ 8104 w 10047"/>
                <a:gd name="connsiteY97" fmla="*/ 956 h 10168"/>
                <a:gd name="connsiteX98" fmla="*/ 7663 w 10047"/>
                <a:gd name="connsiteY98" fmla="*/ 763 h 10168"/>
                <a:gd name="connsiteX99" fmla="*/ 7529 w 10047"/>
                <a:gd name="connsiteY99" fmla="*/ 757 h 10168"/>
                <a:gd name="connsiteX100" fmla="*/ 7474 w 10047"/>
                <a:gd name="connsiteY100" fmla="*/ 956 h 10168"/>
                <a:gd name="connsiteX101" fmla="*/ 7392 w 10047"/>
                <a:gd name="connsiteY101" fmla="*/ 763 h 10168"/>
                <a:gd name="connsiteX102" fmla="*/ 7191 w 10047"/>
                <a:gd name="connsiteY102" fmla="*/ 763 h 10168"/>
                <a:gd name="connsiteX103" fmla="*/ 7089 w 10047"/>
                <a:gd name="connsiteY103" fmla="*/ 757 h 10168"/>
                <a:gd name="connsiteX104" fmla="*/ 7057 w 10047"/>
                <a:gd name="connsiteY104" fmla="*/ 961 h 10168"/>
                <a:gd name="connsiteX105" fmla="*/ 6896 w 10047"/>
                <a:gd name="connsiteY105" fmla="*/ 634 h 10168"/>
                <a:gd name="connsiteX106" fmla="*/ 6762 w 10047"/>
                <a:gd name="connsiteY106" fmla="*/ 629 h 10168"/>
                <a:gd name="connsiteX107" fmla="*/ 6680 w 10047"/>
                <a:gd name="connsiteY107" fmla="*/ 565 h 10168"/>
                <a:gd name="connsiteX108" fmla="*/ 6282 w 10047"/>
                <a:gd name="connsiteY108" fmla="*/ 377 h 10168"/>
                <a:gd name="connsiteX109" fmla="*/ 6152 w 10047"/>
                <a:gd name="connsiteY109" fmla="*/ 307 h 10168"/>
                <a:gd name="connsiteX110" fmla="*/ 6097 w 10047"/>
                <a:gd name="connsiteY110" fmla="*/ 173 h 10168"/>
                <a:gd name="connsiteX111" fmla="*/ 5759 w 10047"/>
                <a:gd name="connsiteY111" fmla="*/ 189 h 10168"/>
                <a:gd name="connsiteX112" fmla="*/ 5558 w 10047"/>
                <a:gd name="connsiteY112" fmla="*/ 184 h 10168"/>
                <a:gd name="connsiteX113" fmla="*/ 5468 w 10047"/>
                <a:gd name="connsiteY113" fmla="*/ 173 h 10168"/>
                <a:gd name="connsiteX114" fmla="*/ 5248 w 10047"/>
                <a:gd name="connsiteY114" fmla="*/ 184 h 10168"/>
                <a:gd name="connsiteX115" fmla="*/ 5149 w 10047"/>
                <a:gd name="connsiteY115" fmla="*/ 189 h 10168"/>
                <a:gd name="connsiteX116" fmla="*/ 5055 w 10047"/>
                <a:gd name="connsiteY116" fmla="*/ 168 h 10168"/>
                <a:gd name="connsiteX117" fmla="*/ 4976 w 10047"/>
                <a:gd name="connsiteY117" fmla="*/ 189 h 10168"/>
                <a:gd name="connsiteX118" fmla="*/ 4612 w 10047"/>
                <a:gd name="connsiteY118" fmla="*/ 295 h 10168"/>
                <a:gd name="connsiteX119" fmla="*/ 4161 w 10047"/>
                <a:gd name="connsiteY119" fmla="*/ 402 h 10168"/>
                <a:gd name="connsiteX120" fmla="*/ 3922 w 10047"/>
                <a:gd name="connsiteY120" fmla="*/ 189 h 10168"/>
                <a:gd name="connsiteX121" fmla="*/ 3796 w 10047"/>
                <a:gd name="connsiteY121" fmla="*/ 173 h 10168"/>
                <a:gd name="connsiteX122" fmla="*/ 3588 w 10047"/>
                <a:gd name="connsiteY122" fmla="*/ 189 h 10168"/>
                <a:gd name="connsiteX123" fmla="*/ 3450 w 10047"/>
                <a:gd name="connsiteY123" fmla="*/ 189 h 10168"/>
                <a:gd name="connsiteX124" fmla="*/ 3379 w 10047"/>
                <a:gd name="connsiteY124" fmla="*/ 168 h 10168"/>
                <a:gd name="connsiteX125" fmla="*/ 3115 w 10047"/>
                <a:gd name="connsiteY125" fmla="*/ 189 h 10168"/>
                <a:gd name="connsiteX126" fmla="*/ 2978 w 10047"/>
                <a:gd name="connsiteY126" fmla="*/ 184 h 10168"/>
                <a:gd name="connsiteX127" fmla="*/ 2872 w 10047"/>
                <a:gd name="connsiteY127" fmla="*/ 189 h 10168"/>
                <a:gd name="connsiteX128" fmla="*/ 2754 w 10047"/>
                <a:gd name="connsiteY128" fmla="*/ 173 h 10168"/>
                <a:gd name="connsiteX129" fmla="*/ 2337 w 10047"/>
                <a:gd name="connsiteY129" fmla="*/ 173 h 10168"/>
                <a:gd name="connsiteX130" fmla="*/ 1959 w 10047"/>
                <a:gd name="connsiteY130" fmla="*/ 506 h 10168"/>
                <a:gd name="connsiteX131" fmla="*/ 1841 w 10047"/>
                <a:gd name="connsiteY131" fmla="*/ 634 h 10168"/>
                <a:gd name="connsiteX132" fmla="*/ 1739 w 10047"/>
                <a:gd name="connsiteY132" fmla="*/ 634 h 10168"/>
                <a:gd name="connsiteX133" fmla="*/ 1664 w 10047"/>
                <a:gd name="connsiteY133" fmla="*/ 565 h 10168"/>
                <a:gd name="connsiteX134" fmla="*/ 1499 w 10047"/>
                <a:gd name="connsiteY134" fmla="*/ 950 h 10168"/>
                <a:gd name="connsiteX135" fmla="*/ 1357 w 10047"/>
                <a:gd name="connsiteY135" fmla="*/ 1020 h 10168"/>
                <a:gd name="connsiteX136" fmla="*/ 1302 w 10047"/>
                <a:gd name="connsiteY136" fmla="*/ 1208 h 10168"/>
                <a:gd name="connsiteX137" fmla="*/ 1156 w 10047"/>
                <a:gd name="connsiteY137" fmla="*/ 1358 h 10168"/>
                <a:gd name="connsiteX138" fmla="*/ 1137 w 10047"/>
                <a:gd name="connsiteY138" fmla="*/ 1460 h 10168"/>
                <a:gd name="connsiteX139" fmla="*/ 1074 w 10047"/>
                <a:gd name="connsiteY139" fmla="*/ 1727 h 10168"/>
                <a:gd name="connsiteX140" fmla="*/ 948 w 10047"/>
                <a:gd name="connsiteY140" fmla="*/ 1985 h 10168"/>
                <a:gd name="connsiteX141" fmla="*/ 865 w 10047"/>
                <a:gd name="connsiteY141" fmla="*/ 2145 h 10168"/>
                <a:gd name="connsiteX142" fmla="*/ 869 w 10047"/>
                <a:gd name="connsiteY142" fmla="*/ 2681 h 10168"/>
                <a:gd name="connsiteX143" fmla="*/ 846 w 10047"/>
                <a:gd name="connsiteY143" fmla="*/ 2939 h 10168"/>
                <a:gd name="connsiteX144" fmla="*/ 885 w 10047"/>
                <a:gd name="connsiteY144" fmla="*/ 3250 h 10168"/>
                <a:gd name="connsiteX145" fmla="*/ 791 w 10047"/>
                <a:gd name="connsiteY145" fmla="*/ 3448 h 10168"/>
                <a:gd name="connsiteX146" fmla="*/ 692 w 10047"/>
                <a:gd name="connsiteY146" fmla="*/ 3721 h 10168"/>
                <a:gd name="connsiteX147" fmla="*/ 669 w 10047"/>
                <a:gd name="connsiteY147" fmla="*/ 4225 h 10168"/>
                <a:gd name="connsiteX148" fmla="*/ 558 w 10047"/>
                <a:gd name="connsiteY148" fmla="*/ 4278 h 10168"/>
                <a:gd name="connsiteX149" fmla="*/ 606 w 10047"/>
                <a:gd name="connsiteY149" fmla="*/ 4509 h 10168"/>
                <a:gd name="connsiteX150" fmla="*/ 539 w 10047"/>
                <a:gd name="connsiteY150" fmla="*/ 4477 h 10168"/>
                <a:gd name="connsiteX151" fmla="*/ 632 w 10047"/>
                <a:gd name="connsiteY151" fmla="*/ 4755 h 10168"/>
                <a:gd name="connsiteX152" fmla="*/ 562 w 10047"/>
                <a:gd name="connsiteY152" fmla="*/ 4852 h 10168"/>
                <a:gd name="connsiteX153" fmla="*/ 539 w 10047"/>
                <a:gd name="connsiteY153" fmla="*/ 5114 h 10168"/>
                <a:gd name="connsiteX154" fmla="*/ 476 w 10047"/>
                <a:gd name="connsiteY154" fmla="*/ 5688 h 10168"/>
                <a:gd name="connsiteX155" fmla="*/ 460 w 10047"/>
                <a:gd name="connsiteY155" fmla="*/ 5816 h 10168"/>
                <a:gd name="connsiteX156" fmla="*/ 433 w 10047"/>
                <a:gd name="connsiteY156" fmla="*/ 6084 h 10168"/>
                <a:gd name="connsiteX157" fmla="*/ 533 w 10047"/>
                <a:gd name="connsiteY157" fmla="*/ 6531 h 10168"/>
                <a:gd name="connsiteX158" fmla="*/ 350 w 10047"/>
                <a:gd name="connsiteY158" fmla="*/ 6840 h 10168"/>
                <a:gd name="connsiteX159" fmla="*/ 318 w 10047"/>
                <a:gd name="connsiteY159" fmla="*/ 7097 h 10168"/>
                <a:gd name="connsiteX160" fmla="*/ 295 w 10047"/>
                <a:gd name="connsiteY160" fmla="*/ 7349 h 10168"/>
                <a:gd name="connsiteX161" fmla="*/ 271 w 10047"/>
                <a:gd name="connsiteY161" fmla="*/ 7547 h 10168"/>
                <a:gd name="connsiteX162" fmla="*/ 142 w 10047"/>
                <a:gd name="connsiteY162" fmla="*/ 7525 h 10168"/>
                <a:gd name="connsiteX163" fmla="*/ 220 w 10047"/>
                <a:gd name="connsiteY163" fmla="*/ 8051 h 10168"/>
                <a:gd name="connsiteX164" fmla="*/ 193 w 10047"/>
                <a:gd name="connsiteY164" fmla="*/ 8255 h 10168"/>
                <a:gd name="connsiteX165" fmla="*/ 5 w 10047"/>
                <a:gd name="connsiteY165" fmla="*/ 8533 h 10168"/>
                <a:gd name="connsiteX166" fmla="*/ 153 w 10047"/>
                <a:gd name="connsiteY166" fmla="*/ 8630 h 10168"/>
                <a:gd name="connsiteX167" fmla="*/ 141 w 10047"/>
                <a:gd name="connsiteY167"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953 w 10047"/>
                <a:gd name="connsiteY84" fmla="*/ 2740 h 10168"/>
                <a:gd name="connsiteX85" fmla="*/ 9739 w 10047"/>
                <a:gd name="connsiteY85" fmla="*/ 2334 h 10168"/>
                <a:gd name="connsiteX86" fmla="*/ 9660 w 10047"/>
                <a:gd name="connsiteY86" fmla="*/ 1891 h 10168"/>
                <a:gd name="connsiteX87" fmla="*/ 9546 w 10047"/>
                <a:gd name="connsiteY87" fmla="*/ 1822 h 10168"/>
                <a:gd name="connsiteX88" fmla="*/ 9401 w 10047"/>
                <a:gd name="connsiteY88" fmla="*/ 1392 h 10168"/>
                <a:gd name="connsiteX89" fmla="*/ 9147 w 10047"/>
                <a:gd name="connsiteY89" fmla="*/ 1387 h 10168"/>
                <a:gd name="connsiteX90" fmla="*/ 8998 w 10047"/>
                <a:gd name="connsiteY90" fmla="*/ 1318 h 10168"/>
                <a:gd name="connsiteX91" fmla="*/ 8796 w 10047"/>
                <a:gd name="connsiteY91" fmla="*/ 1272 h 10168"/>
                <a:gd name="connsiteX92" fmla="*/ 8662 w 10047"/>
                <a:gd name="connsiteY92" fmla="*/ 1272 h 10168"/>
                <a:gd name="connsiteX93" fmla="*/ 8532 w 10047"/>
                <a:gd name="connsiteY93" fmla="*/ 1202 h 10168"/>
                <a:gd name="connsiteX94" fmla="*/ 8403 w 10047"/>
                <a:gd name="connsiteY94" fmla="*/ 1202 h 10168"/>
                <a:gd name="connsiteX95" fmla="*/ 8237 w 10047"/>
                <a:gd name="connsiteY95" fmla="*/ 1138 h 10168"/>
                <a:gd name="connsiteX96" fmla="*/ 8104 w 10047"/>
                <a:gd name="connsiteY96" fmla="*/ 956 h 10168"/>
                <a:gd name="connsiteX97" fmla="*/ 7663 w 10047"/>
                <a:gd name="connsiteY97" fmla="*/ 763 h 10168"/>
                <a:gd name="connsiteX98" fmla="*/ 7529 w 10047"/>
                <a:gd name="connsiteY98" fmla="*/ 757 h 10168"/>
                <a:gd name="connsiteX99" fmla="*/ 7474 w 10047"/>
                <a:gd name="connsiteY99" fmla="*/ 956 h 10168"/>
                <a:gd name="connsiteX100" fmla="*/ 7392 w 10047"/>
                <a:gd name="connsiteY100" fmla="*/ 763 h 10168"/>
                <a:gd name="connsiteX101" fmla="*/ 7191 w 10047"/>
                <a:gd name="connsiteY101" fmla="*/ 763 h 10168"/>
                <a:gd name="connsiteX102" fmla="*/ 7089 w 10047"/>
                <a:gd name="connsiteY102" fmla="*/ 757 h 10168"/>
                <a:gd name="connsiteX103" fmla="*/ 7057 w 10047"/>
                <a:gd name="connsiteY103" fmla="*/ 961 h 10168"/>
                <a:gd name="connsiteX104" fmla="*/ 6896 w 10047"/>
                <a:gd name="connsiteY104" fmla="*/ 634 h 10168"/>
                <a:gd name="connsiteX105" fmla="*/ 6762 w 10047"/>
                <a:gd name="connsiteY105" fmla="*/ 629 h 10168"/>
                <a:gd name="connsiteX106" fmla="*/ 6680 w 10047"/>
                <a:gd name="connsiteY106" fmla="*/ 565 h 10168"/>
                <a:gd name="connsiteX107" fmla="*/ 6282 w 10047"/>
                <a:gd name="connsiteY107" fmla="*/ 377 h 10168"/>
                <a:gd name="connsiteX108" fmla="*/ 6152 w 10047"/>
                <a:gd name="connsiteY108" fmla="*/ 307 h 10168"/>
                <a:gd name="connsiteX109" fmla="*/ 6097 w 10047"/>
                <a:gd name="connsiteY109" fmla="*/ 173 h 10168"/>
                <a:gd name="connsiteX110" fmla="*/ 5759 w 10047"/>
                <a:gd name="connsiteY110" fmla="*/ 189 h 10168"/>
                <a:gd name="connsiteX111" fmla="*/ 5558 w 10047"/>
                <a:gd name="connsiteY111" fmla="*/ 184 h 10168"/>
                <a:gd name="connsiteX112" fmla="*/ 5468 w 10047"/>
                <a:gd name="connsiteY112" fmla="*/ 173 h 10168"/>
                <a:gd name="connsiteX113" fmla="*/ 5248 w 10047"/>
                <a:gd name="connsiteY113" fmla="*/ 184 h 10168"/>
                <a:gd name="connsiteX114" fmla="*/ 5149 w 10047"/>
                <a:gd name="connsiteY114" fmla="*/ 189 h 10168"/>
                <a:gd name="connsiteX115" fmla="*/ 5055 w 10047"/>
                <a:gd name="connsiteY115" fmla="*/ 168 h 10168"/>
                <a:gd name="connsiteX116" fmla="*/ 4976 w 10047"/>
                <a:gd name="connsiteY116" fmla="*/ 189 h 10168"/>
                <a:gd name="connsiteX117" fmla="*/ 4612 w 10047"/>
                <a:gd name="connsiteY117" fmla="*/ 295 h 10168"/>
                <a:gd name="connsiteX118" fmla="*/ 4161 w 10047"/>
                <a:gd name="connsiteY118" fmla="*/ 402 h 10168"/>
                <a:gd name="connsiteX119" fmla="*/ 3922 w 10047"/>
                <a:gd name="connsiteY119" fmla="*/ 189 h 10168"/>
                <a:gd name="connsiteX120" fmla="*/ 3796 w 10047"/>
                <a:gd name="connsiteY120" fmla="*/ 173 h 10168"/>
                <a:gd name="connsiteX121" fmla="*/ 3588 w 10047"/>
                <a:gd name="connsiteY121" fmla="*/ 189 h 10168"/>
                <a:gd name="connsiteX122" fmla="*/ 3450 w 10047"/>
                <a:gd name="connsiteY122" fmla="*/ 189 h 10168"/>
                <a:gd name="connsiteX123" fmla="*/ 3379 w 10047"/>
                <a:gd name="connsiteY123" fmla="*/ 168 h 10168"/>
                <a:gd name="connsiteX124" fmla="*/ 3115 w 10047"/>
                <a:gd name="connsiteY124" fmla="*/ 189 h 10168"/>
                <a:gd name="connsiteX125" fmla="*/ 2978 w 10047"/>
                <a:gd name="connsiteY125" fmla="*/ 184 h 10168"/>
                <a:gd name="connsiteX126" fmla="*/ 2872 w 10047"/>
                <a:gd name="connsiteY126" fmla="*/ 189 h 10168"/>
                <a:gd name="connsiteX127" fmla="*/ 2754 w 10047"/>
                <a:gd name="connsiteY127" fmla="*/ 173 h 10168"/>
                <a:gd name="connsiteX128" fmla="*/ 2337 w 10047"/>
                <a:gd name="connsiteY128" fmla="*/ 173 h 10168"/>
                <a:gd name="connsiteX129" fmla="*/ 1959 w 10047"/>
                <a:gd name="connsiteY129" fmla="*/ 506 h 10168"/>
                <a:gd name="connsiteX130" fmla="*/ 1841 w 10047"/>
                <a:gd name="connsiteY130" fmla="*/ 634 h 10168"/>
                <a:gd name="connsiteX131" fmla="*/ 1739 w 10047"/>
                <a:gd name="connsiteY131" fmla="*/ 634 h 10168"/>
                <a:gd name="connsiteX132" fmla="*/ 1664 w 10047"/>
                <a:gd name="connsiteY132" fmla="*/ 565 h 10168"/>
                <a:gd name="connsiteX133" fmla="*/ 1499 w 10047"/>
                <a:gd name="connsiteY133" fmla="*/ 950 h 10168"/>
                <a:gd name="connsiteX134" fmla="*/ 1357 w 10047"/>
                <a:gd name="connsiteY134" fmla="*/ 1020 h 10168"/>
                <a:gd name="connsiteX135" fmla="*/ 1302 w 10047"/>
                <a:gd name="connsiteY135" fmla="*/ 1208 h 10168"/>
                <a:gd name="connsiteX136" fmla="*/ 1156 w 10047"/>
                <a:gd name="connsiteY136" fmla="*/ 1358 h 10168"/>
                <a:gd name="connsiteX137" fmla="*/ 1137 w 10047"/>
                <a:gd name="connsiteY137" fmla="*/ 1460 h 10168"/>
                <a:gd name="connsiteX138" fmla="*/ 1074 w 10047"/>
                <a:gd name="connsiteY138" fmla="*/ 1727 h 10168"/>
                <a:gd name="connsiteX139" fmla="*/ 948 w 10047"/>
                <a:gd name="connsiteY139" fmla="*/ 1985 h 10168"/>
                <a:gd name="connsiteX140" fmla="*/ 865 w 10047"/>
                <a:gd name="connsiteY140" fmla="*/ 2145 h 10168"/>
                <a:gd name="connsiteX141" fmla="*/ 869 w 10047"/>
                <a:gd name="connsiteY141" fmla="*/ 2681 h 10168"/>
                <a:gd name="connsiteX142" fmla="*/ 846 w 10047"/>
                <a:gd name="connsiteY142" fmla="*/ 2939 h 10168"/>
                <a:gd name="connsiteX143" fmla="*/ 885 w 10047"/>
                <a:gd name="connsiteY143" fmla="*/ 3250 h 10168"/>
                <a:gd name="connsiteX144" fmla="*/ 791 w 10047"/>
                <a:gd name="connsiteY144" fmla="*/ 3448 h 10168"/>
                <a:gd name="connsiteX145" fmla="*/ 692 w 10047"/>
                <a:gd name="connsiteY145" fmla="*/ 3721 h 10168"/>
                <a:gd name="connsiteX146" fmla="*/ 669 w 10047"/>
                <a:gd name="connsiteY146" fmla="*/ 4225 h 10168"/>
                <a:gd name="connsiteX147" fmla="*/ 558 w 10047"/>
                <a:gd name="connsiteY147" fmla="*/ 4278 h 10168"/>
                <a:gd name="connsiteX148" fmla="*/ 606 w 10047"/>
                <a:gd name="connsiteY148" fmla="*/ 4509 h 10168"/>
                <a:gd name="connsiteX149" fmla="*/ 539 w 10047"/>
                <a:gd name="connsiteY149" fmla="*/ 4477 h 10168"/>
                <a:gd name="connsiteX150" fmla="*/ 632 w 10047"/>
                <a:gd name="connsiteY150" fmla="*/ 4755 h 10168"/>
                <a:gd name="connsiteX151" fmla="*/ 562 w 10047"/>
                <a:gd name="connsiteY151" fmla="*/ 4852 h 10168"/>
                <a:gd name="connsiteX152" fmla="*/ 539 w 10047"/>
                <a:gd name="connsiteY152" fmla="*/ 5114 h 10168"/>
                <a:gd name="connsiteX153" fmla="*/ 476 w 10047"/>
                <a:gd name="connsiteY153" fmla="*/ 5688 h 10168"/>
                <a:gd name="connsiteX154" fmla="*/ 460 w 10047"/>
                <a:gd name="connsiteY154" fmla="*/ 5816 h 10168"/>
                <a:gd name="connsiteX155" fmla="*/ 433 w 10047"/>
                <a:gd name="connsiteY155" fmla="*/ 6084 h 10168"/>
                <a:gd name="connsiteX156" fmla="*/ 533 w 10047"/>
                <a:gd name="connsiteY156" fmla="*/ 6531 h 10168"/>
                <a:gd name="connsiteX157" fmla="*/ 350 w 10047"/>
                <a:gd name="connsiteY157" fmla="*/ 6840 h 10168"/>
                <a:gd name="connsiteX158" fmla="*/ 318 w 10047"/>
                <a:gd name="connsiteY158" fmla="*/ 7097 h 10168"/>
                <a:gd name="connsiteX159" fmla="*/ 295 w 10047"/>
                <a:gd name="connsiteY159" fmla="*/ 7349 h 10168"/>
                <a:gd name="connsiteX160" fmla="*/ 271 w 10047"/>
                <a:gd name="connsiteY160" fmla="*/ 7547 h 10168"/>
                <a:gd name="connsiteX161" fmla="*/ 142 w 10047"/>
                <a:gd name="connsiteY161" fmla="*/ 7525 h 10168"/>
                <a:gd name="connsiteX162" fmla="*/ 220 w 10047"/>
                <a:gd name="connsiteY162" fmla="*/ 8051 h 10168"/>
                <a:gd name="connsiteX163" fmla="*/ 193 w 10047"/>
                <a:gd name="connsiteY163" fmla="*/ 8255 h 10168"/>
                <a:gd name="connsiteX164" fmla="*/ 5 w 10047"/>
                <a:gd name="connsiteY164" fmla="*/ 8533 h 10168"/>
                <a:gd name="connsiteX165" fmla="*/ 153 w 10047"/>
                <a:gd name="connsiteY165" fmla="*/ 8630 h 10168"/>
                <a:gd name="connsiteX166" fmla="*/ 141 w 10047"/>
                <a:gd name="connsiteY166"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2740 h 10168"/>
                <a:gd name="connsiteX84" fmla="*/ 9739 w 10047"/>
                <a:gd name="connsiteY84" fmla="*/ 2334 h 10168"/>
                <a:gd name="connsiteX85" fmla="*/ 9660 w 10047"/>
                <a:gd name="connsiteY85" fmla="*/ 1891 h 10168"/>
                <a:gd name="connsiteX86" fmla="*/ 9546 w 10047"/>
                <a:gd name="connsiteY86" fmla="*/ 1822 h 10168"/>
                <a:gd name="connsiteX87" fmla="*/ 9401 w 10047"/>
                <a:gd name="connsiteY87" fmla="*/ 1392 h 10168"/>
                <a:gd name="connsiteX88" fmla="*/ 9147 w 10047"/>
                <a:gd name="connsiteY88" fmla="*/ 1387 h 10168"/>
                <a:gd name="connsiteX89" fmla="*/ 8998 w 10047"/>
                <a:gd name="connsiteY89" fmla="*/ 1318 h 10168"/>
                <a:gd name="connsiteX90" fmla="*/ 8796 w 10047"/>
                <a:gd name="connsiteY90" fmla="*/ 1272 h 10168"/>
                <a:gd name="connsiteX91" fmla="*/ 8662 w 10047"/>
                <a:gd name="connsiteY91" fmla="*/ 1272 h 10168"/>
                <a:gd name="connsiteX92" fmla="*/ 8532 w 10047"/>
                <a:gd name="connsiteY92" fmla="*/ 1202 h 10168"/>
                <a:gd name="connsiteX93" fmla="*/ 8403 w 10047"/>
                <a:gd name="connsiteY93" fmla="*/ 1202 h 10168"/>
                <a:gd name="connsiteX94" fmla="*/ 8237 w 10047"/>
                <a:gd name="connsiteY94" fmla="*/ 1138 h 10168"/>
                <a:gd name="connsiteX95" fmla="*/ 8104 w 10047"/>
                <a:gd name="connsiteY95" fmla="*/ 956 h 10168"/>
                <a:gd name="connsiteX96" fmla="*/ 7663 w 10047"/>
                <a:gd name="connsiteY96" fmla="*/ 763 h 10168"/>
                <a:gd name="connsiteX97" fmla="*/ 7529 w 10047"/>
                <a:gd name="connsiteY97" fmla="*/ 757 h 10168"/>
                <a:gd name="connsiteX98" fmla="*/ 7474 w 10047"/>
                <a:gd name="connsiteY98" fmla="*/ 956 h 10168"/>
                <a:gd name="connsiteX99" fmla="*/ 7392 w 10047"/>
                <a:gd name="connsiteY99" fmla="*/ 763 h 10168"/>
                <a:gd name="connsiteX100" fmla="*/ 7191 w 10047"/>
                <a:gd name="connsiteY100" fmla="*/ 763 h 10168"/>
                <a:gd name="connsiteX101" fmla="*/ 7089 w 10047"/>
                <a:gd name="connsiteY101" fmla="*/ 757 h 10168"/>
                <a:gd name="connsiteX102" fmla="*/ 7057 w 10047"/>
                <a:gd name="connsiteY102" fmla="*/ 961 h 10168"/>
                <a:gd name="connsiteX103" fmla="*/ 6896 w 10047"/>
                <a:gd name="connsiteY103" fmla="*/ 634 h 10168"/>
                <a:gd name="connsiteX104" fmla="*/ 6762 w 10047"/>
                <a:gd name="connsiteY104" fmla="*/ 629 h 10168"/>
                <a:gd name="connsiteX105" fmla="*/ 6680 w 10047"/>
                <a:gd name="connsiteY105" fmla="*/ 565 h 10168"/>
                <a:gd name="connsiteX106" fmla="*/ 6282 w 10047"/>
                <a:gd name="connsiteY106" fmla="*/ 377 h 10168"/>
                <a:gd name="connsiteX107" fmla="*/ 6152 w 10047"/>
                <a:gd name="connsiteY107" fmla="*/ 307 h 10168"/>
                <a:gd name="connsiteX108" fmla="*/ 6097 w 10047"/>
                <a:gd name="connsiteY108" fmla="*/ 173 h 10168"/>
                <a:gd name="connsiteX109" fmla="*/ 5759 w 10047"/>
                <a:gd name="connsiteY109" fmla="*/ 189 h 10168"/>
                <a:gd name="connsiteX110" fmla="*/ 5558 w 10047"/>
                <a:gd name="connsiteY110" fmla="*/ 184 h 10168"/>
                <a:gd name="connsiteX111" fmla="*/ 5468 w 10047"/>
                <a:gd name="connsiteY111" fmla="*/ 173 h 10168"/>
                <a:gd name="connsiteX112" fmla="*/ 5248 w 10047"/>
                <a:gd name="connsiteY112" fmla="*/ 184 h 10168"/>
                <a:gd name="connsiteX113" fmla="*/ 5149 w 10047"/>
                <a:gd name="connsiteY113" fmla="*/ 189 h 10168"/>
                <a:gd name="connsiteX114" fmla="*/ 5055 w 10047"/>
                <a:gd name="connsiteY114" fmla="*/ 168 h 10168"/>
                <a:gd name="connsiteX115" fmla="*/ 4976 w 10047"/>
                <a:gd name="connsiteY115" fmla="*/ 189 h 10168"/>
                <a:gd name="connsiteX116" fmla="*/ 4612 w 10047"/>
                <a:gd name="connsiteY116" fmla="*/ 295 h 10168"/>
                <a:gd name="connsiteX117" fmla="*/ 4161 w 10047"/>
                <a:gd name="connsiteY117" fmla="*/ 402 h 10168"/>
                <a:gd name="connsiteX118" fmla="*/ 3922 w 10047"/>
                <a:gd name="connsiteY118" fmla="*/ 189 h 10168"/>
                <a:gd name="connsiteX119" fmla="*/ 3796 w 10047"/>
                <a:gd name="connsiteY119" fmla="*/ 173 h 10168"/>
                <a:gd name="connsiteX120" fmla="*/ 3588 w 10047"/>
                <a:gd name="connsiteY120" fmla="*/ 189 h 10168"/>
                <a:gd name="connsiteX121" fmla="*/ 3450 w 10047"/>
                <a:gd name="connsiteY121" fmla="*/ 189 h 10168"/>
                <a:gd name="connsiteX122" fmla="*/ 3379 w 10047"/>
                <a:gd name="connsiteY122" fmla="*/ 168 h 10168"/>
                <a:gd name="connsiteX123" fmla="*/ 3115 w 10047"/>
                <a:gd name="connsiteY123" fmla="*/ 189 h 10168"/>
                <a:gd name="connsiteX124" fmla="*/ 2978 w 10047"/>
                <a:gd name="connsiteY124" fmla="*/ 184 h 10168"/>
                <a:gd name="connsiteX125" fmla="*/ 2872 w 10047"/>
                <a:gd name="connsiteY125" fmla="*/ 189 h 10168"/>
                <a:gd name="connsiteX126" fmla="*/ 2754 w 10047"/>
                <a:gd name="connsiteY126" fmla="*/ 173 h 10168"/>
                <a:gd name="connsiteX127" fmla="*/ 2337 w 10047"/>
                <a:gd name="connsiteY127" fmla="*/ 173 h 10168"/>
                <a:gd name="connsiteX128" fmla="*/ 1959 w 10047"/>
                <a:gd name="connsiteY128" fmla="*/ 506 h 10168"/>
                <a:gd name="connsiteX129" fmla="*/ 1841 w 10047"/>
                <a:gd name="connsiteY129" fmla="*/ 634 h 10168"/>
                <a:gd name="connsiteX130" fmla="*/ 1739 w 10047"/>
                <a:gd name="connsiteY130" fmla="*/ 634 h 10168"/>
                <a:gd name="connsiteX131" fmla="*/ 1664 w 10047"/>
                <a:gd name="connsiteY131" fmla="*/ 565 h 10168"/>
                <a:gd name="connsiteX132" fmla="*/ 1499 w 10047"/>
                <a:gd name="connsiteY132" fmla="*/ 950 h 10168"/>
                <a:gd name="connsiteX133" fmla="*/ 1357 w 10047"/>
                <a:gd name="connsiteY133" fmla="*/ 1020 h 10168"/>
                <a:gd name="connsiteX134" fmla="*/ 1302 w 10047"/>
                <a:gd name="connsiteY134" fmla="*/ 1208 h 10168"/>
                <a:gd name="connsiteX135" fmla="*/ 1156 w 10047"/>
                <a:gd name="connsiteY135" fmla="*/ 1358 h 10168"/>
                <a:gd name="connsiteX136" fmla="*/ 1137 w 10047"/>
                <a:gd name="connsiteY136" fmla="*/ 1460 h 10168"/>
                <a:gd name="connsiteX137" fmla="*/ 1074 w 10047"/>
                <a:gd name="connsiteY137" fmla="*/ 1727 h 10168"/>
                <a:gd name="connsiteX138" fmla="*/ 948 w 10047"/>
                <a:gd name="connsiteY138" fmla="*/ 1985 h 10168"/>
                <a:gd name="connsiteX139" fmla="*/ 865 w 10047"/>
                <a:gd name="connsiteY139" fmla="*/ 2145 h 10168"/>
                <a:gd name="connsiteX140" fmla="*/ 869 w 10047"/>
                <a:gd name="connsiteY140" fmla="*/ 2681 h 10168"/>
                <a:gd name="connsiteX141" fmla="*/ 846 w 10047"/>
                <a:gd name="connsiteY141" fmla="*/ 2939 h 10168"/>
                <a:gd name="connsiteX142" fmla="*/ 885 w 10047"/>
                <a:gd name="connsiteY142" fmla="*/ 3250 h 10168"/>
                <a:gd name="connsiteX143" fmla="*/ 791 w 10047"/>
                <a:gd name="connsiteY143" fmla="*/ 3448 h 10168"/>
                <a:gd name="connsiteX144" fmla="*/ 692 w 10047"/>
                <a:gd name="connsiteY144" fmla="*/ 3721 h 10168"/>
                <a:gd name="connsiteX145" fmla="*/ 669 w 10047"/>
                <a:gd name="connsiteY145" fmla="*/ 4225 h 10168"/>
                <a:gd name="connsiteX146" fmla="*/ 558 w 10047"/>
                <a:gd name="connsiteY146" fmla="*/ 4278 h 10168"/>
                <a:gd name="connsiteX147" fmla="*/ 606 w 10047"/>
                <a:gd name="connsiteY147" fmla="*/ 4509 h 10168"/>
                <a:gd name="connsiteX148" fmla="*/ 539 w 10047"/>
                <a:gd name="connsiteY148" fmla="*/ 4477 h 10168"/>
                <a:gd name="connsiteX149" fmla="*/ 632 w 10047"/>
                <a:gd name="connsiteY149" fmla="*/ 4755 h 10168"/>
                <a:gd name="connsiteX150" fmla="*/ 562 w 10047"/>
                <a:gd name="connsiteY150" fmla="*/ 4852 h 10168"/>
                <a:gd name="connsiteX151" fmla="*/ 539 w 10047"/>
                <a:gd name="connsiteY151" fmla="*/ 5114 h 10168"/>
                <a:gd name="connsiteX152" fmla="*/ 476 w 10047"/>
                <a:gd name="connsiteY152" fmla="*/ 5688 h 10168"/>
                <a:gd name="connsiteX153" fmla="*/ 460 w 10047"/>
                <a:gd name="connsiteY153" fmla="*/ 5816 h 10168"/>
                <a:gd name="connsiteX154" fmla="*/ 433 w 10047"/>
                <a:gd name="connsiteY154" fmla="*/ 6084 h 10168"/>
                <a:gd name="connsiteX155" fmla="*/ 533 w 10047"/>
                <a:gd name="connsiteY155" fmla="*/ 6531 h 10168"/>
                <a:gd name="connsiteX156" fmla="*/ 350 w 10047"/>
                <a:gd name="connsiteY156" fmla="*/ 6840 h 10168"/>
                <a:gd name="connsiteX157" fmla="*/ 318 w 10047"/>
                <a:gd name="connsiteY157" fmla="*/ 7097 h 10168"/>
                <a:gd name="connsiteX158" fmla="*/ 295 w 10047"/>
                <a:gd name="connsiteY158" fmla="*/ 7349 h 10168"/>
                <a:gd name="connsiteX159" fmla="*/ 271 w 10047"/>
                <a:gd name="connsiteY159" fmla="*/ 7547 h 10168"/>
                <a:gd name="connsiteX160" fmla="*/ 142 w 10047"/>
                <a:gd name="connsiteY160" fmla="*/ 7525 h 10168"/>
                <a:gd name="connsiteX161" fmla="*/ 220 w 10047"/>
                <a:gd name="connsiteY161" fmla="*/ 8051 h 10168"/>
                <a:gd name="connsiteX162" fmla="*/ 193 w 10047"/>
                <a:gd name="connsiteY162" fmla="*/ 8255 h 10168"/>
                <a:gd name="connsiteX163" fmla="*/ 5 w 10047"/>
                <a:gd name="connsiteY163" fmla="*/ 8533 h 10168"/>
                <a:gd name="connsiteX164" fmla="*/ 153 w 10047"/>
                <a:gd name="connsiteY164" fmla="*/ 8630 h 10168"/>
                <a:gd name="connsiteX165" fmla="*/ 141 w 10047"/>
                <a:gd name="connsiteY165"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805 w 10058"/>
                <a:gd name="connsiteY73" fmla="*/ 5300 h 10168"/>
                <a:gd name="connsiteX74" fmla="*/ 9945 w 10058"/>
                <a:gd name="connsiteY74" fmla="*/ 5045 h 10168"/>
                <a:gd name="connsiteX75" fmla="*/ 9988 w 10058"/>
                <a:gd name="connsiteY75" fmla="*/ 4659 h 10168"/>
                <a:gd name="connsiteX76" fmla="*/ 10023 w 10058"/>
                <a:gd name="connsiteY76" fmla="*/ 4343 h 10168"/>
                <a:gd name="connsiteX77" fmla="*/ 10043 w 10058"/>
                <a:gd name="connsiteY77" fmla="*/ 4150 h 10168"/>
                <a:gd name="connsiteX78" fmla="*/ 10000 w 10058"/>
                <a:gd name="connsiteY78" fmla="*/ 3951 h 10168"/>
                <a:gd name="connsiteX79" fmla="*/ 9984 w 10058"/>
                <a:gd name="connsiteY79" fmla="*/ 3769 h 10168"/>
                <a:gd name="connsiteX80" fmla="*/ 10016 w 10058"/>
                <a:gd name="connsiteY80" fmla="*/ 3512 h 10168"/>
                <a:gd name="connsiteX81" fmla="*/ 10047 w 10058"/>
                <a:gd name="connsiteY81" fmla="*/ 3191 h 10168"/>
                <a:gd name="connsiteX82" fmla="*/ 9953 w 10058"/>
                <a:gd name="connsiteY82" fmla="*/ 2740 h 10168"/>
                <a:gd name="connsiteX83" fmla="*/ 9739 w 10058"/>
                <a:gd name="connsiteY83" fmla="*/ 2334 h 10168"/>
                <a:gd name="connsiteX84" fmla="*/ 9660 w 10058"/>
                <a:gd name="connsiteY84" fmla="*/ 1891 h 10168"/>
                <a:gd name="connsiteX85" fmla="*/ 9546 w 10058"/>
                <a:gd name="connsiteY85" fmla="*/ 1822 h 10168"/>
                <a:gd name="connsiteX86" fmla="*/ 9401 w 10058"/>
                <a:gd name="connsiteY86" fmla="*/ 1392 h 10168"/>
                <a:gd name="connsiteX87" fmla="*/ 9147 w 10058"/>
                <a:gd name="connsiteY87" fmla="*/ 1387 h 10168"/>
                <a:gd name="connsiteX88" fmla="*/ 8998 w 10058"/>
                <a:gd name="connsiteY88" fmla="*/ 1318 h 10168"/>
                <a:gd name="connsiteX89" fmla="*/ 8796 w 10058"/>
                <a:gd name="connsiteY89" fmla="*/ 1272 h 10168"/>
                <a:gd name="connsiteX90" fmla="*/ 8662 w 10058"/>
                <a:gd name="connsiteY90" fmla="*/ 1272 h 10168"/>
                <a:gd name="connsiteX91" fmla="*/ 8532 w 10058"/>
                <a:gd name="connsiteY91" fmla="*/ 1202 h 10168"/>
                <a:gd name="connsiteX92" fmla="*/ 8403 w 10058"/>
                <a:gd name="connsiteY92" fmla="*/ 1202 h 10168"/>
                <a:gd name="connsiteX93" fmla="*/ 8237 w 10058"/>
                <a:gd name="connsiteY93" fmla="*/ 1138 h 10168"/>
                <a:gd name="connsiteX94" fmla="*/ 8104 w 10058"/>
                <a:gd name="connsiteY94" fmla="*/ 956 h 10168"/>
                <a:gd name="connsiteX95" fmla="*/ 7663 w 10058"/>
                <a:gd name="connsiteY95" fmla="*/ 763 h 10168"/>
                <a:gd name="connsiteX96" fmla="*/ 7529 w 10058"/>
                <a:gd name="connsiteY96" fmla="*/ 757 h 10168"/>
                <a:gd name="connsiteX97" fmla="*/ 7474 w 10058"/>
                <a:gd name="connsiteY97" fmla="*/ 956 h 10168"/>
                <a:gd name="connsiteX98" fmla="*/ 7392 w 10058"/>
                <a:gd name="connsiteY98" fmla="*/ 763 h 10168"/>
                <a:gd name="connsiteX99" fmla="*/ 7191 w 10058"/>
                <a:gd name="connsiteY99" fmla="*/ 763 h 10168"/>
                <a:gd name="connsiteX100" fmla="*/ 7089 w 10058"/>
                <a:gd name="connsiteY100" fmla="*/ 757 h 10168"/>
                <a:gd name="connsiteX101" fmla="*/ 7057 w 10058"/>
                <a:gd name="connsiteY101" fmla="*/ 961 h 10168"/>
                <a:gd name="connsiteX102" fmla="*/ 6896 w 10058"/>
                <a:gd name="connsiteY102" fmla="*/ 634 h 10168"/>
                <a:gd name="connsiteX103" fmla="*/ 6762 w 10058"/>
                <a:gd name="connsiteY103" fmla="*/ 629 h 10168"/>
                <a:gd name="connsiteX104" fmla="*/ 6680 w 10058"/>
                <a:gd name="connsiteY104" fmla="*/ 565 h 10168"/>
                <a:gd name="connsiteX105" fmla="*/ 6282 w 10058"/>
                <a:gd name="connsiteY105" fmla="*/ 377 h 10168"/>
                <a:gd name="connsiteX106" fmla="*/ 6152 w 10058"/>
                <a:gd name="connsiteY106" fmla="*/ 307 h 10168"/>
                <a:gd name="connsiteX107" fmla="*/ 6097 w 10058"/>
                <a:gd name="connsiteY107" fmla="*/ 173 h 10168"/>
                <a:gd name="connsiteX108" fmla="*/ 5759 w 10058"/>
                <a:gd name="connsiteY108" fmla="*/ 189 h 10168"/>
                <a:gd name="connsiteX109" fmla="*/ 5558 w 10058"/>
                <a:gd name="connsiteY109" fmla="*/ 184 h 10168"/>
                <a:gd name="connsiteX110" fmla="*/ 5468 w 10058"/>
                <a:gd name="connsiteY110" fmla="*/ 173 h 10168"/>
                <a:gd name="connsiteX111" fmla="*/ 5248 w 10058"/>
                <a:gd name="connsiteY111" fmla="*/ 184 h 10168"/>
                <a:gd name="connsiteX112" fmla="*/ 5149 w 10058"/>
                <a:gd name="connsiteY112" fmla="*/ 189 h 10168"/>
                <a:gd name="connsiteX113" fmla="*/ 5055 w 10058"/>
                <a:gd name="connsiteY113" fmla="*/ 168 h 10168"/>
                <a:gd name="connsiteX114" fmla="*/ 4976 w 10058"/>
                <a:gd name="connsiteY114" fmla="*/ 189 h 10168"/>
                <a:gd name="connsiteX115" fmla="*/ 4612 w 10058"/>
                <a:gd name="connsiteY115" fmla="*/ 295 h 10168"/>
                <a:gd name="connsiteX116" fmla="*/ 4161 w 10058"/>
                <a:gd name="connsiteY116" fmla="*/ 402 h 10168"/>
                <a:gd name="connsiteX117" fmla="*/ 3922 w 10058"/>
                <a:gd name="connsiteY117" fmla="*/ 189 h 10168"/>
                <a:gd name="connsiteX118" fmla="*/ 3796 w 10058"/>
                <a:gd name="connsiteY118" fmla="*/ 173 h 10168"/>
                <a:gd name="connsiteX119" fmla="*/ 3588 w 10058"/>
                <a:gd name="connsiteY119" fmla="*/ 189 h 10168"/>
                <a:gd name="connsiteX120" fmla="*/ 3450 w 10058"/>
                <a:gd name="connsiteY120" fmla="*/ 189 h 10168"/>
                <a:gd name="connsiteX121" fmla="*/ 3379 w 10058"/>
                <a:gd name="connsiteY121" fmla="*/ 168 h 10168"/>
                <a:gd name="connsiteX122" fmla="*/ 3115 w 10058"/>
                <a:gd name="connsiteY122" fmla="*/ 189 h 10168"/>
                <a:gd name="connsiteX123" fmla="*/ 2978 w 10058"/>
                <a:gd name="connsiteY123" fmla="*/ 184 h 10168"/>
                <a:gd name="connsiteX124" fmla="*/ 2872 w 10058"/>
                <a:gd name="connsiteY124" fmla="*/ 189 h 10168"/>
                <a:gd name="connsiteX125" fmla="*/ 2754 w 10058"/>
                <a:gd name="connsiteY125" fmla="*/ 173 h 10168"/>
                <a:gd name="connsiteX126" fmla="*/ 2337 w 10058"/>
                <a:gd name="connsiteY126" fmla="*/ 173 h 10168"/>
                <a:gd name="connsiteX127" fmla="*/ 1959 w 10058"/>
                <a:gd name="connsiteY127" fmla="*/ 506 h 10168"/>
                <a:gd name="connsiteX128" fmla="*/ 1841 w 10058"/>
                <a:gd name="connsiteY128" fmla="*/ 634 h 10168"/>
                <a:gd name="connsiteX129" fmla="*/ 1739 w 10058"/>
                <a:gd name="connsiteY129" fmla="*/ 634 h 10168"/>
                <a:gd name="connsiteX130" fmla="*/ 1664 w 10058"/>
                <a:gd name="connsiteY130" fmla="*/ 565 h 10168"/>
                <a:gd name="connsiteX131" fmla="*/ 1499 w 10058"/>
                <a:gd name="connsiteY131" fmla="*/ 950 h 10168"/>
                <a:gd name="connsiteX132" fmla="*/ 1357 w 10058"/>
                <a:gd name="connsiteY132" fmla="*/ 1020 h 10168"/>
                <a:gd name="connsiteX133" fmla="*/ 1302 w 10058"/>
                <a:gd name="connsiteY133" fmla="*/ 1208 h 10168"/>
                <a:gd name="connsiteX134" fmla="*/ 1156 w 10058"/>
                <a:gd name="connsiteY134" fmla="*/ 1358 h 10168"/>
                <a:gd name="connsiteX135" fmla="*/ 1137 w 10058"/>
                <a:gd name="connsiteY135" fmla="*/ 1460 h 10168"/>
                <a:gd name="connsiteX136" fmla="*/ 1074 w 10058"/>
                <a:gd name="connsiteY136" fmla="*/ 1727 h 10168"/>
                <a:gd name="connsiteX137" fmla="*/ 948 w 10058"/>
                <a:gd name="connsiteY137" fmla="*/ 1985 h 10168"/>
                <a:gd name="connsiteX138" fmla="*/ 865 w 10058"/>
                <a:gd name="connsiteY138" fmla="*/ 2145 h 10168"/>
                <a:gd name="connsiteX139" fmla="*/ 869 w 10058"/>
                <a:gd name="connsiteY139" fmla="*/ 2681 h 10168"/>
                <a:gd name="connsiteX140" fmla="*/ 846 w 10058"/>
                <a:gd name="connsiteY140" fmla="*/ 2939 h 10168"/>
                <a:gd name="connsiteX141" fmla="*/ 885 w 10058"/>
                <a:gd name="connsiteY141" fmla="*/ 3250 h 10168"/>
                <a:gd name="connsiteX142" fmla="*/ 791 w 10058"/>
                <a:gd name="connsiteY142" fmla="*/ 3448 h 10168"/>
                <a:gd name="connsiteX143" fmla="*/ 692 w 10058"/>
                <a:gd name="connsiteY143" fmla="*/ 3721 h 10168"/>
                <a:gd name="connsiteX144" fmla="*/ 669 w 10058"/>
                <a:gd name="connsiteY144" fmla="*/ 4225 h 10168"/>
                <a:gd name="connsiteX145" fmla="*/ 558 w 10058"/>
                <a:gd name="connsiteY145" fmla="*/ 4278 h 10168"/>
                <a:gd name="connsiteX146" fmla="*/ 606 w 10058"/>
                <a:gd name="connsiteY146" fmla="*/ 4509 h 10168"/>
                <a:gd name="connsiteX147" fmla="*/ 539 w 10058"/>
                <a:gd name="connsiteY147" fmla="*/ 4477 h 10168"/>
                <a:gd name="connsiteX148" fmla="*/ 632 w 10058"/>
                <a:gd name="connsiteY148" fmla="*/ 4755 h 10168"/>
                <a:gd name="connsiteX149" fmla="*/ 562 w 10058"/>
                <a:gd name="connsiteY149" fmla="*/ 4852 h 10168"/>
                <a:gd name="connsiteX150" fmla="*/ 539 w 10058"/>
                <a:gd name="connsiteY150" fmla="*/ 5114 h 10168"/>
                <a:gd name="connsiteX151" fmla="*/ 476 w 10058"/>
                <a:gd name="connsiteY151" fmla="*/ 5688 h 10168"/>
                <a:gd name="connsiteX152" fmla="*/ 460 w 10058"/>
                <a:gd name="connsiteY152" fmla="*/ 5816 h 10168"/>
                <a:gd name="connsiteX153" fmla="*/ 433 w 10058"/>
                <a:gd name="connsiteY153" fmla="*/ 6084 h 10168"/>
                <a:gd name="connsiteX154" fmla="*/ 533 w 10058"/>
                <a:gd name="connsiteY154" fmla="*/ 6531 h 10168"/>
                <a:gd name="connsiteX155" fmla="*/ 350 w 10058"/>
                <a:gd name="connsiteY155" fmla="*/ 6840 h 10168"/>
                <a:gd name="connsiteX156" fmla="*/ 318 w 10058"/>
                <a:gd name="connsiteY156" fmla="*/ 7097 h 10168"/>
                <a:gd name="connsiteX157" fmla="*/ 295 w 10058"/>
                <a:gd name="connsiteY157" fmla="*/ 7349 h 10168"/>
                <a:gd name="connsiteX158" fmla="*/ 271 w 10058"/>
                <a:gd name="connsiteY158" fmla="*/ 7547 h 10168"/>
                <a:gd name="connsiteX159" fmla="*/ 142 w 10058"/>
                <a:gd name="connsiteY159" fmla="*/ 7525 h 10168"/>
                <a:gd name="connsiteX160" fmla="*/ 220 w 10058"/>
                <a:gd name="connsiteY160" fmla="*/ 8051 h 10168"/>
                <a:gd name="connsiteX161" fmla="*/ 193 w 10058"/>
                <a:gd name="connsiteY161" fmla="*/ 8255 h 10168"/>
                <a:gd name="connsiteX162" fmla="*/ 5 w 10058"/>
                <a:gd name="connsiteY162" fmla="*/ 8533 h 10168"/>
                <a:gd name="connsiteX163" fmla="*/ 153 w 10058"/>
                <a:gd name="connsiteY163" fmla="*/ 8630 h 10168"/>
                <a:gd name="connsiteX164" fmla="*/ 141 w 10058"/>
                <a:gd name="connsiteY164"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10022 w 10058"/>
                <a:gd name="connsiteY73" fmla="*/ 501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94 h 10198"/>
                <a:gd name="connsiteX1" fmla="*/ 217 w 10058"/>
                <a:gd name="connsiteY1" fmla="*/ 8935 h 10198"/>
                <a:gd name="connsiteX2" fmla="*/ 90 w 10058"/>
                <a:gd name="connsiteY2" fmla="*/ 9239 h 10198"/>
                <a:gd name="connsiteX3" fmla="*/ 67 w 10058"/>
                <a:gd name="connsiteY3" fmla="*/ 9432 h 10198"/>
                <a:gd name="connsiteX4" fmla="*/ 47 w 10058"/>
                <a:gd name="connsiteY4" fmla="*/ 9667 h 10198"/>
                <a:gd name="connsiteX5" fmla="*/ 228 w 10058"/>
                <a:gd name="connsiteY5" fmla="*/ 9876 h 10198"/>
                <a:gd name="connsiteX6" fmla="*/ 326 w 10058"/>
                <a:gd name="connsiteY6" fmla="*/ 9876 h 10198"/>
                <a:gd name="connsiteX7" fmla="*/ 492 w 10058"/>
                <a:gd name="connsiteY7" fmla="*/ 9876 h 10198"/>
                <a:gd name="connsiteX8" fmla="*/ 629 w 10058"/>
                <a:gd name="connsiteY8" fmla="*/ 9876 h 10198"/>
                <a:gd name="connsiteX9" fmla="*/ 633 w 10058"/>
                <a:gd name="connsiteY9" fmla="*/ 10059 h 10198"/>
                <a:gd name="connsiteX10" fmla="*/ 1211 w 10058"/>
                <a:gd name="connsiteY10" fmla="*/ 10198 h 10198"/>
                <a:gd name="connsiteX11" fmla="*/ 1310 w 10058"/>
                <a:gd name="connsiteY11" fmla="*/ 10198 h 10198"/>
                <a:gd name="connsiteX12" fmla="*/ 1408 w 10058"/>
                <a:gd name="connsiteY12" fmla="*/ 10198 h 10198"/>
                <a:gd name="connsiteX13" fmla="*/ 1514 w 10058"/>
                <a:gd name="connsiteY13" fmla="*/ 10198 h 10198"/>
                <a:gd name="connsiteX14" fmla="*/ 1613 w 10058"/>
                <a:gd name="connsiteY14" fmla="*/ 10198 h 10198"/>
                <a:gd name="connsiteX15" fmla="*/ 1750 w 10058"/>
                <a:gd name="connsiteY15" fmla="*/ 10139 h 10198"/>
                <a:gd name="connsiteX16" fmla="*/ 1888 w 10058"/>
                <a:gd name="connsiteY16" fmla="*/ 10053 h 10198"/>
                <a:gd name="connsiteX17" fmla="*/ 2234 w 10058"/>
                <a:gd name="connsiteY17" fmla="*/ 10139 h 10198"/>
                <a:gd name="connsiteX18" fmla="*/ 2333 w 10058"/>
                <a:gd name="connsiteY18" fmla="*/ 10139 h 10198"/>
                <a:gd name="connsiteX19" fmla="*/ 2474 w 10058"/>
                <a:gd name="connsiteY19" fmla="*/ 10069 h 10198"/>
                <a:gd name="connsiteX20" fmla="*/ 2620 w 10058"/>
                <a:gd name="connsiteY20" fmla="*/ 10005 h 10198"/>
                <a:gd name="connsiteX21" fmla="*/ 2754 w 10058"/>
                <a:gd name="connsiteY21" fmla="*/ 10005 h 10198"/>
                <a:gd name="connsiteX22" fmla="*/ 2860 w 10058"/>
                <a:gd name="connsiteY22" fmla="*/ 10005 h 10198"/>
                <a:gd name="connsiteX23" fmla="*/ 2962 w 10058"/>
                <a:gd name="connsiteY23" fmla="*/ 10005 h 10198"/>
                <a:gd name="connsiteX24" fmla="*/ 3163 w 10058"/>
                <a:gd name="connsiteY24" fmla="*/ 10005 h 10198"/>
                <a:gd name="connsiteX25" fmla="*/ 3292 w 10058"/>
                <a:gd name="connsiteY25" fmla="*/ 10075 h 10198"/>
                <a:gd name="connsiteX26" fmla="*/ 3422 w 10058"/>
                <a:gd name="connsiteY26" fmla="*/ 10139 h 10198"/>
                <a:gd name="connsiteX27" fmla="*/ 3517 w 10058"/>
                <a:gd name="connsiteY27" fmla="*/ 10198 h 10198"/>
                <a:gd name="connsiteX28" fmla="*/ 3619 w 10058"/>
                <a:gd name="connsiteY28" fmla="*/ 10193 h 10198"/>
                <a:gd name="connsiteX29" fmla="*/ 3721 w 10058"/>
                <a:gd name="connsiteY29" fmla="*/ 10139 h 10198"/>
                <a:gd name="connsiteX30" fmla="*/ 3835 w 10058"/>
                <a:gd name="connsiteY30" fmla="*/ 10069 h 10198"/>
                <a:gd name="connsiteX31" fmla="*/ 3981 w 10058"/>
                <a:gd name="connsiteY31" fmla="*/ 10053 h 10198"/>
                <a:gd name="connsiteX32" fmla="*/ 4134 w 10058"/>
                <a:gd name="connsiteY32" fmla="*/ 10139 h 10198"/>
                <a:gd name="connsiteX33" fmla="*/ 4229 w 10058"/>
                <a:gd name="connsiteY33" fmla="*/ 10198 h 10198"/>
                <a:gd name="connsiteX34" fmla="*/ 4335 w 10058"/>
                <a:gd name="connsiteY34" fmla="*/ 10193 h 10198"/>
                <a:gd name="connsiteX35" fmla="*/ 4433 w 10058"/>
                <a:gd name="connsiteY35" fmla="*/ 10193 h 10198"/>
                <a:gd name="connsiteX36" fmla="*/ 4571 w 10058"/>
                <a:gd name="connsiteY36" fmla="*/ 10187 h 10198"/>
                <a:gd name="connsiteX37" fmla="*/ 4709 w 10058"/>
                <a:gd name="connsiteY37" fmla="*/ 10134 h 10198"/>
                <a:gd name="connsiteX38" fmla="*/ 4854 w 10058"/>
                <a:gd name="connsiteY38" fmla="*/ 10075 h 10198"/>
                <a:gd name="connsiteX39" fmla="*/ 5063 w 10058"/>
                <a:gd name="connsiteY39" fmla="*/ 10005 h 10198"/>
                <a:gd name="connsiteX40" fmla="*/ 5169 w 10058"/>
                <a:gd name="connsiteY40" fmla="*/ 10005 h 10198"/>
                <a:gd name="connsiteX41" fmla="*/ 5440 w 10058"/>
                <a:gd name="connsiteY41" fmla="*/ 10005 h 10198"/>
                <a:gd name="connsiteX42" fmla="*/ 5586 w 10058"/>
                <a:gd name="connsiteY42" fmla="*/ 9941 h 10198"/>
                <a:gd name="connsiteX43" fmla="*/ 5692 w 10058"/>
                <a:gd name="connsiteY43" fmla="*/ 9876 h 10198"/>
                <a:gd name="connsiteX44" fmla="*/ 5826 w 10058"/>
                <a:gd name="connsiteY44" fmla="*/ 9871 h 10198"/>
                <a:gd name="connsiteX45" fmla="*/ 5905 w 10058"/>
                <a:gd name="connsiteY45" fmla="*/ 9657 h 10198"/>
                <a:gd name="connsiteX46" fmla="*/ 6349 w 10058"/>
                <a:gd name="connsiteY46" fmla="*/ 9748 h 10198"/>
                <a:gd name="connsiteX47" fmla="*/ 6487 w 10058"/>
                <a:gd name="connsiteY47" fmla="*/ 9748 h 10198"/>
                <a:gd name="connsiteX48" fmla="*/ 6589 w 10058"/>
                <a:gd name="connsiteY48" fmla="*/ 9748 h 10198"/>
                <a:gd name="connsiteX49" fmla="*/ 6691 w 10058"/>
                <a:gd name="connsiteY49" fmla="*/ 9684 h 10198"/>
                <a:gd name="connsiteX50" fmla="*/ 6798 w 10058"/>
                <a:gd name="connsiteY50" fmla="*/ 9684 h 10198"/>
                <a:gd name="connsiteX51" fmla="*/ 6935 w 10058"/>
                <a:gd name="connsiteY51" fmla="*/ 9684 h 10198"/>
                <a:gd name="connsiteX52" fmla="*/ 7069 w 10058"/>
                <a:gd name="connsiteY52" fmla="*/ 9684 h 10198"/>
                <a:gd name="connsiteX53" fmla="*/ 7160 w 10058"/>
                <a:gd name="connsiteY53" fmla="*/ 9657 h 10198"/>
                <a:gd name="connsiteX54" fmla="*/ 7584 w 10058"/>
                <a:gd name="connsiteY54" fmla="*/ 9614 h 10198"/>
                <a:gd name="connsiteX55" fmla="*/ 7714 w 10058"/>
                <a:gd name="connsiteY55" fmla="*/ 9684 h 10198"/>
                <a:gd name="connsiteX56" fmla="*/ 7852 w 10058"/>
                <a:gd name="connsiteY56" fmla="*/ 9684 h 10198"/>
                <a:gd name="connsiteX57" fmla="*/ 8017 w 10058"/>
                <a:gd name="connsiteY57" fmla="*/ 9684 h 10198"/>
                <a:gd name="connsiteX58" fmla="*/ 8131 w 10058"/>
                <a:gd name="connsiteY58" fmla="*/ 9619 h 10198"/>
                <a:gd name="connsiteX59" fmla="*/ 8206 w 10058"/>
                <a:gd name="connsiteY59" fmla="*/ 9657 h 10198"/>
                <a:gd name="connsiteX60" fmla="*/ 8513 w 10058"/>
                <a:gd name="connsiteY60" fmla="*/ 9496 h 10198"/>
                <a:gd name="connsiteX61" fmla="*/ 8662 w 10058"/>
                <a:gd name="connsiteY61" fmla="*/ 9432 h 10198"/>
                <a:gd name="connsiteX62" fmla="*/ 8812 w 10058"/>
                <a:gd name="connsiteY62" fmla="*/ 9298 h 10198"/>
                <a:gd name="connsiteX63" fmla="*/ 8961 w 10058"/>
                <a:gd name="connsiteY63" fmla="*/ 9174 h 10198"/>
                <a:gd name="connsiteX64" fmla="*/ 9079 w 10058"/>
                <a:gd name="connsiteY64" fmla="*/ 8976 h 10198"/>
                <a:gd name="connsiteX65" fmla="*/ 9237 w 10058"/>
                <a:gd name="connsiteY65" fmla="*/ 8789 h 10198"/>
                <a:gd name="connsiteX66" fmla="*/ 9382 w 10058"/>
                <a:gd name="connsiteY66" fmla="*/ 8472 h 10198"/>
                <a:gd name="connsiteX67" fmla="*/ 9677 w 10058"/>
                <a:gd name="connsiteY67" fmla="*/ 7572 h 10198"/>
                <a:gd name="connsiteX68" fmla="*/ 9717 w 10058"/>
                <a:gd name="connsiteY68" fmla="*/ 7293 h 10198"/>
                <a:gd name="connsiteX69" fmla="*/ 9756 w 10058"/>
                <a:gd name="connsiteY69" fmla="*/ 6806 h 10198"/>
                <a:gd name="connsiteX70" fmla="*/ 9787 w 10058"/>
                <a:gd name="connsiteY70" fmla="*/ 6543 h 10198"/>
                <a:gd name="connsiteX71" fmla="*/ 9944 w 10058"/>
                <a:gd name="connsiteY71" fmla="*/ 6109 h 10198"/>
                <a:gd name="connsiteX72" fmla="*/ 9898 w 10058"/>
                <a:gd name="connsiteY72" fmla="*/ 5520 h 10198"/>
                <a:gd name="connsiteX73" fmla="*/ 10022 w 10058"/>
                <a:gd name="connsiteY73" fmla="*/ 5045 h 10198"/>
                <a:gd name="connsiteX74" fmla="*/ 9988 w 10058"/>
                <a:gd name="connsiteY74" fmla="*/ 4689 h 10198"/>
                <a:gd name="connsiteX75" fmla="*/ 10023 w 10058"/>
                <a:gd name="connsiteY75" fmla="*/ 4373 h 10198"/>
                <a:gd name="connsiteX76" fmla="*/ 10043 w 10058"/>
                <a:gd name="connsiteY76" fmla="*/ 4180 h 10198"/>
                <a:gd name="connsiteX77" fmla="*/ 10000 w 10058"/>
                <a:gd name="connsiteY77" fmla="*/ 3981 h 10198"/>
                <a:gd name="connsiteX78" fmla="*/ 9984 w 10058"/>
                <a:gd name="connsiteY78" fmla="*/ 3799 h 10198"/>
                <a:gd name="connsiteX79" fmla="*/ 10016 w 10058"/>
                <a:gd name="connsiteY79" fmla="*/ 3542 h 10198"/>
                <a:gd name="connsiteX80" fmla="*/ 10047 w 10058"/>
                <a:gd name="connsiteY80" fmla="*/ 3221 h 10198"/>
                <a:gd name="connsiteX81" fmla="*/ 9953 w 10058"/>
                <a:gd name="connsiteY81" fmla="*/ 2770 h 10198"/>
                <a:gd name="connsiteX82" fmla="*/ 9739 w 10058"/>
                <a:gd name="connsiteY82" fmla="*/ 2364 h 10198"/>
                <a:gd name="connsiteX83" fmla="*/ 9660 w 10058"/>
                <a:gd name="connsiteY83" fmla="*/ 1921 h 10198"/>
                <a:gd name="connsiteX84" fmla="*/ 9546 w 10058"/>
                <a:gd name="connsiteY84" fmla="*/ 1852 h 10198"/>
                <a:gd name="connsiteX85" fmla="*/ 9401 w 10058"/>
                <a:gd name="connsiteY85" fmla="*/ 1422 h 10198"/>
                <a:gd name="connsiteX86" fmla="*/ 9147 w 10058"/>
                <a:gd name="connsiteY86" fmla="*/ 1417 h 10198"/>
                <a:gd name="connsiteX87" fmla="*/ 8998 w 10058"/>
                <a:gd name="connsiteY87" fmla="*/ 1348 h 10198"/>
                <a:gd name="connsiteX88" fmla="*/ 8796 w 10058"/>
                <a:gd name="connsiteY88" fmla="*/ 1302 h 10198"/>
                <a:gd name="connsiteX89" fmla="*/ 8662 w 10058"/>
                <a:gd name="connsiteY89" fmla="*/ 1302 h 10198"/>
                <a:gd name="connsiteX90" fmla="*/ 8532 w 10058"/>
                <a:gd name="connsiteY90" fmla="*/ 1232 h 10198"/>
                <a:gd name="connsiteX91" fmla="*/ 8403 w 10058"/>
                <a:gd name="connsiteY91" fmla="*/ 1232 h 10198"/>
                <a:gd name="connsiteX92" fmla="*/ 8237 w 10058"/>
                <a:gd name="connsiteY92" fmla="*/ 1168 h 10198"/>
                <a:gd name="connsiteX93" fmla="*/ 8104 w 10058"/>
                <a:gd name="connsiteY93" fmla="*/ 986 h 10198"/>
                <a:gd name="connsiteX94" fmla="*/ 7663 w 10058"/>
                <a:gd name="connsiteY94" fmla="*/ 793 h 10198"/>
                <a:gd name="connsiteX95" fmla="*/ 7529 w 10058"/>
                <a:gd name="connsiteY95" fmla="*/ 787 h 10198"/>
                <a:gd name="connsiteX96" fmla="*/ 7474 w 10058"/>
                <a:gd name="connsiteY96" fmla="*/ 986 h 10198"/>
                <a:gd name="connsiteX97" fmla="*/ 7392 w 10058"/>
                <a:gd name="connsiteY97" fmla="*/ 793 h 10198"/>
                <a:gd name="connsiteX98" fmla="*/ 7191 w 10058"/>
                <a:gd name="connsiteY98" fmla="*/ 793 h 10198"/>
                <a:gd name="connsiteX99" fmla="*/ 7089 w 10058"/>
                <a:gd name="connsiteY99" fmla="*/ 787 h 10198"/>
                <a:gd name="connsiteX100" fmla="*/ 7057 w 10058"/>
                <a:gd name="connsiteY100" fmla="*/ 991 h 10198"/>
                <a:gd name="connsiteX101" fmla="*/ 6896 w 10058"/>
                <a:gd name="connsiteY101" fmla="*/ 664 h 10198"/>
                <a:gd name="connsiteX102" fmla="*/ 6762 w 10058"/>
                <a:gd name="connsiteY102" fmla="*/ 659 h 10198"/>
                <a:gd name="connsiteX103" fmla="*/ 6680 w 10058"/>
                <a:gd name="connsiteY103" fmla="*/ 595 h 10198"/>
                <a:gd name="connsiteX104" fmla="*/ 6282 w 10058"/>
                <a:gd name="connsiteY104" fmla="*/ 407 h 10198"/>
                <a:gd name="connsiteX105" fmla="*/ 6152 w 10058"/>
                <a:gd name="connsiteY105" fmla="*/ 337 h 10198"/>
                <a:gd name="connsiteX106" fmla="*/ 6097 w 10058"/>
                <a:gd name="connsiteY106" fmla="*/ 203 h 10198"/>
                <a:gd name="connsiteX107" fmla="*/ 5759 w 10058"/>
                <a:gd name="connsiteY107" fmla="*/ 219 h 10198"/>
                <a:gd name="connsiteX108" fmla="*/ 5558 w 10058"/>
                <a:gd name="connsiteY108" fmla="*/ 214 h 10198"/>
                <a:gd name="connsiteX109" fmla="*/ 5468 w 10058"/>
                <a:gd name="connsiteY109" fmla="*/ 203 h 10198"/>
                <a:gd name="connsiteX110" fmla="*/ 5248 w 10058"/>
                <a:gd name="connsiteY110" fmla="*/ 214 h 10198"/>
                <a:gd name="connsiteX111" fmla="*/ 5149 w 10058"/>
                <a:gd name="connsiteY111" fmla="*/ 219 h 10198"/>
                <a:gd name="connsiteX112" fmla="*/ 5055 w 10058"/>
                <a:gd name="connsiteY112" fmla="*/ 198 h 10198"/>
                <a:gd name="connsiteX113" fmla="*/ 4976 w 10058"/>
                <a:gd name="connsiteY113" fmla="*/ 219 h 10198"/>
                <a:gd name="connsiteX114" fmla="*/ 4612 w 10058"/>
                <a:gd name="connsiteY114" fmla="*/ 325 h 10198"/>
                <a:gd name="connsiteX115" fmla="*/ 4281 w 10058"/>
                <a:gd name="connsiteY115" fmla="*/ 402 h 10198"/>
                <a:gd name="connsiteX116" fmla="*/ 3922 w 10058"/>
                <a:gd name="connsiteY116" fmla="*/ 219 h 10198"/>
                <a:gd name="connsiteX117" fmla="*/ 3796 w 10058"/>
                <a:gd name="connsiteY117" fmla="*/ 203 h 10198"/>
                <a:gd name="connsiteX118" fmla="*/ 3588 w 10058"/>
                <a:gd name="connsiteY118" fmla="*/ 219 h 10198"/>
                <a:gd name="connsiteX119" fmla="*/ 3450 w 10058"/>
                <a:gd name="connsiteY119" fmla="*/ 219 h 10198"/>
                <a:gd name="connsiteX120" fmla="*/ 3379 w 10058"/>
                <a:gd name="connsiteY120" fmla="*/ 198 h 10198"/>
                <a:gd name="connsiteX121" fmla="*/ 3115 w 10058"/>
                <a:gd name="connsiteY121" fmla="*/ 219 h 10198"/>
                <a:gd name="connsiteX122" fmla="*/ 2978 w 10058"/>
                <a:gd name="connsiteY122" fmla="*/ 214 h 10198"/>
                <a:gd name="connsiteX123" fmla="*/ 2872 w 10058"/>
                <a:gd name="connsiteY123" fmla="*/ 219 h 10198"/>
                <a:gd name="connsiteX124" fmla="*/ 2754 w 10058"/>
                <a:gd name="connsiteY124" fmla="*/ 203 h 10198"/>
                <a:gd name="connsiteX125" fmla="*/ 2337 w 10058"/>
                <a:gd name="connsiteY125" fmla="*/ 203 h 10198"/>
                <a:gd name="connsiteX126" fmla="*/ 1959 w 10058"/>
                <a:gd name="connsiteY126" fmla="*/ 536 h 10198"/>
                <a:gd name="connsiteX127" fmla="*/ 1841 w 10058"/>
                <a:gd name="connsiteY127" fmla="*/ 664 h 10198"/>
                <a:gd name="connsiteX128" fmla="*/ 1739 w 10058"/>
                <a:gd name="connsiteY128" fmla="*/ 664 h 10198"/>
                <a:gd name="connsiteX129" fmla="*/ 1664 w 10058"/>
                <a:gd name="connsiteY129" fmla="*/ 595 h 10198"/>
                <a:gd name="connsiteX130" fmla="*/ 1499 w 10058"/>
                <a:gd name="connsiteY130" fmla="*/ 980 h 10198"/>
                <a:gd name="connsiteX131" fmla="*/ 1357 w 10058"/>
                <a:gd name="connsiteY131" fmla="*/ 1050 h 10198"/>
                <a:gd name="connsiteX132" fmla="*/ 1302 w 10058"/>
                <a:gd name="connsiteY132" fmla="*/ 1238 h 10198"/>
                <a:gd name="connsiteX133" fmla="*/ 1156 w 10058"/>
                <a:gd name="connsiteY133" fmla="*/ 1388 h 10198"/>
                <a:gd name="connsiteX134" fmla="*/ 1137 w 10058"/>
                <a:gd name="connsiteY134" fmla="*/ 1490 h 10198"/>
                <a:gd name="connsiteX135" fmla="*/ 1074 w 10058"/>
                <a:gd name="connsiteY135" fmla="*/ 1757 h 10198"/>
                <a:gd name="connsiteX136" fmla="*/ 948 w 10058"/>
                <a:gd name="connsiteY136" fmla="*/ 2015 h 10198"/>
                <a:gd name="connsiteX137" fmla="*/ 865 w 10058"/>
                <a:gd name="connsiteY137" fmla="*/ 2175 h 10198"/>
                <a:gd name="connsiteX138" fmla="*/ 869 w 10058"/>
                <a:gd name="connsiteY138" fmla="*/ 2711 h 10198"/>
                <a:gd name="connsiteX139" fmla="*/ 846 w 10058"/>
                <a:gd name="connsiteY139" fmla="*/ 2969 h 10198"/>
                <a:gd name="connsiteX140" fmla="*/ 885 w 10058"/>
                <a:gd name="connsiteY140" fmla="*/ 3280 h 10198"/>
                <a:gd name="connsiteX141" fmla="*/ 791 w 10058"/>
                <a:gd name="connsiteY141" fmla="*/ 3478 h 10198"/>
                <a:gd name="connsiteX142" fmla="*/ 692 w 10058"/>
                <a:gd name="connsiteY142" fmla="*/ 3751 h 10198"/>
                <a:gd name="connsiteX143" fmla="*/ 669 w 10058"/>
                <a:gd name="connsiteY143" fmla="*/ 4255 h 10198"/>
                <a:gd name="connsiteX144" fmla="*/ 558 w 10058"/>
                <a:gd name="connsiteY144" fmla="*/ 4308 h 10198"/>
                <a:gd name="connsiteX145" fmla="*/ 606 w 10058"/>
                <a:gd name="connsiteY145" fmla="*/ 4539 h 10198"/>
                <a:gd name="connsiteX146" fmla="*/ 539 w 10058"/>
                <a:gd name="connsiteY146" fmla="*/ 4507 h 10198"/>
                <a:gd name="connsiteX147" fmla="*/ 632 w 10058"/>
                <a:gd name="connsiteY147" fmla="*/ 4785 h 10198"/>
                <a:gd name="connsiteX148" fmla="*/ 562 w 10058"/>
                <a:gd name="connsiteY148" fmla="*/ 4882 h 10198"/>
                <a:gd name="connsiteX149" fmla="*/ 539 w 10058"/>
                <a:gd name="connsiteY149" fmla="*/ 5144 h 10198"/>
                <a:gd name="connsiteX150" fmla="*/ 476 w 10058"/>
                <a:gd name="connsiteY150" fmla="*/ 5718 h 10198"/>
                <a:gd name="connsiteX151" fmla="*/ 460 w 10058"/>
                <a:gd name="connsiteY151" fmla="*/ 5846 h 10198"/>
                <a:gd name="connsiteX152" fmla="*/ 433 w 10058"/>
                <a:gd name="connsiteY152" fmla="*/ 6114 h 10198"/>
                <a:gd name="connsiteX153" fmla="*/ 533 w 10058"/>
                <a:gd name="connsiteY153" fmla="*/ 6561 h 10198"/>
                <a:gd name="connsiteX154" fmla="*/ 350 w 10058"/>
                <a:gd name="connsiteY154" fmla="*/ 6870 h 10198"/>
                <a:gd name="connsiteX155" fmla="*/ 318 w 10058"/>
                <a:gd name="connsiteY155" fmla="*/ 7127 h 10198"/>
                <a:gd name="connsiteX156" fmla="*/ 295 w 10058"/>
                <a:gd name="connsiteY156" fmla="*/ 7379 h 10198"/>
                <a:gd name="connsiteX157" fmla="*/ 271 w 10058"/>
                <a:gd name="connsiteY157" fmla="*/ 7577 h 10198"/>
                <a:gd name="connsiteX158" fmla="*/ 142 w 10058"/>
                <a:gd name="connsiteY158" fmla="*/ 7555 h 10198"/>
                <a:gd name="connsiteX159" fmla="*/ 220 w 10058"/>
                <a:gd name="connsiteY159" fmla="*/ 8081 h 10198"/>
                <a:gd name="connsiteX160" fmla="*/ 193 w 10058"/>
                <a:gd name="connsiteY160" fmla="*/ 8285 h 10198"/>
                <a:gd name="connsiteX161" fmla="*/ 5 w 10058"/>
                <a:gd name="connsiteY161" fmla="*/ 8563 h 10198"/>
                <a:gd name="connsiteX162" fmla="*/ 153 w 10058"/>
                <a:gd name="connsiteY162" fmla="*/ 8660 h 10198"/>
                <a:gd name="connsiteX163" fmla="*/ 141 w 10058"/>
                <a:gd name="connsiteY163" fmla="*/ 8794 h 10198"/>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079 w 10058"/>
                <a:gd name="connsiteY64" fmla="*/ 8919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779 w 10058"/>
                <a:gd name="connsiteY62" fmla="*/ 9454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82"/>
                <a:gd name="connsiteX1" fmla="*/ 217 w 10058"/>
                <a:gd name="connsiteY1" fmla="*/ 8878 h 10182"/>
                <a:gd name="connsiteX2" fmla="*/ 90 w 10058"/>
                <a:gd name="connsiteY2" fmla="*/ 9182 h 10182"/>
                <a:gd name="connsiteX3" fmla="*/ 67 w 10058"/>
                <a:gd name="connsiteY3" fmla="*/ 9375 h 10182"/>
                <a:gd name="connsiteX4" fmla="*/ 47 w 10058"/>
                <a:gd name="connsiteY4" fmla="*/ 9610 h 10182"/>
                <a:gd name="connsiteX5" fmla="*/ 228 w 10058"/>
                <a:gd name="connsiteY5" fmla="*/ 9819 h 10182"/>
                <a:gd name="connsiteX6" fmla="*/ 326 w 10058"/>
                <a:gd name="connsiteY6" fmla="*/ 9819 h 10182"/>
                <a:gd name="connsiteX7" fmla="*/ 492 w 10058"/>
                <a:gd name="connsiteY7" fmla="*/ 9819 h 10182"/>
                <a:gd name="connsiteX8" fmla="*/ 629 w 10058"/>
                <a:gd name="connsiteY8" fmla="*/ 9819 h 10182"/>
                <a:gd name="connsiteX9" fmla="*/ 633 w 10058"/>
                <a:gd name="connsiteY9" fmla="*/ 10002 h 10182"/>
                <a:gd name="connsiteX10" fmla="*/ 938 w 10058"/>
                <a:gd name="connsiteY10" fmla="*/ 9897 h 10182"/>
                <a:gd name="connsiteX11" fmla="*/ 1310 w 10058"/>
                <a:gd name="connsiteY11" fmla="*/ 10141 h 10182"/>
                <a:gd name="connsiteX12" fmla="*/ 1408 w 10058"/>
                <a:gd name="connsiteY12" fmla="*/ 10141 h 10182"/>
                <a:gd name="connsiteX13" fmla="*/ 1514 w 10058"/>
                <a:gd name="connsiteY13" fmla="*/ 10141 h 10182"/>
                <a:gd name="connsiteX14" fmla="*/ 1613 w 10058"/>
                <a:gd name="connsiteY14" fmla="*/ 10141 h 10182"/>
                <a:gd name="connsiteX15" fmla="*/ 1750 w 10058"/>
                <a:gd name="connsiteY15" fmla="*/ 10082 h 10182"/>
                <a:gd name="connsiteX16" fmla="*/ 1888 w 10058"/>
                <a:gd name="connsiteY16" fmla="*/ 9996 h 10182"/>
                <a:gd name="connsiteX17" fmla="*/ 2234 w 10058"/>
                <a:gd name="connsiteY17" fmla="*/ 10082 h 10182"/>
                <a:gd name="connsiteX18" fmla="*/ 2333 w 10058"/>
                <a:gd name="connsiteY18" fmla="*/ 10082 h 10182"/>
                <a:gd name="connsiteX19" fmla="*/ 2474 w 10058"/>
                <a:gd name="connsiteY19" fmla="*/ 10012 h 10182"/>
                <a:gd name="connsiteX20" fmla="*/ 2620 w 10058"/>
                <a:gd name="connsiteY20" fmla="*/ 9948 h 10182"/>
                <a:gd name="connsiteX21" fmla="*/ 2754 w 10058"/>
                <a:gd name="connsiteY21" fmla="*/ 9948 h 10182"/>
                <a:gd name="connsiteX22" fmla="*/ 2860 w 10058"/>
                <a:gd name="connsiteY22" fmla="*/ 9948 h 10182"/>
                <a:gd name="connsiteX23" fmla="*/ 2962 w 10058"/>
                <a:gd name="connsiteY23" fmla="*/ 9948 h 10182"/>
                <a:gd name="connsiteX24" fmla="*/ 3163 w 10058"/>
                <a:gd name="connsiteY24" fmla="*/ 9948 h 10182"/>
                <a:gd name="connsiteX25" fmla="*/ 3292 w 10058"/>
                <a:gd name="connsiteY25" fmla="*/ 10018 h 10182"/>
                <a:gd name="connsiteX26" fmla="*/ 3422 w 10058"/>
                <a:gd name="connsiteY26" fmla="*/ 10082 h 10182"/>
                <a:gd name="connsiteX27" fmla="*/ 3517 w 10058"/>
                <a:gd name="connsiteY27" fmla="*/ 10141 h 10182"/>
                <a:gd name="connsiteX28" fmla="*/ 3619 w 10058"/>
                <a:gd name="connsiteY28" fmla="*/ 10136 h 10182"/>
                <a:gd name="connsiteX29" fmla="*/ 3721 w 10058"/>
                <a:gd name="connsiteY29" fmla="*/ 10082 h 10182"/>
                <a:gd name="connsiteX30" fmla="*/ 3835 w 10058"/>
                <a:gd name="connsiteY30" fmla="*/ 10012 h 10182"/>
                <a:gd name="connsiteX31" fmla="*/ 3981 w 10058"/>
                <a:gd name="connsiteY31" fmla="*/ 9996 h 10182"/>
                <a:gd name="connsiteX32" fmla="*/ 4134 w 10058"/>
                <a:gd name="connsiteY32" fmla="*/ 10082 h 10182"/>
                <a:gd name="connsiteX33" fmla="*/ 4229 w 10058"/>
                <a:gd name="connsiteY33" fmla="*/ 10141 h 10182"/>
                <a:gd name="connsiteX34" fmla="*/ 4335 w 10058"/>
                <a:gd name="connsiteY34" fmla="*/ 10136 h 10182"/>
                <a:gd name="connsiteX35" fmla="*/ 4433 w 10058"/>
                <a:gd name="connsiteY35" fmla="*/ 10136 h 10182"/>
                <a:gd name="connsiteX36" fmla="*/ 4571 w 10058"/>
                <a:gd name="connsiteY36" fmla="*/ 10130 h 10182"/>
                <a:gd name="connsiteX37" fmla="*/ 4709 w 10058"/>
                <a:gd name="connsiteY37" fmla="*/ 10077 h 10182"/>
                <a:gd name="connsiteX38" fmla="*/ 4854 w 10058"/>
                <a:gd name="connsiteY38" fmla="*/ 10018 h 10182"/>
                <a:gd name="connsiteX39" fmla="*/ 5063 w 10058"/>
                <a:gd name="connsiteY39" fmla="*/ 9948 h 10182"/>
                <a:gd name="connsiteX40" fmla="*/ 5169 w 10058"/>
                <a:gd name="connsiteY40" fmla="*/ 9948 h 10182"/>
                <a:gd name="connsiteX41" fmla="*/ 5440 w 10058"/>
                <a:gd name="connsiteY41" fmla="*/ 9948 h 10182"/>
                <a:gd name="connsiteX42" fmla="*/ 5586 w 10058"/>
                <a:gd name="connsiteY42" fmla="*/ 9884 h 10182"/>
                <a:gd name="connsiteX43" fmla="*/ 5692 w 10058"/>
                <a:gd name="connsiteY43" fmla="*/ 9819 h 10182"/>
                <a:gd name="connsiteX44" fmla="*/ 5826 w 10058"/>
                <a:gd name="connsiteY44" fmla="*/ 9814 h 10182"/>
                <a:gd name="connsiteX45" fmla="*/ 5905 w 10058"/>
                <a:gd name="connsiteY45" fmla="*/ 9600 h 10182"/>
                <a:gd name="connsiteX46" fmla="*/ 6119 w 10058"/>
                <a:gd name="connsiteY46" fmla="*/ 9782 h 10182"/>
                <a:gd name="connsiteX47" fmla="*/ 6487 w 10058"/>
                <a:gd name="connsiteY47" fmla="*/ 9691 h 10182"/>
                <a:gd name="connsiteX48" fmla="*/ 6589 w 10058"/>
                <a:gd name="connsiteY48" fmla="*/ 9691 h 10182"/>
                <a:gd name="connsiteX49" fmla="*/ 6691 w 10058"/>
                <a:gd name="connsiteY49" fmla="*/ 9627 h 10182"/>
                <a:gd name="connsiteX50" fmla="*/ 6798 w 10058"/>
                <a:gd name="connsiteY50" fmla="*/ 9627 h 10182"/>
                <a:gd name="connsiteX51" fmla="*/ 6935 w 10058"/>
                <a:gd name="connsiteY51" fmla="*/ 9627 h 10182"/>
                <a:gd name="connsiteX52" fmla="*/ 7069 w 10058"/>
                <a:gd name="connsiteY52" fmla="*/ 9627 h 10182"/>
                <a:gd name="connsiteX53" fmla="*/ 7313 w 10058"/>
                <a:gd name="connsiteY53" fmla="*/ 9630 h 10182"/>
                <a:gd name="connsiteX54" fmla="*/ 7584 w 10058"/>
                <a:gd name="connsiteY54" fmla="*/ 9557 h 10182"/>
                <a:gd name="connsiteX55" fmla="*/ 7714 w 10058"/>
                <a:gd name="connsiteY55" fmla="*/ 9627 h 10182"/>
                <a:gd name="connsiteX56" fmla="*/ 7852 w 10058"/>
                <a:gd name="connsiteY56" fmla="*/ 9627 h 10182"/>
                <a:gd name="connsiteX57" fmla="*/ 8017 w 10058"/>
                <a:gd name="connsiteY57" fmla="*/ 9627 h 10182"/>
                <a:gd name="connsiteX58" fmla="*/ 8131 w 10058"/>
                <a:gd name="connsiteY58" fmla="*/ 9562 h 10182"/>
                <a:gd name="connsiteX59" fmla="*/ 8206 w 10058"/>
                <a:gd name="connsiteY59" fmla="*/ 9600 h 10182"/>
                <a:gd name="connsiteX60" fmla="*/ 8513 w 10058"/>
                <a:gd name="connsiteY60" fmla="*/ 9622 h 10182"/>
                <a:gd name="connsiteX61" fmla="*/ 8662 w 10058"/>
                <a:gd name="connsiteY61" fmla="*/ 9375 h 10182"/>
                <a:gd name="connsiteX62" fmla="*/ 8779 w 10058"/>
                <a:gd name="connsiteY62" fmla="*/ 9454 h 10182"/>
                <a:gd name="connsiteX63" fmla="*/ 9026 w 10058"/>
                <a:gd name="connsiteY63" fmla="*/ 9391 h 10182"/>
                <a:gd name="connsiteX64" fmla="*/ 9188 w 10058"/>
                <a:gd name="connsiteY64" fmla="*/ 9437 h 10182"/>
                <a:gd name="connsiteX65" fmla="*/ 9543 w 10058"/>
                <a:gd name="connsiteY65" fmla="*/ 9280 h 10182"/>
                <a:gd name="connsiteX66" fmla="*/ 9677 w 10058"/>
                <a:gd name="connsiteY66" fmla="*/ 8506 h 10182"/>
                <a:gd name="connsiteX67" fmla="*/ 9677 w 10058"/>
                <a:gd name="connsiteY67" fmla="*/ 7515 h 10182"/>
                <a:gd name="connsiteX68" fmla="*/ 9717 w 10058"/>
                <a:gd name="connsiteY68" fmla="*/ 7236 h 10182"/>
                <a:gd name="connsiteX69" fmla="*/ 9756 w 10058"/>
                <a:gd name="connsiteY69" fmla="*/ 6749 h 10182"/>
                <a:gd name="connsiteX70" fmla="*/ 9787 w 10058"/>
                <a:gd name="connsiteY70" fmla="*/ 6486 h 10182"/>
                <a:gd name="connsiteX71" fmla="*/ 9944 w 10058"/>
                <a:gd name="connsiteY71" fmla="*/ 6052 h 10182"/>
                <a:gd name="connsiteX72" fmla="*/ 9898 w 10058"/>
                <a:gd name="connsiteY72" fmla="*/ 5463 h 10182"/>
                <a:gd name="connsiteX73" fmla="*/ 10022 w 10058"/>
                <a:gd name="connsiteY73" fmla="*/ 4988 h 10182"/>
                <a:gd name="connsiteX74" fmla="*/ 9988 w 10058"/>
                <a:gd name="connsiteY74" fmla="*/ 4632 h 10182"/>
                <a:gd name="connsiteX75" fmla="*/ 10023 w 10058"/>
                <a:gd name="connsiteY75" fmla="*/ 4316 h 10182"/>
                <a:gd name="connsiteX76" fmla="*/ 10043 w 10058"/>
                <a:gd name="connsiteY76" fmla="*/ 4123 h 10182"/>
                <a:gd name="connsiteX77" fmla="*/ 10000 w 10058"/>
                <a:gd name="connsiteY77" fmla="*/ 3924 h 10182"/>
                <a:gd name="connsiteX78" fmla="*/ 9984 w 10058"/>
                <a:gd name="connsiteY78" fmla="*/ 3742 h 10182"/>
                <a:gd name="connsiteX79" fmla="*/ 10016 w 10058"/>
                <a:gd name="connsiteY79" fmla="*/ 3485 h 10182"/>
                <a:gd name="connsiteX80" fmla="*/ 10047 w 10058"/>
                <a:gd name="connsiteY80" fmla="*/ 3164 h 10182"/>
                <a:gd name="connsiteX81" fmla="*/ 9953 w 10058"/>
                <a:gd name="connsiteY81" fmla="*/ 2713 h 10182"/>
                <a:gd name="connsiteX82" fmla="*/ 9739 w 10058"/>
                <a:gd name="connsiteY82" fmla="*/ 2307 h 10182"/>
                <a:gd name="connsiteX83" fmla="*/ 9660 w 10058"/>
                <a:gd name="connsiteY83" fmla="*/ 1864 h 10182"/>
                <a:gd name="connsiteX84" fmla="*/ 9546 w 10058"/>
                <a:gd name="connsiteY84" fmla="*/ 1795 h 10182"/>
                <a:gd name="connsiteX85" fmla="*/ 9401 w 10058"/>
                <a:gd name="connsiteY85" fmla="*/ 1365 h 10182"/>
                <a:gd name="connsiteX86" fmla="*/ 9147 w 10058"/>
                <a:gd name="connsiteY86" fmla="*/ 1360 h 10182"/>
                <a:gd name="connsiteX87" fmla="*/ 8998 w 10058"/>
                <a:gd name="connsiteY87" fmla="*/ 1291 h 10182"/>
                <a:gd name="connsiteX88" fmla="*/ 8796 w 10058"/>
                <a:gd name="connsiteY88" fmla="*/ 1245 h 10182"/>
                <a:gd name="connsiteX89" fmla="*/ 8662 w 10058"/>
                <a:gd name="connsiteY89" fmla="*/ 1245 h 10182"/>
                <a:gd name="connsiteX90" fmla="*/ 8532 w 10058"/>
                <a:gd name="connsiteY90" fmla="*/ 1175 h 10182"/>
                <a:gd name="connsiteX91" fmla="*/ 8403 w 10058"/>
                <a:gd name="connsiteY91" fmla="*/ 1175 h 10182"/>
                <a:gd name="connsiteX92" fmla="*/ 8237 w 10058"/>
                <a:gd name="connsiteY92" fmla="*/ 1111 h 10182"/>
                <a:gd name="connsiteX93" fmla="*/ 8104 w 10058"/>
                <a:gd name="connsiteY93" fmla="*/ 929 h 10182"/>
                <a:gd name="connsiteX94" fmla="*/ 7663 w 10058"/>
                <a:gd name="connsiteY94" fmla="*/ 736 h 10182"/>
                <a:gd name="connsiteX95" fmla="*/ 7529 w 10058"/>
                <a:gd name="connsiteY95" fmla="*/ 730 h 10182"/>
                <a:gd name="connsiteX96" fmla="*/ 7474 w 10058"/>
                <a:gd name="connsiteY96" fmla="*/ 929 h 10182"/>
                <a:gd name="connsiteX97" fmla="*/ 7392 w 10058"/>
                <a:gd name="connsiteY97" fmla="*/ 736 h 10182"/>
                <a:gd name="connsiteX98" fmla="*/ 7191 w 10058"/>
                <a:gd name="connsiteY98" fmla="*/ 736 h 10182"/>
                <a:gd name="connsiteX99" fmla="*/ 7089 w 10058"/>
                <a:gd name="connsiteY99" fmla="*/ 730 h 10182"/>
                <a:gd name="connsiteX100" fmla="*/ 7057 w 10058"/>
                <a:gd name="connsiteY100" fmla="*/ 934 h 10182"/>
                <a:gd name="connsiteX101" fmla="*/ 6896 w 10058"/>
                <a:gd name="connsiteY101" fmla="*/ 607 h 10182"/>
                <a:gd name="connsiteX102" fmla="*/ 6762 w 10058"/>
                <a:gd name="connsiteY102" fmla="*/ 602 h 10182"/>
                <a:gd name="connsiteX103" fmla="*/ 6680 w 10058"/>
                <a:gd name="connsiteY103" fmla="*/ 538 h 10182"/>
                <a:gd name="connsiteX104" fmla="*/ 6282 w 10058"/>
                <a:gd name="connsiteY104" fmla="*/ 350 h 10182"/>
                <a:gd name="connsiteX105" fmla="*/ 6152 w 10058"/>
                <a:gd name="connsiteY105" fmla="*/ 280 h 10182"/>
                <a:gd name="connsiteX106" fmla="*/ 6097 w 10058"/>
                <a:gd name="connsiteY106" fmla="*/ 146 h 10182"/>
                <a:gd name="connsiteX107" fmla="*/ 5759 w 10058"/>
                <a:gd name="connsiteY107" fmla="*/ 162 h 10182"/>
                <a:gd name="connsiteX108" fmla="*/ 5558 w 10058"/>
                <a:gd name="connsiteY108" fmla="*/ 157 h 10182"/>
                <a:gd name="connsiteX109" fmla="*/ 5468 w 10058"/>
                <a:gd name="connsiteY109" fmla="*/ 146 h 10182"/>
                <a:gd name="connsiteX110" fmla="*/ 5248 w 10058"/>
                <a:gd name="connsiteY110" fmla="*/ 157 h 10182"/>
                <a:gd name="connsiteX111" fmla="*/ 5149 w 10058"/>
                <a:gd name="connsiteY111" fmla="*/ 162 h 10182"/>
                <a:gd name="connsiteX112" fmla="*/ 5055 w 10058"/>
                <a:gd name="connsiteY112" fmla="*/ 141 h 10182"/>
                <a:gd name="connsiteX113" fmla="*/ 4976 w 10058"/>
                <a:gd name="connsiteY113" fmla="*/ 162 h 10182"/>
                <a:gd name="connsiteX114" fmla="*/ 4612 w 10058"/>
                <a:gd name="connsiteY114" fmla="*/ 268 h 10182"/>
                <a:gd name="connsiteX115" fmla="*/ 4281 w 10058"/>
                <a:gd name="connsiteY115" fmla="*/ 345 h 10182"/>
                <a:gd name="connsiteX116" fmla="*/ 3922 w 10058"/>
                <a:gd name="connsiteY116" fmla="*/ 162 h 10182"/>
                <a:gd name="connsiteX117" fmla="*/ 3796 w 10058"/>
                <a:gd name="connsiteY117" fmla="*/ 146 h 10182"/>
                <a:gd name="connsiteX118" fmla="*/ 3588 w 10058"/>
                <a:gd name="connsiteY118" fmla="*/ 162 h 10182"/>
                <a:gd name="connsiteX119" fmla="*/ 3450 w 10058"/>
                <a:gd name="connsiteY119" fmla="*/ 162 h 10182"/>
                <a:gd name="connsiteX120" fmla="*/ 3379 w 10058"/>
                <a:gd name="connsiteY120" fmla="*/ 141 h 10182"/>
                <a:gd name="connsiteX121" fmla="*/ 3115 w 10058"/>
                <a:gd name="connsiteY121" fmla="*/ 162 h 10182"/>
                <a:gd name="connsiteX122" fmla="*/ 2978 w 10058"/>
                <a:gd name="connsiteY122" fmla="*/ 157 h 10182"/>
                <a:gd name="connsiteX123" fmla="*/ 2872 w 10058"/>
                <a:gd name="connsiteY123" fmla="*/ 162 h 10182"/>
                <a:gd name="connsiteX124" fmla="*/ 2754 w 10058"/>
                <a:gd name="connsiteY124" fmla="*/ 146 h 10182"/>
                <a:gd name="connsiteX125" fmla="*/ 2337 w 10058"/>
                <a:gd name="connsiteY125" fmla="*/ 146 h 10182"/>
                <a:gd name="connsiteX126" fmla="*/ 1959 w 10058"/>
                <a:gd name="connsiteY126" fmla="*/ 479 h 10182"/>
                <a:gd name="connsiteX127" fmla="*/ 1841 w 10058"/>
                <a:gd name="connsiteY127" fmla="*/ 607 h 10182"/>
                <a:gd name="connsiteX128" fmla="*/ 1739 w 10058"/>
                <a:gd name="connsiteY128" fmla="*/ 607 h 10182"/>
                <a:gd name="connsiteX129" fmla="*/ 1664 w 10058"/>
                <a:gd name="connsiteY129" fmla="*/ 538 h 10182"/>
                <a:gd name="connsiteX130" fmla="*/ 1499 w 10058"/>
                <a:gd name="connsiteY130" fmla="*/ 923 h 10182"/>
                <a:gd name="connsiteX131" fmla="*/ 1357 w 10058"/>
                <a:gd name="connsiteY131" fmla="*/ 993 h 10182"/>
                <a:gd name="connsiteX132" fmla="*/ 1302 w 10058"/>
                <a:gd name="connsiteY132" fmla="*/ 1181 h 10182"/>
                <a:gd name="connsiteX133" fmla="*/ 1156 w 10058"/>
                <a:gd name="connsiteY133" fmla="*/ 1331 h 10182"/>
                <a:gd name="connsiteX134" fmla="*/ 1137 w 10058"/>
                <a:gd name="connsiteY134" fmla="*/ 1433 h 10182"/>
                <a:gd name="connsiteX135" fmla="*/ 1074 w 10058"/>
                <a:gd name="connsiteY135" fmla="*/ 1700 h 10182"/>
                <a:gd name="connsiteX136" fmla="*/ 948 w 10058"/>
                <a:gd name="connsiteY136" fmla="*/ 1958 h 10182"/>
                <a:gd name="connsiteX137" fmla="*/ 865 w 10058"/>
                <a:gd name="connsiteY137" fmla="*/ 2118 h 10182"/>
                <a:gd name="connsiteX138" fmla="*/ 869 w 10058"/>
                <a:gd name="connsiteY138" fmla="*/ 2654 h 10182"/>
                <a:gd name="connsiteX139" fmla="*/ 846 w 10058"/>
                <a:gd name="connsiteY139" fmla="*/ 2912 h 10182"/>
                <a:gd name="connsiteX140" fmla="*/ 885 w 10058"/>
                <a:gd name="connsiteY140" fmla="*/ 3223 h 10182"/>
                <a:gd name="connsiteX141" fmla="*/ 791 w 10058"/>
                <a:gd name="connsiteY141" fmla="*/ 3421 h 10182"/>
                <a:gd name="connsiteX142" fmla="*/ 692 w 10058"/>
                <a:gd name="connsiteY142" fmla="*/ 3694 h 10182"/>
                <a:gd name="connsiteX143" fmla="*/ 669 w 10058"/>
                <a:gd name="connsiteY143" fmla="*/ 4198 h 10182"/>
                <a:gd name="connsiteX144" fmla="*/ 558 w 10058"/>
                <a:gd name="connsiteY144" fmla="*/ 4251 h 10182"/>
                <a:gd name="connsiteX145" fmla="*/ 606 w 10058"/>
                <a:gd name="connsiteY145" fmla="*/ 4482 h 10182"/>
                <a:gd name="connsiteX146" fmla="*/ 539 w 10058"/>
                <a:gd name="connsiteY146" fmla="*/ 4450 h 10182"/>
                <a:gd name="connsiteX147" fmla="*/ 632 w 10058"/>
                <a:gd name="connsiteY147" fmla="*/ 4728 h 10182"/>
                <a:gd name="connsiteX148" fmla="*/ 562 w 10058"/>
                <a:gd name="connsiteY148" fmla="*/ 4825 h 10182"/>
                <a:gd name="connsiteX149" fmla="*/ 539 w 10058"/>
                <a:gd name="connsiteY149" fmla="*/ 5087 h 10182"/>
                <a:gd name="connsiteX150" fmla="*/ 476 w 10058"/>
                <a:gd name="connsiteY150" fmla="*/ 5661 h 10182"/>
                <a:gd name="connsiteX151" fmla="*/ 460 w 10058"/>
                <a:gd name="connsiteY151" fmla="*/ 5789 h 10182"/>
                <a:gd name="connsiteX152" fmla="*/ 433 w 10058"/>
                <a:gd name="connsiteY152" fmla="*/ 6057 h 10182"/>
                <a:gd name="connsiteX153" fmla="*/ 533 w 10058"/>
                <a:gd name="connsiteY153" fmla="*/ 6504 h 10182"/>
                <a:gd name="connsiteX154" fmla="*/ 350 w 10058"/>
                <a:gd name="connsiteY154" fmla="*/ 6813 h 10182"/>
                <a:gd name="connsiteX155" fmla="*/ 318 w 10058"/>
                <a:gd name="connsiteY155" fmla="*/ 7070 h 10182"/>
                <a:gd name="connsiteX156" fmla="*/ 295 w 10058"/>
                <a:gd name="connsiteY156" fmla="*/ 7322 h 10182"/>
                <a:gd name="connsiteX157" fmla="*/ 271 w 10058"/>
                <a:gd name="connsiteY157" fmla="*/ 7520 h 10182"/>
                <a:gd name="connsiteX158" fmla="*/ 142 w 10058"/>
                <a:gd name="connsiteY158" fmla="*/ 7498 h 10182"/>
                <a:gd name="connsiteX159" fmla="*/ 220 w 10058"/>
                <a:gd name="connsiteY159" fmla="*/ 8024 h 10182"/>
                <a:gd name="connsiteX160" fmla="*/ 193 w 10058"/>
                <a:gd name="connsiteY160" fmla="*/ 8228 h 10182"/>
                <a:gd name="connsiteX161" fmla="*/ 5 w 10058"/>
                <a:gd name="connsiteY161" fmla="*/ 8506 h 10182"/>
                <a:gd name="connsiteX162" fmla="*/ 153 w 10058"/>
                <a:gd name="connsiteY162" fmla="*/ 8603 h 10182"/>
                <a:gd name="connsiteX163" fmla="*/ 141 w 10058"/>
                <a:gd name="connsiteY163" fmla="*/ 8737 h 10182"/>
                <a:gd name="connsiteX0" fmla="*/ 141 w 10058"/>
                <a:gd name="connsiteY0" fmla="*/ 8737 h 10191"/>
                <a:gd name="connsiteX1" fmla="*/ 217 w 10058"/>
                <a:gd name="connsiteY1" fmla="*/ 8878 h 10191"/>
                <a:gd name="connsiteX2" fmla="*/ 90 w 10058"/>
                <a:gd name="connsiteY2" fmla="*/ 9182 h 10191"/>
                <a:gd name="connsiteX3" fmla="*/ 67 w 10058"/>
                <a:gd name="connsiteY3" fmla="*/ 9375 h 10191"/>
                <a:gd name="connsiteX4" fmla="*/ 47 w 10058"/>
                <a:gd name="connsiteY4" fmla="*/ 9610 h 10191"/>
                <a:gd name="connsiteX5" fmla="*/ 228 w 10058"/>
                <a:gd name="connsiteY5" fmla="*/ 9819 h 10191"/>
                <a:gd name="connsiteX6" fmla="*/ 326 w 10058"/>
                <a:gd name="connsiteY6" fmla="*/ 9819 h 10191"/>
                <a:gd name="connsiteX7" fmla="*/ 492 w 10058"/>
                <a:gd name="connsiteY7" fmla="*/ 9819 h 10191"/>
                <a:gd name="connsiteX8" fmla="*/ 629 w 10058"/>
                <a:gd name="connsiteY8" fmla="*/ 9819 h 10191"/>
                <a:gd name="connsiteX9" fmla="*/ 633 w 10058"/>
                <a:gd name="connsiteY9" fmla="*/ 10002 h 10191"/>
                <a:gd name="connsiteX10" fmla="*/ 938 w 10058"/>
                <a:gd name="connsiteY10" fmla="*/ 9897 h 10191"/>
                <a:gd name="connsiteX11" fmla="*/ 1310 w 10058"/>
                <a:gd name="connsiteY11" fmla="*/ 10141 h 10191"/>
                <a:gd name="connsiteX12" fmla="*/ 1408 w 10058"/>
                <a:gd name="connsiteY12" fmla="*/ 10141 h 10191"/>
                <a:gd name="connsiteX13" fmla="*/ 1514 w 10058"/>
                <a:gd name="connsiteY13" fmla="*/ 10141 h 10191"/>
                <a:gd name="connsiteX14" fmla="*/ 1613 w 10058"/>
                <a:gd name="connsiteY14" fmla="*/ 10141 h 10191"/>
                <a:gd name="connsiteX15" fmla="*/ 1750 w 10058"/>
                <a:gd name="connsiteY15" fmla="*/ 10082 h 10191"/>
                <a:gd name="connsiteX16" fmla="*/ 1888 w 10058"/>
                <a:gd name="connsiteY16" fmla="*/ 9996 h 10191"/>
                <a:gd name="connsiteX17" fmla="*/ 2234 w 10058"/>
                <a:gd name="connsiteY17" fmla="*/ 10082 h 10191"/>
                <a:gd name="connsiteX18" fmla="*/ 2333 w 10058"/>
                <a:gd name="connsiteY18" fmla="*/ 10082 h 10191"/>
                <a:gd name="connsiteX19" fmla="*/ 2474 w 10058"/>
                <a:gd name="connsiteY19" fmla="*/ 10012 h 10191"/>
                <a:gd name="connsiteX20" fmla="*/ 2620 w 10058"/>
                <a:gd name="connsiteY20" fmla="*/ 9948 h 10191"/>
                <a:gd name="connsiteX21" fmla="*/ 2754 w 10058"/>
                <a:gd name="connsiteY21" fmla="*/ 9948 h 10191"/>
                <a:gd name="connsiteX22" fmla="*/ 2860 w 10058"/>
                <a:gd name="connsiteY22" fmla="*/ 9948 h 10191"/>
                <a:gd name="connsiteX23" fmla="*/ 2962 w 10058"/>
                <a:gd name="connsiteY23" fmla="*/ 9948 h 10191"/>
                <a:gd name="connsiteX24" fmla="*/ 3163 w 10058"/>
                <a:gd name="connsiteY24" fmla="*/ 9948 h 10191"/>
                <a:gd name="connsiteX25" fmla="*/ 3292 w 10058"/>
                <a:gd name="connsiteY25" fmla="*/ 10018 h 10191"/>
                <a:gd name="connsiteX26" fmla="*/ 3422 w 10058"/>
                <a:gd name="connsiteY26" fmla="*/ 10082 h 10191"/>
                <a:gd name="connsiteX27" fmla="*/ 3517 w 10058"/>
                <a:gd name="connsiteY27" fmla="*/ 10141 h 10191"/>
                <a:gd name="connsiteX28" fmla="*/ 3619 w 10058"/>
                <a:gd name="connsiteY28" fmla="*/ 10136 h 10191"/>
                <a:gd name="connsiteX29" fmla="*/ 3721 w 10058"/>
                <a:gd name="connsiteY29" fmla="*/ 10082 h 10191"/>
                <a:gd name="connsiteX30" fmla="*/ 3835 w 10058"/>
                <a:gd name="connsiteY30" fmla="*/ 10012 h 10191"/>
                <a:gd name="connsiteX31" fmla="*/ 3981 w 10058"/>
                <a:gd name="connsiteY31" fmla="*/ 9996 h 10191"/>
                <a:gd name="connsiteX32" fmla="*/ 4134 w 10058"/>
                <a:gd name="connsiteY32" fmla="*/ 10082 h 10191"/>
                <a:gd name="connsiteX33" fmla="*/ 4229 w 10058"/>
                <a:gd name="connsiteY33" fmla="*/ 10141 h 10191"/>
                <a:gd name="connsiteX34" fmla="*/ 4335 w 10058"/>
                <a:gd name="connsiteY34" fmla="*/ 10136 h 10191"/>
                <a:gd name="connsiteX35" fmla="*/ 4433 w 10058"/>
                <a:gd name="connsiteY35" fmla="*/ 10136 h 10191"/>
                <a:gd name="connsiteX36" fmla="*/ 4571 w 10058"/>
                <a:gd name="connsiteY36" fmla="*/ 10130 h 10191"/>
                <a:gd name="connsiteX37" fmla="*/ 4709 w 10058"/>
                <a:gd name="connsiteY37" fmla="*/ 10077 h 10191"/>
                <a:gd name="connsiteX38" fmla="*/ 4854 w 10058"/>
                <a:gd name="connsiteY38" fmla="*/ 10018 h 10191"/>
                <a:gd name="connsiteX39" fmla="*/ 5063 w 10058"/>
                <a:gd name="connsiteY39" fmla="*/ 9948 h 10191"/>
                <a:gd name="connsiteX40" fmla="*/ 5169 w 10058"/>
                <a:gd name="connsiteY40" fmla="*/ 9948 h 10191"/>
                <a:gd name="connsiteX41" fmla="*/ 5440 w 10058"/>
                <a:gd name="connsiteY41" fmla="*/ 9948 h 10191"/>
                <a:gd name="connsiteX42" fmla="*/ 5586 w 10058"/>
                <a:gd name="connsiteY42" fmla="*/ 9884 h 10191"/>
                <a:gd name="connsiteX43" fmla="*/ 5692 w 10058"/>
                <a:gd name="connsiteY43" fmla="*/ 9819 h 10191"/>
                <a:gd name="connsiteX44" fmla="*/ 5826 w 10058"/>
                <a:gd name="connsiteY44" fmla="*/ 9814 h 10191"/>
                <a:gd name="connsiteX45" fmla="*/ 5905 w 10058"/>
                <a:gd name="connsiteY45" fmla="*/ 9600 h 10191"/>
                <a:gd name="connsiteX46" fmla="*/ 6119 w 10058"/>
                <a:gd name="connsiteY46" fmla="*/ 9782 h 10191"/>
                <a:gd name="connsiteX47" fmla="*/ 6487 w 10058"/>
                <a:gd name="connsiteY47" fmla="*/ 9691 h 10191"/>
                <a:gd name="connsiteX48" fmla="*/ 6589 w 10058"/>
                <a:gd name="connsiteY48" fmla="*/ 9691 h 10191"/>
                <a:gd name="connsiteX49" fmla="*/ 6691 w 10058"/>
                <a:gd name="connsiteY49" fmla="*/ 9627 h 10191"/>
                <a:gd name="connsiteX50" fmla="*/ 6798 w 10058"/>
                <a:gd name="connsiteY50" fmla="*/ 9627 h 10191"/>
                <a:gd name="connsiteX51" fmla="*/ 6935 w 10058"/>
                <a:gd name="connsiteY51" fmla="*/ 9627 h 10191"/>
                <a:gd name="connsiteX52" fmla="*/ 7069 w 10058"/>
                <a:gd name="connsiteY52" fmla="*/ 9627 h 10191"/>
                <a:gd name="connsiteX53" fmla="*/ 7313 w 10058"/>
                <a:gd name="connsiteY53" fmla="*/ 9630 h 10191"/>
                <a:gd name="connsiteX54" fmla="*/ 7584 w 10058"/>
                <a:gd name="connsiteY54" fmla="*/ 9557 h 10191"/>
                <a:gd name="connsiteX55" fmla="*/ 7714 w 10058"/>
                <a:gd name="connsiteY55" fmla="*/ 9627 h 10191"/>
                <a:gd name="connsiteX56" fmla="*/ 7852 w 10058"/>
                <a:gd name="connsiteY56" fmla="*/ 9627 h 10191"/>
                <a:gd name="connsiteX57" fmla="*/ 8017 w 10058"/>
                <a:gd name="connsiteY57" fmla="*/ 9627 h 10191"/>
                <a:gd name="connsiteX58" fmla="*/ 8131 w 10058"/>
                <a:gd name="connsiteY58" fmla="*/ 9562 h 10191"/>
                <a:gd name="connsiteX59" fmla="*/ 8206 w 10058"/>
                <a:gd name="connsiteY59" fmla="*/ 9600 h 10191"/>
                <a:gd name="connsiteX60" fmla="*/ 8513 w 10058"/>
                <a:gd name="connsiteY60" fmla="*/ 9622 h 10191"/>
                <a:gd name="connsiteX61" fmla="*/ 8662 w 10058"/>
                <a:gd name="connsiteY61" fmla="*/ 9375 h 10191"/>
                <a:gd name="connsiteX62" fmla="*/ 8779 w 10058"/>
                <a:gd name="connsiteY62" fmla="*/ 9454 h 10191"/>
                <a:gd name="connsiteX63" fmla="*/ 9026 w 10058"/>
                <a:gd name="connsiteY63" fmla="*/ 9391 h 10191"/>
                <a:gd name="connsiteX64" fmla="*/ 9188 w 10058"/>
                <a:gd name="connsiteY64" fmla="*/ 9437 h 10191"/>
                <a:gd name="connsiteX65" fmla="*/ 9543 w 10058"/>
                <a:gd name="connsiteY65" fmla="*/ 9280 h 10191"/>
                <a:gd name="connsiteX66" fmla="*/ 9677 w 10058"/>
                <a:gd name="connsiteY66" fmla="*/ 8506 h 10191"/>
                <a:gd name="connsiteX67" fmla="*/ 9677 w 10058"/>
                <a:gd name="connsiteY67" fmla="*/ 7515 h 10191"/>
                <a:gd name="connsiteX68" fmla="*/ 9717 w 10058"/>
                <a:gd name="connsiteY68" fmla="*/ 7236 h 10191"/>
                <a:gd name="connsiteX69" fmla="*/ 9756 w 10058"/>
                <a:gd name="connsiteY69" fmla="*/ 6749 h 10191"/>
                <a:gd name="connsiteX70" fmla="*/ 9787 w 10058"/>
                <a:gd name="connsiteY70" fmla="*/ 6486 h 10191"/>
                <a:gd name="connsiteX71" fmla="*/ 9944 w 10058"/>
                <a:gd name="connsiteY71" fmla="*/ 6052 h 10191"/>
                <a:gd name="connsiteX72" fmla="*/ 9898 w 10058"/>
                <a:gd name="connsiteY72" fmla="*/ 5463 h 10191"/>
                <a:gd name="connsiteX73" fmla="*/ 10022 w 10058"/>
                <a:gd name="connsiteY73" fmla="*/ 4988 h 10191"/>
                <a:gd name="connsiteX74" fmla="*/ 9988 w 10058"/>
                <a:gd name="connsiteY74" fmla="*/ 4632 h 10191"/>
                <a:gd name="connsiteX75" fmla="*/ 10023 w 10058"/>
                <a:gd name="connsiteY75" fmla="*/ 4316 h 10191"/>
                <a:gd name="connsiteX76" fmla="*/ 10043 w 10058"/>
                <a:gd name="connsiteY76" fmla="*/ 4123 h 10191"/>
                <a:gd name="connsiteX77" fmla="*/ 10000 w 10058"/>
                <a:gd name="connsiteY77" fmla="*/ 3924 h 10191"/>
                <a:gd name="connsiteX78" fmla="*/ 9984 w 10058"/>
                <a:gd name="connsiteY78" fmla="*/ 3742 h 10191"/>
                <a:gd name="connsiteX79" fmla="*/ 10016 w 10058"/>
                <a:gd name="connsiteY79" fmla="*/ 3485 h 10191"/>
                <a:gd name="connsiteX80" fmla="*/ 10047 w 10058"/>
                <a:gd name="connsiteY80" fmla="*/ 3164 h 10191"/>
                <a:gd name="connsiteX81" fmla="*/ 9953 w 10058"/>
                <a:gd name="connsiteY81" fmla="*/ 2713 h 10191"/>
                <a:gd name="connsiteX82" fmla="*/ 9739 w 10058"/>
                <a:gd name="connsiteY82" fmla="*/ 2307 h 10191"/>
                <a:gd name="connsiteX83" fmla="*/ 9660 w 10058"/>
                <a:gd name="connsiteY83" fmla="*/ 1864 h 10191"/>
                <a:gd name="connsiteX84" fmla="*/ 9546 w 10058"/>
                <a:gd name="connsiteY84" fmla="*/ 1795 h 10191"/>
                <a:gd name="connsiteX85" fmla="*/ 9401 w 10058"/>
                <a:gd name="connsiteY85" fmla="*/ 1365 h 10191"/>
                <a:gd name="connsiteX86" fmla="*/ 9147 w 10058"/>
                <a:gd name="connsiteY86" fmla="*/ 1360 h 10191"/>
                <a:gd name="connsiteX87" fmla="*/ 8998 w 10058"/>
                <a:gd name="connsiteY87" fmla="*/ 1291 h 10191"/>
                <a:gd name="connsiteX88" fmla="*/ 8796 w 10058"/>
                <a:gd name="connsiteY88" fmla="*/ 1245 h 10191"/>
                <a:gd name="connsiteX89" fmla="*/ 8662 w 10058"/>
                <a:gd name="connsiteY89" fmla="*/ 1245 h 10191"/>
                <a:gd name="connsiteX90" fmla="*/ 8532 w 10058"/>
                <a:gd name="connsiteY90" fmla="*/ 1175 h 10191"/>
                <a:gd name="connsiteX91" fmla="*/ 8403 w 10058"/>
                <a:gd name="connsiteY91" fmla="*/ 1175 h 10191"/>
                <a:gd name="connsiteX92" fmla="*/ 8237 w 10058"/>
                <a:gd name="connsiteY92" fmla="*/ 1111 h 10191"/>
                <a:gd name="connsiteX93" fmla="*/ 8104 w 10058"/>
                <a:gd name="connsiteY93" fmla="*/ 929 h 10191"/>
                <a:gd name="connsiteX94" fmla="*/ 7663 w 10058"/>
                <a:gd name="connsiteY94" fmla="*/ 736 h 10191"/>
                <a:gd name="connsiteX95" fmla="*/ 7529 w 10058"/>
                <a:gd name="connsiteY95" fmla="*/ 730 h 10191"/>
                <a:gd name="connsiteX96" fmla="*/ 7474 w 10058"/>
                <a:gd name="connsiteY96" fmla="*/ 929 h 10191"/>
                <a:gd name="connsiteX97" fmla="*/ 7392 w 10058"/>
                <a:gd name="connsiteY97" fmla="*/ 736 h 10191"/>
                <a:gd name="connsiteX98" fmla="*/ 7191 w 10058"/>
                <a:gd name="connsiteY98" fmla="*/ 736 h 10191"/>
                <a:gd name="connsiteX99" fmla="*/ 7089 w 10058"/>
                <a:gd name="connsiteY99" fmla="*/ 730 h 10191"/>
                <a:gd name="connsiteX100" fmla="*/ 7057 w 10058"/>
                <a:gd name="connsiteY100" fmla="*/ 934 h 10191"/>
                <a:gd name="connsiteX101" fmla="*/ 6896 w 10058"/>
                <a:gd name="connsiteY101" fmla="*/ 607 h 10191"/>
                <a:gd name="connsiteX102" fmla="*/ 6762 w 10058"/>
                <a:gd name="connsiteY102" fmla="*/ 602 h 10191"/>
                <a:gd name="connsiteX103" fmla="*/ 6680 w 10058"/>
                <a:gd name="connsiteY103" fmla="*/ 538 h 10191"/>
                <a:gd name="connsiteX104" fmla="*/ 6282 w 10058"/>
                <a:gd name="connsiteY104" fmla="*/ 350 h 10191"/>
                <a:gd name="connsiteX105" fmla="*/ 6152 w 10058"/>
                <a:gd name="connsiteY105" fmla="*/ 280 h 10191"/>
                <a:gd name="connsiteX106" fmla="*/ 6097 w 10058"/>
                <a:gd name="connsiteY106" fmla="*/ 146 h 10191"/>
                <a:gd name="connsiteX107" fmla="*/ 5759 w 10058"/>
                <a:gd name="connsiteY107" fmla="*/ 162 h 10191"/>
                <a:gd name="connsiteX108" fmla="*/ 5558 w 10058"/>
                <a:gd name="connsiteY108" fmla="*/ 157 h 10191"/>
                <a:gd name="connsiteX109" fmla="*/ 5468 w 10058"/>
                <a:gd name="connsiteY109" fmla="*/ 146 h 10191"/>
                <a:gd name="connsiteX110" fmla="*/ 5248 w 10058"/>
                <a:gd name="connsiteY110" fmla="*/ 157 h 10191"/>
                <a:gd name="connsiteX111" fmla="*/ 5149 w 10058"/>
                <a:gd name="connsiteY111" fmla="*/ 162 h 10191"/>
                <a:gd name="connsiteX112" fmla="*/ 5055 w 10058"/>
                <a:gd name="connsiteY112" fmla="*/ 141 h 10191"/>
                <a:gd name="connsiteX113" fmla="*/ 4976 w 10058"/>
                <a:gd name="connsiteY113" fmla="*/ 162 h 10191"/>
                <a:gd name="connsiteX114" fmla="*/ 4612 w 10058"/>
                <a:gd name="connsiteY114" fmla="*/ 268 h 10191"/>
                <a:gd name="connsiteX115" fmla="*/ 4281 w 10058"/>
                <a:gd name="connsiteY115" fmla="*/ 345 h 10191"/>
                <a:gd name="connsiteX116" fmla="*/ 3922 w 10058"/>
                <a:gd name="connsiteY116" fmla="*/ 162 h 10191"/>
                <a:gd name="connsiteX117" fmla="*/ 3796 w 10058"/>
                <a:gd name="connsiteY117" fmla="*/ 146 h 10191"/>
                <a:gd name="connsiteX118" fmla="*/ 3588 w 10058"/>
                <a:gd name="connsiteY118" fmla="*/ 162 h 10191"/>
                <a:gd name="connsiteX119" fmla="*/ 3450 w 10058"/>
                <a:gd name="connsiteY119" fmla="*/ 162 h 10191"/>
                <a:gd name="connsiteX120" fmla="*/ 3379 w 10058"/>
                <a:gd name="connsiteY120" fmla="*/ 141 h 10191"/>
                <a:gd name="connsiteX121" fmla="*/ 3115 w 10058"/>
                <a:gd name="connsiteY121" fmla="*/ 162 h 10191"/>
                <a:gd name="connsiteX122" fmla="*/ 2978 w 10058"/>
                <a:gd name="connsiteY122" fmla="*/ 157 h 10191"/>
                <a:gd name="connsiteX123" fmla="*/ 2872 w 10058"/>
                <a:gd name="connsiteY123" fmla="*/ 162 h 10191"/>
                <a:gd name="connsiteX124" fmla="*/ 2754 w 10058"/>
                <a:gd name="connsiteY124" fmla="*/ 146 h 10191"/>
                <a:gd name="connsiteX125" fmla="*/ 2337 w 10058"/>
                <a:gd name="connsiteY125" fmla="*/ 146 h 10191"/>
                <a:gd name="connsiteX126" fmla="*/ 1959 w 10058"/>
                <a:gd name="connsiteY126" fmla="*/ 479 h 10191"/>
                <a:gd name="connsiteX127" fmla="*/ 1841 w 10058"/>
                <a:gd name="connsiteY127" fmla="*/ 607 h 10191"/>
                <a:gd name="connsiteX128" fmla="*/ 1739 w 10058"/>
                <a:gd name="connsiteY128" fmla="*/ 607 h 10191"/>
                <a:gd name="connsiteX129" fmla="*/ 1664 w 10058"/>
                <a:gd name="connsiteY129" fmla="*/ 538 h 10191"/>
                <a:gd name="connsiteX130" fmla="*/ 1499 w 10058"/>
                <a:gd name="connsiteY130" fmla="*/ 923 h 10191"/>
                <a:gd name="connsiteX131" fmla="*/ 1357 w 10058"/>
                <a:gd name="connsiteY131" fmla="*/ 993 h 10191"/>
                <a:gd name="connsiteX132" fmla="*/ 1302 w 10058"/>
                <a:gd name="connsiteY132" fmla="*/ 1181 h 10191"/>
                <a:gd name="connsiteX133" fmla="*/ 1156 w 10058"/>
                <a:gd name="connsiteY133" fmla="*/ 1331 h 10191"/>
                <a:gd name="connsiteX134" fmla="*/ 1137 w 10058"/>
                <a:gd name="connsiteY134" fmla="*/ 1433 h 10191"/>
                <a:gd name="connsiteX135" fmla="*/ 1074 w 10058"/>
                <a:gd name="connsiteY135" fmla="*/ 1700 h 10191"/>
                <a:gd name="connsiteX136" fmla="*/ 948 w 10058"/>
                <a:gd name="connsiteY136" fmla="*/ 1958 h 10191"/>
                <a:gd name="connsiteX137" fmla="*/ 865 w 10058"/>
                <a:gd name="connsiteY137" fmla="*/ 2118 h 10191"/>
                <a:gd name="connsiteX138" fmla="*/ 869 w 10058"/>
                <a:gd name="connsiteY138" fmla="*/ 2654 h 10191"/>
                <a:gd name="connsiteX139" fmla="*/ 846 w 10058"/>
                <a:gd name="connsiteY139" fmla="*/ 2912 h 10191"/>
                <a:gd name="connsiteX140" fmla="*/ 885 w 10058"/>
                <a:gd name="connsiteY140" fmla="*/ 3223 h 10191"/>
                <a:gd name="connsiteX141" fmla="*/ 791 w 10058"/>
                <a:gd name="connsiteY141" fmla="*/ 3421 h 10191"/>
                <a:gd name="connsiteX142" fmla="*/ 692 w 10058"/>
                <a:gd name="connsiteY142" fmla="*/ 3694 h 10191"/>
                <a:gd name="connsiteX143" fmla="*/ 669 w 10058"/>
                <a:gd name="connsiteY143" fmla="*/ 4198 h 10191"/>
                <a:gd name="connsiteX144" fmla="*/ 558 w 10058"/>
                <a:gd name="connsiteY144" fmla="*/ 4251 h 10191"/>
                <a:gd name="connsiteX145" fmla="*/ 606 w 10058"/>
                <a:gd name="connsiteY145" fmla="*/ 4482 h 10191"/>
                <a:gd name="connsiteX146" fmla="*/ 539 w 10058"/>
                <a:gd name="connsiteY146" fmla="*/ 4450 h 10191"/>
                <a:gd name="connsiteX147" fmla="*/ 632 w 10058"/>
                <a:gd name="connsiteY147" fmla="*/ 4728 h 10191"/>
                <a:gd name="connsiteX148" fmla="*/ 562 w 10058"/>
                <a:gd name="connsiteY148" fmla="*/ 4825 h 10191"/>
                <a:gd name="connsiteX149" fmla="*/ 539 w 10058"/>
                <a:gd name="connsiteY149" fmla="*/ 5087 h 10191"/>
                <a:gd name="connsiteX150" fmla="*/ 476 w 10058"/>
                <a:gd name="connsiteY150" fmla="*/ 5661 h 10191"/>
                <a:gd name="connsiteX151" fmla="*/ 460 w 10058"/>
                <a:gd name="connsiteY151" fmla="*/ 5789 h 10191"/>
                <a:gd name="connsiteX152" fmla="*/ 433 w 10058"/>
                <a:gd name="connsiteY152" fmla="*/ 6057 h 10191"/>
                <a:gd name="connsiteX153" fmla="*/ 533 w 10058"/>
                <a:gd name="connsiteY153" fmla="*/ 6504 h 10191"/>
                <a:gd name="connsiteX154" fmla="*/ 350 w 10058"/>
                <a:gd name="connsiteY154" fmla="*/ 6813 h 10191"/>
                <a:gd name="connsiteX155" fmla="*/ 318 w 10058"/>
                <a:gd name="connsiteY155" fmla="*/ 7070 h 10191"/>
                <a:gd name="connsiteX156" fmla="*/ 295 w 10058"/>
                <a:gd name="connsiteY156" fmla="*/ 7322 h 10191"/>
                <a:gd name="connsiteX157" fmla="*/ 271 w 10058"/>
                <a:gd name="connsiteY157" fmla="*/ 7520 h 10191"/>
                <a:gd name="connsiteX158" fmla="*/ 142 w 10058"/>
                <a:gd name="connsiteY158" fmla="*/ 7498 h 10191"/>
                <a:gd name="connsiteX159" fmla="*/ 220 w 10058"/>
                <a:gd name="connsiteY159" fmla="*/ 8024 h 10191"/>
                <a:gd name="connsiteX160" fmla="*/ 193 w 10058"/>
                <a:gd name="connsiteY160" fmla="*/ 8228 h 10191"/>
                <a:gd name="connsiteX161" fmla="*/ 5 w 10058"/>
                <a:gd name="connsiteY161" fmla="*/ 8506 h 10191"/>
                <a:gd name="connsiteX162" fmla="*/ 153 w 10058"/>
                <a:gd name="connsiteY162" fmla="*/ 8603 h 10191"/>
                <a:gd name="connsiteX163" fmla="*/ 141 w 10058"/>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86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428 w 10011"/>
                <a:gd name="connsiteY161" fmla="*/ 8725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161" fmla="*/ 94 w 10011"/>
                <a:gd name="connsiteY161" fmla="*/ 8737 h 10191"/>
                <a:gd name="connsiteX0" fmla="*/ 428 w 10011"/>
                <a:gd name="connsiteY0" fmla="*/ 8725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0" fmla="*/ 428 w 10011"/>
                <a:gd name="connsiteY0" fmla="*/ 8725 h 10191"/>
                <a:gd name="connsiteX1" fmla="*/ 43 w 10011"/>
                <a:gd name="connsiteY1" fmla="*/ 9182 h 10191"/>
                <a:gd name="connsiteX2" fmla="*/ 20 w 10011"/>
                <a:gd name="connsiteY2" fmla="*/ 9375 h 10191"/>
                <a:gd name="connsiteX3" fmla="*/ 0 w 10011"/>
                <a:gd name="connsiteY3" fmla="*/ 9610 h 10191"/>
                <a:gd name="connsiteX4" fmla="*/ 181 w 10011"/>
                <a:gd name="connsiteY4" fmla="*/ 9819 h 10191"/>
                <a:gd name="connsiteX5" fmla="*/ 279 w 10011"/>
                <a:gd name="connsiteY5" fmla="*/ 9819 h 10191"/>
                <a:gd name="connsiteX6" fmla="*/ 445 w 10011"/>
                <a:gd name="connsiteY6" fmla="*/ 9819 h 10191"/>
                <a:gd name="connsiteX7" fmla="*/ 582 w 10011"/>
                <a:gd name="connsiteY7" fmla="*/ 9819 h 10191"/>
                <a:gd name="connsiteX8" fmla="*/ 586 w 10011"/>
                <a:gd name="connsiteY8" fmla="*/ 10002 h 10191"/>
                <a:gd name="connsiteX9" fmla="*/ 891 w 10011"/>
                <a:gd name="connsiteY9" fmla="*/ 9897 h 10191"/>
                <a:gd name="connsiteX10" fmla="*/ 1263 w 10011"/>
                <a:gd name="connsiteY10" fmla="*/ 10141 h 10191"/>
                <a:gd name="connsiteX11" fmla="*/ 1361 w 10011"/>
                <a:gd name="connsiteY11" fmla="*/ 10141 h 10191"/>
                <a:gd name="connsiteX12" fmla="*/ 1467 w 10011"/>
                <a:gd name="connsiteY12" fmla="*/ 10141 h 10191"/>
                <a:gd name="connsiteX13" fmla="*/ 1566 w 10011"/>
                <a:gd name="connsiteY13" fmla="*/ 10141 h 10191"/>
                <a:gd name="connsiteX14" fmla="*/ 1703 w 10011"/>
                <a:gd name="connsiteY14" fmla="*/ 10082 h 10191"/>
                <a:gd name="connsiteX15" fmla="*/ 1841 w 10011"/>
                <a:gd name="connsiteY15" fmla="*/ 9996 h 10191"/>
                <a:gd name="connsiteX16" fmla="*/ 2187 w 10011"/>
                <a:gd name="connsiteY16" fmla="*/ 10082 h 10191"/>
                <a:gd name="connsiteX17" fmla="*/ 2286 w 10011"/>
                <a:gd name="connsiteY17" fmla="*/ 10082 h 10191"/>
                <a:gd name="connsiteX18" fmla="*/ 2427 w 10011"/>
                <a:gd name="connsiteY18" fmla="*/ 10012 h 10191"/>
                <a:gd name="connsiteX19" fmla="*/ 2573 w 10011"/>
                <a:gd name="connsiteY19" fmla="*/ 9948 h 10191"/>
                <a:gd name="connsiteX20" fmla="*/ 2707 w 10011"/>
                <a:gd name="connsiteY20" fmla="*/ 9948 h 10191"/>
                <a:gd name="connsiteX21" fmla="*/ 2813 w 10011"/>
                <a:gd name="connsiteY21" fmla="*/ 9948 h 10191"/>
                <a:gd name="connsiteX22" fmla="*/ 2915 w 10011"/>
                <a:gd name="connsiteY22" fmla="*/ 9948 h 10191"/>
                <a:gd name="connsiteX23" fmla="*/ 3116 w 10011"/>
                <a:gd name="connsiteY23" fmla="*/ 9948 h 10191"/>
                <a:gd name="connsiteX24" fmla="*/ 3245 w 10011"/>
                <a:gd name="connsiteY24" fmla="*/ 10018 h 10191"/>
                <a:gd name="connsiteX25" fmla="*/ 3375 w 10011"/>
                <a:gd name="connsiteY25" fmla="*/ 10082 h 10191"/>
                <a:gd name="connsiteX26" fmla="*/ 3470 w 10011"/>
                <a:gd name="connsiteY26" fmla="*/ 10141 h 10191"/>
                <a:gd name="connsiteX27" fmla="*/ 3572 w 10011"/>
                <a:gd name="connsiteY27" fmla="*/ 10136 h 10191"/>
                <a:gd name="connsiteX28" fmla="*/ 3674 w 10011"/>
                <a:gd name="connsiteY28" fmla="*/ 10082 h 10191"/>
                <a:gd name="connsiteX29" fmla="*/ 3788 w 10011"/>
                <a:gd name="connsiteY29" fmla="*/ 10012 h 10191"/>
                <a:gd name="connsiteX30" fmla="*/ 3934 w 10011"/>
                <a:gd name="connsiteY30" fmla="*/ 9996 h 10191"/>
                <a:gd name="connsiteX31" fmla="*/ 4087 w 10011"/>
                <a:gd name="connsiteY31" fmla="*/ 10082 h 10191"/>
                <a:gd name="connsiteX32" fmla="*/ 4182 w 10011"/>
                <a:gd name="connsiteY32" fmla="*/ 10141 h 10191"/>
                <a:gd name="connsiteX33" fmla="*/ 4288 w 10011"/>
                <a:gd name="connsiteY33" fmla="*/ 10136 h 10191"/>
                <a:gd name="connsiteX34" fmla="*/ 4386 w 10011"/>
                <a:gd name="connsiteY34" fmla="*/ 10136 h 10191"/>
                <a:gd name="connsiteX35" fmla="*/ 4524 w 10011"/>
                <a:gd name="connsiteY35" fmla="*/ 10130 h 10191"/>
                <a:gd name="connsiteX36" fmla="*/ 4662 w 10011"/>
                <a:gd name="connsiteY36" fmla="*/ 10077 h 10191"/>
                <a:gd name="connsiteX37" fmla="*/ 4807 w 10011"/>
                <a:gd name="connsiteY37" fmla="*/ 10018 h 10191"/>
                <a:gd name="connsiteX38" fmla="*/ 5016 w 10011"/>
                <a:gd name="connsiteY38" fmla="*/ 9948 h 10191"/>
                <a:gd name="connsiteX39" fmla="*/ 5122 w 10011"/>
                <a:gd name="connsiteY39" fmla="*/ 9948 h 10191"/>
                <a:gd name="connsiteX40" fmla="*/ 5393 w 10011"/>
                <a:gd name="connsiteY40" fmla="*/ 9948 h 10191"/>
                <a:gd name="connsiteX41" fmla="*/ 5539 w 10011"/>
                <a:gd name="connsiteY41" fmla="*/ 9884 h 10191"/>
                <a:gd name="connsiteX42" fmla="*/ 5645 w 10011"/>
                <a:gd name="connsiteY42" fmla="*/ 9819 h 10191"/>
                <a:gd name="connsiteX43" fmla="*/ 5779 w 10011"/>
                <a:gd name="connsiteY43" fmla="*/ 9814 h 10191"/>
                <a:gd name="connsiteX44" fmla="*/ 5858 w 10011"/>
                <a:gd name="connsiteY44" fmla="*/ 9600 h 10191"/>
                <a:gd name="connsiteX45" fmla="*/ 6072 w 10011"/>
                <a:gd name="connsiteY45" fmla="*/ 9782 h 10191"/>
                <a:gd name="connsiteX46" fmla="*/ 6440 w 10011"/>
                <a:gd name="connsiteY46" fmla="*/ 9691 h 10191"/>
                <a:gd name="connsiteX47" fmla="*/ 6542 w 10011"/>
                <a:gd name="connsiteY47" fmla="*/ 9691 h 10191"/>
                <a:gd name="connsiteX48" fmla="*/ 6644 w 10011"/>
                <a:gd name="connsiteY48" fmla="*/ 9627 h 10191"/>
                <a:gd name="connsiteX49" fmla="*/ 6751 w 10011"/>
                <a:gd name="connsiteY49" fmla="*/ 9627 h 10191"/>
                <a:gd name="connsiteX50" fmla="*/ 6888 w 10011"/>
                <a:gd name="connsiteY50" fmla="*/ 9627 h 10191"/>
                <a:gd name="connsiteX51" fmla="*/ 7022 w 10011"/>
                <a:gd name="connsiteY51" fmla="*/ 9627 h 10191"/>
                <a:gd name="connsiteX52" fmla="*/ 7266 w 10011"/>
                <a:gd name="connsiteY52" fmla="*/ 9630 h 10191"/>
                <a:gd name="connsiteX53" fmla="*/ 7537 w 10011"/>
                <a:gd name="connsiteY53" fmla="*/ 9557 h 10191"/>
                <a:gd name="connsiteX54" fmla="*/ 7667 w 10011"/>
                <a:gd name="connsiteY54" fmla="*/ 9627 h 10191"/>
                <a:gd name="connsiteX55" fmla="*/ 7805 w 10011"/>
                <a:gd name="connsiteY55" fmla="*/ 9627 h 10191"/>
                <a:gd name="connsiteX56" fmla="*/ 7970 w 10011"/>
                <a:gd name="connsiteY56" fmla="*/ 9627 h 10191"/>
                <a:gd name="connsiteX57" fmla="*/ 8084 w 10011"/>
                <a:gd name="connsiteY57" fmla="*/ 9562 h 10191"/>
                <a:gd name="connsiteX58" fmla="*/ 8159 w 10011"/>
                <a:gd name="connsiteY58" fmla="*/ 9600 h 10191"/>
                <a:gd name="connsiteX59" fmla="*/ 8466 w 10011"/>
                <a:gd name="connsiteY59" fmla="*/ 9622 h 10191"/>
                <a:gd name="connsiteX60" fmla="*/ 8615 w 10011"/>
                <a:gd name="connsiteY60" fmla="*/ 9375 h 10191"/>
                <a:gd name="connsiteX61" fmla="*/ 8732 w 10011"/>
                <a:gd name="connsiteY61" fmla="*/ 9454 h 10191"/>
                <a:gd name="connsiteX62" fmla="*/ 8979 w 10011"/>
                <a:gd name="connsiteY62" fmla="*/ 9391 h 10191"/>
                <a:gd name="connsiteX63" fmla="*/ 9141 w 10011"/>
                <a:gd name="connsiteY63" fmla="*/ 9437 h 10191"/>
                <a:gd name="connsiteX64" fmla="*/ 9496 w 10011"/>
                <a:gd name="connsiteY64" fmla="*/ 9280 h 10191"/>
                <a:gd name="connsiteX65" fmla="*/ 9630 w 10011"/>
                <a:gd name="connsiteY65" fmla="*/ 8506 h 10191"/>
                <a:gd name="connsiteX66" fmla="*/ 9630 w 10011"/>
                <a:gd name="connsiteY66" fmla="*/ 7515 h 10191"/>
                <a:gd name="connsiteX67" fmla="*/ 9670 w 10011"/>
                <a:gd name="connsiteY67" fmla="*/ 7236 h 10191"/>
                <a:gd name="connsiteX68" fmla="*/ 9709 w 10011"/>
                <a:gd name="connsiteY68" fmla="*/ 6749 h 10191"/>
                <a:gd name="connsiteX69" fmla="*/ 9740 w 10011"/>
                <a:gd name="connsiteY69" fmla="*/ 6486 h 10191"/>
                <a:gd name="connsiteX70" fmla="*/ 9897 w 10011"/>
                <a:gd name="connsiteY70" fmla="*/ 6052 h 10191"/>
                <a:gd name="connsiteX71" fmla="*/ 9851 w 10011"/>
                <a:gd name="connsiteY71" fmla="*/ 5463 h 10191"/>
                <a:gd name="connsiteX72" fmla="*/ 9975 w 10011"/>
                <a:gd name="connsiteY72" fmla="*/ 4988 h 10191"/>
                <a:gd name="connsiteX73" fmla="*/ 9941 w 10011"/>
                <a:gd name="connsiteY73" fmla="*/ 4632 h 10191"/>
                <a:gd name="connsiteX74" fmla="*/ 9976 w 10011"/>
                <a:gd name="connsiteY74" fmla="*/ 4316 h 10191"/>
                <a:gd name="connsiteX75" fmla="*/ 9996 w 10011"/>
                <a:gd name="connsiteY75" fmla="*/ 4123 h 10191"/>
                <a:gd name="connsiteX76" fmla="*/ 9953 w 10011"/>
                <a:gd name="connsiteY76" fmla="*/ 3924 h 10191"/>
                <a:gd name="connsiteX77" fmla="*/ 9937 w 10011"/>
                <a:gd name="connsiteY77" fmla="*/ 3742 h 10191"/>
                <a:gd name="connsiteX78" fmla="*/ 9969 w 10011"/>
                <a:gd name="connsiteY78" fmla="*/ 3485 h 10191"/>
                <a:gd name="connsiteX79" fmla="*/ 10000 w 10011"/>
                <a:gd name="connsiteY79" fmla="*/ 3164 h 10191"/>
                <a:gd name="connsiteX80" fmla="*/ 9906 w 10011"/>
                <a:gd name="connsiteY80" fmla="*/ 2713 h 10191"/>
                <a:gd name="connsiteX81" fmla="*/ 9692 w 10011"/>
                <a:gd name="connsiteY81" fmla="*/ 2307 h 10191"/>
                <a:gd name="connsiteX82" fmla="*/ 9700 w 10011"/>
                <a:gd name="connsiteY82" fmla="*/ 1103 h 10191"/>
                <a:gd name="connsiteX83" fmla="*/ 9521 w 10011"/>
                <a:gd name="connsiteY83" fmla="*/ 1125 h 10191"/>
                <a:gd name="connsiteX84" fmla="*/ 9354 w 10011"/>
                <a:gd name="connsiteY84" fmla="*/ 878 h 10191"/>
                <a:gd name="connsiteX85" fmla="*/ 9056 w 10011"/>
                <a:gd name="connsiteY85" fmla="*/ 1025 h 10191"/>
                <a:gd name="connsiteX86" fmla="*/ 8951 w 10011"/>
                <a:gd name="connsiteY86" fmla="*/ 1291 h 10191"/>
                <a:gd name="connsiteX87" fmla="*/ 8749 w 10011"/>
                <a:gd name="connsiteY87" fmla="*/ 1245 h 10191"/>
                <a:gd name="connsiteX88" fmla="*/ 8615 w 10011"/>
                <a:gd name="connsiteY88" fmla="*/ 1245 h 10191"/>
                <a:gd name="connsiteX89" fmla="*/ 8485 w 10011"/>
                <a:gd name="connsiteY89" fmla="*/ 1175 h 10191"/>
                <a:gd name="connsiteX90" fmla="*/ 8356 w 10011"/>
                <a:gd name="connsiteY90" fmla="*/ 1175 h 10191"/>
                <a:gd name="connsiteX91" fmla="*/ 8190 w 10011"/>
                <a:gd name="connsiteY91" fmla="*/ 1111 h 10191"/>
                <a:gd name="connsiteX92" fmla="*/ 8057 w 10011"/>
                <a:gd name="connsiteY92" fmla="*/ 929 h 10191"/>
                <a:gd name="connsiteX93" fmla="*/ 7616 w 10011"/>
                <a:gd name="connsiteY93" fmla="*/ 736 h 10191"/>
                <a:gd name="connsiteX94" fmla="*/ 7482 w 10011"/>
                <a:gd name="connsiteY94" fmla="*/ 730 h 10191"/>
                <a:gd name="connsiteX95" fmla="*/ 7427 w 10011"/>
                <a:gd name="connsiteY95" fmla="*/ 929 h 10191"/>
                <a:gd name="connsiteX96" fmla="*/ 7345 w 10011"/>
                <a:gd name="connsiteY96" fmla="*/ 736 h 10191"/>
                <a:gd name="connsiteX97" fmla="*/ 7144 w 10011"/>
                <a:gd name="connsiteY97" fmla="*/ 736 h 10191"/>
                <a:gd name="connsiteX98" fmla="*/ 7042 w 10011"/>
                <a:gd name="connsiteY98" fmla="*/ 730 h 10191"/>
                <a:gd name="connsiteX99" fmla="*/ 7010 w 10011"/>
                <a:gd name="connsiteY99" fmla="*/ 934 h 10191"/>
                <a:gd name="connsiteX100" fmla="*/ 6849 w 10011"/>
                <a:gd name="connsiteY100" fmla="*/ 607 h 10191"/>
                <a:gd name="connsiteX101" fmla="*/ 6715 w 10011"/>
                <a:gd name="connsiteY101" fmla="*/ 602 h 10191"/>
                <a:gd name="connsiteX102" fmla="*/ 6633 w 10011"/>
                <a:gd name="connsiteY102" fmla="*/ 538 h 10191"/>
                <a:gd name="connsiteX103" fmla="*/ 6235 w 10011"/>
                <a:gd name="connsiteY103" fmla="*/ 350 h 10191"/>
                <a:gd name="connsiteX104" fmla="*/ 6105 w 10011"/>
                <a:gd name="connsiteY104" fmla="*/ 280 h 10191"/>
                <a:gd name="connsiteX105" fmla="*/ 6050 w 10011"/>
                <a:gd name="connsiteY105" fmla="*/ 146 h 10191"/>
                <a:gd name="connsiteX106" fmla="*/ 5712 w 10011"/>
                <a:gd name="connsiteY106" fmla="*/ 162 h 10191"/>
                <a:gd name="connsiteX107" fmla="*/ 5511 w 10011"/>
                <a:gd name="connsiteY107" fmla="*/ 157 h 10191"/>
                <a:gd name="connsiteX108" fmla="*/ 5421 w 10011"/>
                <a:gd name="connsiteY108" fmla="*/ 146 h 10191"/>
                <a:gd name="connsiteX109" fmla="*/ 5201 w 10011"/>
                <a:gd name="connsiteY109" fmla="*/ 157 h 10191"/>
                <a:gd name="connsiteX110" fmla="*/ 5102 w 10011"/>
                <a:gd name="connsiteY110" fmla="*/ 162 h 10191"/>
                <a:gd name="connsiteX111" fmla="*/ 5008 w 10011"/>
                <a:gd name="connsiteY111" fmla="*/ 141 h 10191"/>
                <a:gd name="connsiteX112" fmla="*/ 4929 w 10011"/>
                <a:gd name="connsiteY112" fmla="*/ 162 h 10191"/>
                <a:gd name="connsiteX113" fmla="*/ 4565 w 10011"/>
                <a:gd name="connsiteY113" fmla="*/ 268 h 10191"/>
                <a:gd name="connsiteX114" fmla="*/ 4234 w 10011"/>
                <a:gd name="connsiteY114" fmla="*/ 345 h 10191"/>
                <a:gd name="connsiteX115" fmla="*/ 3875 w 10011"/>
                <a:gd name="connsiteY115" fmla="*/ 162 h 10191"/>
                <a:gd name="connsiteX116" fmla="*/ 3749 w 10011"/>
                <a:gd name="connsiteY116" fmla="*/ 146 h 10191"/>
                <a:gd name="connsiteX117" fmla="*/ 3541 w 10011"/>
                <a:gd name="connsiteY117" fmla="*/ 162 h 10191"/>
                <a:gd name="connsiteX118" fmla="*/ 3403 w 10011"/>
                <a:gd name="connsiteY118" fmla="*/ 162 h 10191"/>
                <a:gd name="connsiteX119" fmla="*/ 3332 w 10011"/>
                <a:gd name="connsiteY119" fmla="*/ 141 h 10191"/>
                <a:gd name="connsiteX120" fmla="*/ 3068 w 10011"/>
                <a:gd name="connsiteY120" fmla="*/ 162 h 10191"/>
                <a:gd name="connsiteX121" fmla="*/ 2931 w 10011"/>
                <a:gd name="connsiteY121" fmla="*/ 157 h 10191"/>
                <a:gd name="connsiteX122" fmla="*/ 2825 w 10011"/>
                <a:gd name="connsiteY122" fmla="*/ 162 h 10191"/>
                <a:gd name="connsiteX123" fmla="*/ 2707 w 10011"/>
                <a:gd name="connsiteY123" fmla="*/ 146 h 10191"/>
                <a:gd name="connsiteX124" fmla="*/ 2290 w 10011"/>
                <a:gd name="connsiteY124" fmla="*/ 146 h 10191"/>
                <a:gd name="connsiteX125" fmla="*/ 1912 w 10011"/>
                <a:gd name="connsiteY125" fmla="*/ 479 h 10191"/>
                <a:gd name="connsiteX126" fmla="*/ 1794 w 10011"/>
                <a:gd name="connsiteY126" fmla="*/ 607 h 10191"/>
                <a:gd name="connsiteX127" fmla="*/ 1692 w 10011"/>
                <a:gd name="connsiteY127" fmla="*/ 607 h 10191"/>
                <a:gd name="connsiteX128" fmla="*/ 1617 w 10011"/>
                <a:gd name="connsiteY128" fmla="*/ 538 h 10191"/>
                <a:gd name="connsiteX129" fmla="*/ 1452 w 10011"/>
                <a:gd name="connsiteY129" fmla="*/ 923 h 10191"/>
                <a:gd name="connsiteX130" fmla="*/ 1310 w 10011"/>
                <a:gd name="connsiteY130" fmla="*/ 993 h 10191"/>
                <a:gd name="connsiteX131" fmla="*/ 1255 w 10011"/>
                <a:gd name="connsiteY131" fmla="*/ 1181 h 10191"/>
                <a:gd name="connsiteX132" fmla="*/ 1109 w 10011"/>
                <a:gd name="connsiteY132" fmla="*/ 1331 h 10191"/>
                <a:gd name="connsiteX133" fmla="*/ 1090 w 10011"/>
                <a:gd name="connsiteY133" fmla="*/ 1433 h 10191"/>
                <a:gd name="connsiteX134" fmla="*/ 1027 w 10011"/>
                <a:gd name="connsiteY134" fmla="*/ 1700 h 10191"/>
                <a:gd name="connsiteX135" fmla="*/ 901 w 10011"/>
                <a:gd name="connsiteY135" fmla="*/ 1958 h 10191"/>
                <a:gd name="connsiteX136" fmla="*/ 818 w 10011"/>
                <a:gd name="connsiteY136" fmla="*/ 2118 h 10191"/>
                <a:gd name="connsiteX137" fmla="*/ 822 w 10011"/>
                <a:gd name="connsiteY137" fmla="*/ 2654 h 10191"/>
                <a:gd name="connsiteX138" fmla="*/ 799 w 10011"/>
                <a:gd name="connsiteY138" fmla="*/ 2912 h 10191"/>
                <a:gd name="connsiteX139" fmla="*/ 838 w 10011"/>
                <a:gd name="connsiteY139" fmla="*/ 3223 h 10191"/>
                <a:gd name="connsiteX140" fmla="*/ 744 w 10011"/>
                <a:gd name="connsiteY140" fmla="*/ 3421 h 10191"/>
                <a:gd name="connsiteX141" fmla="*/ 645 w 10011"/>
                <a:gd name="connsiteY141" fmla="*/ 3694 h 10191"/>
                <a:gd name="connsiteX142" fmla="*/ 622 w 10011"/>
                <a:gd name="connsiteY142" fmla="*/ 4198 h 10191"/>
                <a:gd name="connsiteX143" fmla="*/ 511 w 10011"/>
                <a:gd name="connsiteY143" fmla="*/ 4251 h 10191"/>
                <a:gd name="connsiteX144" fmla="*/ 559 w 10011"/>
                <a:gd name="connsiteY144" fmla="*/ 4482 h 10191"/>
                <a:gd name="connsiteX145" fmla="*/ 492 w 10011"/>
                <a:gd name="connsiteY145" fmla="*/ 4450 h 10191"/>
                <a:gd name="connsiteX146" fmla="*/ 585 w 10011"/>
                <a:gd name="connsiteY146" fmla="*/ 4728 h 10191"/>
                <a:gd name="connsiteX147" fmla="*/ 515 w 10011"/>
                <a:gd name="connsiteY147" fmla="*/ 4825 h 10191"/>
                <a:gd name="connsiteX148" fmla="*/ 492 w 10011"/>
                <a:gd name="connsiteY148" fmla="*/ 5087 h 10191"/>
                <a:gd name="connsiteX149" fmla="*/ 429 w 10011"/>
                <a:gd name="connsiteY149" fmla="*/ 5661 h 10191"/>
                <a:gd name="connsiteX150" fmla="*/ 413 w 10011"/>
                <a:gd name="connsiteY150" fmla="*/ 5789 h 10191"/>
                <a:gd name="connsiteX151" fmla="*/ 386 w 10011"/>
                <a:gd name="connsiteY151" fmla="*/ 6057 h 10191"/>
                <a:gd name="connsiteX152" fmla="*/ 420 w 10011"/>
                <a:gd name="connsiteY152" fmla="*/ 6504 h 10191"/>
                <a:gd name="connsiteX153" fmla="*/ 303 w 10011"/>
                <a:gd name="connsiteY153" fmla="*/ 6813 h 10191"/>
                <a:gd name="connsiteX154" fmla="*/ 271 w 10011"/>
                <a:gd name="connsiteY154" fmla="*/ 7070 h 10191"/>
                <a:gd name="connsiteX155" fmla="*/ 508 w 10011"/>
                <a:gd name="connsiteY155" fmla="*/ 7322 h 10191"/>
                <a:gd name="connsiteX156" fmla="*/ 556 w 10011"/>
                <a:gd name="connsiteY156" fmla="*/ 7611 h 10191"/>
                <a:gd name="connsiteX157" fmla="*/ 505 w 10011"/>
                <a:gd name="connsiteY157" fmla="*/ 8054 h 10191"/>
                <a:gd name="connsiteX158" fmla="*/ 561 w 10011"/>
                <a:gd name="connsiteY158" fmla="*/ 8289 h 10191"/>
                <a:gd name="connsiteX159" fmla="*/ 428 w 10011"/>
                <a:gd name="connsiteY159" fmla="*/ 8725 h 10191"/>
                <a:gd name="connsiteX0" fmla="*/ 456 w 10039"/>
                <a:gd name="connsiteY0" fmla="*/ 8725 h 10191"/>
                <a:gd name="connsiteX1" fmla="*/ 71 w 10039"/>
                <a:gd name="connsiteY1" fmla="*/ 9182 h 10191"/>
                <a:gd name="connsiteX2" fmla="*/ 28 w 10039"/>
                <a:gd name="connsiteY2" fmla="*/ 9610 h 10191"/>
                <a:gd name="connsiteX3" fmla="*/ 209 w 10039"/>
                <a:gd name="connsiteY3" fmla="*/ 9819 h 10191"/>
                <a:gd name="connsiteX4" fmla="*/ 307 w 10039"/>
                <a:gd name="connsiteY4" fmla="*/ 9819 h 10191"/>
                <a:gd name="connsiteX5" fmla="*/ 473 w 10039"/>
                <a:gd name="connsiteY5" fmla="*/ 9819 h 10191"/>
                <a:gd name="connsiteX6" fmla="*/ 610 w 10039"/>
                <a:gd name="connsiteY6" fmla="*/ 9819 h 10191"/>
                <a:gd name="connsiteX7" fmla="*/ 614 w 10039"/>
                <a:gd name="connsiteY7" fmla="*/ 10002 h 10191"/>
                <a:gd name="connsiteX8" fmla="*/ 919 w 10039"/>
                <a:gd name="connsiteY8" fmla="*/ 9897 h 10191"/>
                <a:gd name="connsiteX9" fmla="*/ 1291 w 10039"/>
                <a:gd name="connsiteY9" fmla="*/ 10141 h 10191"/>
                <a:gd name="connsiteX10" fmla="*/ 1389 w 10039"/>
                <a:gd name="connsiteY10" fmla="*/ 10141 h 10191"/>
                <a:gd name="connsiteX11" fmla="*/ 1495 w 10039"/>
                <a:gd name="connsiteY11" fmla="*/ 10141 h 10191"/>
                <a:gd name="connsiteX12" fmla="*/ 1594 w 10039"/>
                <a:gd name="connsiteY12" fmla="*/ 10141 h 10191"/>
                <a:gd name="connsiteX13" fmla="*/ 1731 w 10039"/>
                <a:gd name="connsiteY13" fmla="*/ 10082 h 10191"/>
                <a:gd name="connsiteX14" fmla="*/ 1869 w 10039"/>
                <a:gd name="connsiteY14" fmla="*/ 9996 h 10191"/>
                <a:gd name="connsiteX15" fmla="*/ 2215 w 10039"/>
                <a:gd name="connsiteY15" fmla="*/ 10082 h 10191"/>
                <a:gd name="connsiteX16" fmla="*/ 2314 w 10039"/>
                <a:gd name="connsiteY16" fmla="*/ 10082 h 10191"/>
                <a:gd name="connsiteX17" fmla="*/ 2455 w 10039"/>
                <a:gd name="connsiteY17" fmla="*/ 10012 h 10191"/>
                <a:gd name="connsiteX18" fmla="*/ 2601 w 10039"/>
                <a:gd name="connsiteY18" fmla="*/ 9948 h 10191"/>
                <a:gd name="connsiteX19" fmla="*/ 2735 w 10039"/>
                <a:gd name="connsiteY19" fmla="*/ 9948 h 10191"/>
                <a:gd name="connsiteX20" fmla="*/ 2841 w 10039"/>
                <a:gd name="connsiteY20" fmla="*/ 9948 h 10191"/>
                <a:gd name="connsiteX21" fmla="*/ 2943 w 10039"/>
                <a:gd name="connsiteY21" fmla="*/ 9948 h 10191"/>
                <a:gd name="connsiteX22" fmla="*/ 3144 w 10039"/>
                <a:gd name="connsiteY22" fmla="*/ 9948 h 10191"/>
                <a:gd name="connsiteX23" fmla="*/ 3273 w 10039"/>
                <a:gd name="connsiteY23" fmla="*/ 10018 h 10191"/>
                <a:gd name="connsiteX24" fmla="*/ 3403 w 10039"/>
                <a:gd name="connsiteY24" fmla="*/ 10082 h 10191"/>
                <a:gd name="connsiteX25" fmla="*/ 3498 w 10039"/>
                <a:gd name="connsiteY25" fmla="*/ 10141 h 10191"/>
                <a:gd name="connsiteX26" fmla="*/ 3600 w 10039"/>
                <a:gd name="connsiteY26" fmla="*/ 10136 h 10191"/>
                <a:gd name="connsiteX27" fmla="*/ 3702 w 10039"/>
                <a:gd name="connsiteY27" fmla="*/ 10082 h 10191"/>
                <a:gd name="connsiteX28" fmla="*/ 3816 w 10039"/>
                <a:gd name="connsiteY28" fmla="*/ 10012 h 10191"/>
                <a:gd name="connsiteX29" fmla="*/ 3962 w 10039"/>
                <a:gd name="connsiteY29" fmla="*/ 9996 h 10191"/>
                <a:gd name="connsiteX30" fmla="*/ 4115 w 10039"/>
                <a:gd name="connsiteY30" fmla="*/ 10082 h 10191"/>
                <a:gd name="connsiteX31" fmla="*/ 4210 w 10039"/>
                <a:gd name="connsiteY31" fmla="*/ 10141 h 10191"/>
                <a:gd name="connsiteX32" fmla="*/ 4316 w 10039"/>
                <a:gd name="connsiteY32" fmla="*/ 10136 h 10191"/>
                <a:gd name="connsiteX33" fmla="*/ 4414 w 10039"/>
                <a:gd name="connsiteY33" fmla="*/ 10136 h 10191"/>
                <a:gd name="connsiteX34" fmla="*/ 4552 w 10039"/>
                <a:gd name="connsiteY34" fmla="*/ 10130 h 10191"/>
                <a:gd name="connsiteX35" fmla="*/ 4690 w 10039"/>
                <a:gd name="connsiteY35" fmla="*/ 10077 h 10191"/>
                <a:gd name="connsiteX36" fmla="*/ 4835 w 10039"/>
                <a:gd name="connsiteY36" fmla="*/ 10018 h 10191"/>
                <a:gd name="connsiteX37" fmla="*/ 5044 w 10039"/>
                <a:gd name="connsiteY37" fmla="*/ 9948 h 10191"/>
                <a:gd name="connsiteX38" fmla="*/ 5150 w 10039"/>
                <a:gd name="connsiteY38" fmla="*/ 9948 h 10191"/>
                <a:gd name="connsiteX39" fmla="*/ 5421 w 10039"/>
                <a:gd name="connsiteY39" fmla="*/ 9948 h 10191"/>
                <a:gd name="connsiteX40" fmla="*/ 5567 w 10039"/>
                <a:gd name="connsiteY40" fmla="*/ 9884 h 10191"/>
                <a:gd name="connsiteX41" fmla="*/ 5673 w 10039"/>
                <a:gd name="connsiteY41" fmla="*/ 9819 h 10191"/>
                <a:gd name="connsiteX42" fmla="*/ 5807 w 10039"/>
                <a:gd name="connsiteY42" fmla="*/ 9814 h 10191"/>
                <a:gd name="connsiteX43" fmla="*/ 5886 w 10039"/>
                <a:gd name="connsiteY43" fmla="*/ 9600 h 10191"/>
                <a:gd name="connsiteX44" fmla="*/ 6100 w 10039"/>
                <a:gd name="connsiteY44" fmla="*/ 9782 h 10191"/>
                <a:gd name="connsiteX45" fmla="*/ 6468 w 10039"/>
                <a:gd name="connsiteY45" fmla="*/ 9691 h 10191"/>
                <a:gd name="connsiteX46" fmla="*/ 6570 w 10039"/>
                <a:gd name="connsiteY46" fmla="*/ 9691 h 10191"/>
                <a:gd name="connsiteX47" fmla="*/ 6672 w 10039"/>
                <a:gd name="connsiteY47" fmla="*/ 9627 h 10191"/>
                <a:gd name="connsiteX48" fmla="*/ 6779 w 10039"/>
                <a:gd name="connsiteY48" fmla="*/ 9627 h 10191"/>
                <a:gd name="connsiteX49" fmla="*/ 6916 w 10039"/>
                <a:gd name="connsiteY49" fmla="*/ 9627 h 10191"/>
                <a:gd name="connsiteX50" fmla="*/ 7050 w 10039"/>
                <a:gd name="connsiteY50" fmla="*/ 9627 h 10191"/>
                <a:gd name="connsiteX51" fmla="*/ 7294 w 10039"/>
                <a:gd name="connsiteY51" fmla="*/ 9630 h 10191"/>
                <a:gd name="connsiteX52" fmla="*/ 7565 w 10039"/>
                <a:gd name="connsiteY52" fmla="*/ 9557 h 10191"/>
                <a:gd name="connsiteX53" fmla="*/ 7695 w 10039"/>
                <a:gd name="connsiteY53" fmla="*/ 9627 h 10191"/>
                <a:gd name="connsiteX54" fmla="*/ 7833 w 10039"/>
                <a:gd name="connsiteY54" fmla="*/ 9627 h 10191"/>
                <a:gd name="connsiteX55" fmla="*/ 7998 w 10039"/>
                <a:gd name="connsiteY55" fmla="*/ 9627 h 10191"/>
                <a:gd name="connsiteX56" fmla="*/ 8112 w 10039"/>
                <a:gd name="connsiteY56" fmla="*/ 9562 h 10191"/>
                <a:gd name="connsiteX57" fmla="*/ 8187 w 10039"/>
                <a:gd name="connsiteY57" fmla="*/ 9600 h 10191"/>
                <a:gd name="connsiteX58" fmla="*/ 8494 w 10039"/>
                <a:gd name="connsiteY58" fmla="*/ 9622 h 10191"/>
                <a:gd name="connsiteX59" fmla="*/ 8643 w 10039"/>
                <a:gd name="connsiteY59" fmla="*/ 9375 h 10191"/>
                <a:gd name="connsiteX60" fmla="*/ 8760 w 10039"/>
                <a:gd name="connsiteY60" fmla="*/ 9454 h 10191"/>
                <a:gd name="connsiteX61" fmla="*/ 9007 w 10039"/>
                <a:gd name="connsiteY61" fmla="*/ 9391 h 10191"/>
                <a:gd name="connsiteX62" fmla="*/ 9169 w 10039"/>
                <a:gd name="connsiteY62" fmla="*/ 9437 h 10191"/>
                <a:gd name="connsiteX63" fmla="*/ 9524 w 10039"/>
                <a:gd name="connsiteY63" fmla="*/ 9280 h 10191"/>
                <a:gd name="connsiteX64" fmla="*/ 9658 w 10039"/>
                <a:gd name="connsiteY64" fmla="*/ 8506 h 10191"/>
                <a:gd name="connsiteX65" fmla="*/ 9658 w 10039"/>
                <a:gd name="connsiteY65" fmla="*/ 7515 h 10191"/>
                <a:gd name="connsiteX66" fmla="*/ 9698 w 10039"/>
                <a:gd name="connsiteY66" fmla="*/ 7236 h 10191"/>
                <a:gd name="connsiteX67" fmla="*/ 9737 w 10039"/>
                <a:gd name="connsiteY67" fmla="*/ 6749 h 10191"/>
                <a:gd name="connsiteX68" fmla="*/ 9768 w 10039"/>
                <a:gd name="connsiteY68" fmla="*/ 6486 h 10191"/>
                <a:gd name="connsiteX69" fmla="*/ 9925 w 10039"/>
                <a:gd name="connsiteY69" fmla="*/ 6052 h 10191"/>
                <a:gd name="connsiteX70" fmla="*/ 9879 w 10039"/>
                <a:gd name="connsiteY70" fmla="*/ 5463 h 10191"/>
                <a:gd name="connsiteX71" fmla="*/ 10003 w 10039"/>
                <a:gd name="connsiteY71" fmla="*/ 4988 h 10191"/>
                <a:gd name="connsiteX72" fmla="*/ 9969 w 10039"/>
                <a:gd name="connsiteY72" fmla="*/ 4632 h 10191"/>
                <a:gd name="connsiteX73" fmla="*/ 10004 w 10039"/>
                <a:gd name="connsiteY73" fmla="*/ 4316 h 10191"/>
                <a:gd name="connsiteX74" fmla="*/ 10024 w 10039"/>
                <a:gd name="connsiteY74" fmla="*/ 4123 h 10191"/>
                <a:gd name="connsiteX75" fmla="*/ 9981 w 10039"/>
                <a:gd name="connsiteY75" fmla="*/ 3924 h 10191"/>
                <a:gd name="connsiteX76" fmla="*/ 9965 w 10039"/>
                <a:gd name="connsiteY76" fmla="*/ 3742 h 10191"/>
                <a:gd name="connsiteX77" fmla="*/ 9997 w 10039"/>
                <a:gd name="connsiteY77" fmla="*/ 3485 h 10191"/>
                <a:gd name="connsiteX78" fmla="*/ 10028 w 10039"/>
                <a:gd name="connsiteY78" fmla="*/ 3164 h 10191"/>
                <a:gd name="connsiteX79" fmla="*/ 9934 w 10039"/>
                <a:gd name="connsiteY79" fmla="*/ 2713 h 10191"/>
                <a:gd name="connsiteX80" fmla="*/ 9720 w 10039"/>
                <a:gd name="connsiteY80" fmla="*/ 2307 h 10191"/>
                <a:gd name="connsiteX81" fmla="*/ 9728 w 10039"/>
                <a:gd name="connsiteY81" fmla="*/ 1103 h 10191"/>
                <a:gd name="connsiteX82" fmla="*/ 9549 w 10039"/>
                <a:gd name="connsiteY82" fmla="*/ 1125 h 10191"/>
                <a:gd name="connsiteX83" fmla="*/ 9382 w 10039"/>
                <a:gd name="connsiteY83" fmla="*/ 878 h 10191"/>
                <a:gd name="connsiteX84" fmla="*/ 9084 w 10039"/>
                <a:gd name="connsiteY84" fmla="*/ 1025 h 10191"/>
                <a:gd name="connsiteX85" fmla="*/ 8979 w 10039"/>
                <a:gd name="connsiteY85" fmla="*/ 1291 h 10191"/>
                <a:gd name="connsiteX86" fmla="*/ 8777 w 10039"/>
                <a:gd name="connsiteY86" fmla="*/ 1245 h 10191"/>
                <a:gd name="connsiteX87" fmla="*/ 8643 w 10039"/>
                <a:gd name="connsiteY87" fmla="*/ 1245 h 10191"/>
                <a:gd name="connsiteX88" fmla="*/ 8513 w 10039"/>
                <a:gd name="connsiteY88" fmla="*/ 1175 h 10191"/>
                <a:gd name="connsiteX89" fmla="*/ 8384 w 10039"/>
                <a:gd name="connsiteY89" fmla="*/ 1175 h 10191"/>
                <a:gd name="connsiteX90" fmla="*/ 8218 w 10039"/>
                <a:gd name="connsiteY90" fmla="*/ 1111 h 10191"/>
                <a:gd name="connsiteX91" fmla="*/ 8085 w 10039"/>
                <a:gd name="connsiteY91" fmla="*/ 929 h 10191"/>
                <a:gd name="connsiteX92" fmla="*/ 7644 w 10039"/>
                <a:gd name="connsiteY92" fmla="*/ 736 h 10191"/>
                <a:gd name="connsiteX93" fmla="*/ 7510 w 10039"/>
                <a:gd name="connsiteY93" fmla="*/ 730 h 10191"/>
                <a:gd name="connsiteX94" fmla="*/ 7455 w 10039"/>
                <a:gd name="connsiteY94" fmla="*/ 929 h 10191"/>
                <a:gd name="connsiteX95" fmla="*/ 7373 w 10039"/>
                <a:gd name="connsiteY95" fmla="*/ 736 h 10191"/>
                <a:gd name="connsiteX96" fmla="*/ 7172 w 10039"/>
                <a:gd name="connsiteY96" fmla="*/ 736 h 10191"/>
                <a:gd name="connsiteX97" fmla="*/ 7070 w 10039"/>
                <a:gd name="connsiteY97" fmla="*/ 730 h 10191"/>
                <a:gd name="connsiteX98" fmla="*/ 7038 w 10039"/>
                <a:gd name="connsiteY98" fmla="*/ 934 h 10191"/>
                <a:gd name="connsiteX99" fmla="*/ 6877 w 10039"/>
                <a:gd name="connsiteY99" fmla="*/ 607 h 10191"/>
                <a:gd name="connsiteX100" fmla="*/ 6743 w 10039"/>
                <a:gd name="connsiteY100" fmla="*/ 602 h 10191"/>
                <a:gd name="connsiteX101" fmla="*/ 6661 w 10039"/>
                <a:gd name="connsiteY101" fmla="*/ 538 h 10191"/>
                <a:gd name="connsiteX102" fmla="*/ 6263 w 10039"/>
                <a:gd name="connsiteY102" fmla="*/ 350 h 10191"/>
                <a:gd name="connsiteX103" fmla="*/ 6133 w 10039"/>
                <a:gd name="connsiteY103" fmla="*/ 280 h 10191"/>
                <a:gd name="connsiteX104" fmla="*/ 6078 w 10039"/>
                <a:gd name="connsiteY104" fmla="*/ 146 h 10191"/>
                <a:gd name="connsiteX105" fmla="*/ 5740 w 10039"/>
                <a:gd name="connsiteY105" fmla="*/ 162 h 10191"/>
                <a:gd name="connsiteX106" fmla="*/ 5539 w 10039"/>
                <a:gd name="connsiteY106" fmla="*/ 157 h 10191"/>
                <a:gd name="connsiteX107" fmla="*/ 5449 w 10039"/>
                <a:gd name="connsiteY107" fmla="*/ 146 h 10191"/>
                <a:gd name="connsiteX108" fmla="*/ 5229 w 10039"/>
                <a:gd name="connsiteY108" fmla="*/ 157 h 10191"/>
                <a:gd name="connsiteX109" fmla="*/ 5130 w 10039"/>
                <a:gd name="connsiteY109" fmla="*/ 162 h 10191"/>
                <a:gd name="connsiteX110" fmla="*/ 5036 w 10039"/>
                <a:gd name="connsiteY110" fmla="*/ 141 h 10191"/>
                <a:gd name="connsiteX111" fmla="*/ 4957 w 10039"/>
                <a:gd name="connsiteY111" fmla="*/ 162 h 10191"/>
                <a:gd name="connsiteX112" fmla="*/ 4593 w 10039"/>
                <a:gd name="connsiteY112" fmla="*/ 268 h 10191"/>
                <a:gd name="connsiteX113" fmla="*/ 4262 w 10039"/>
                <a:gd name="connsiteY113" fmla="*/ 345 h 10191"/>
                <a:gd name="connsiteX114" fmla="*/ 3903 w 10039"/>
                <a:gd name="connsiteY114" fmla="*/ 162 h 10191"/>
                <a:gd name="connsiteX115" fmla="*/ 3777 w 10039"/>
                <a:gd name="connsiteY115" fmla="*/ 146 h 10191"/>
                <a:gd name="connsiteX116" fmla="*/ 3569 w 10039"/>
                <a:gd name="connsiteY116" fmla="*/ 162 h 10191"/>
                <a:gd name="connsiteX117" fmla="*/ 3431 w 10039"/>
                <a:gd name="connsiteY117" fmla="*/ 162 h 10191"/>
                <a:gd name="connsiteX118" fmla="*/ 3360 w 10039"/>
                <a:gd name="connsiteY118" fmla="*/ 141 h 10191"/>
                <a:gd name="connsiteX119" fmla="*/ 3096 w 10039"/>
                <a:gd name="connsiteY119" fmla="*/ 162 h 10191"/>
                <a:gd name="connsiteX120" fmla="*/ 2959 w 10039"/>
                <a:gd name="connsiteY120" fmla="*/ 157 h 10191"/>
                <a:gd name="connsiteX121" fmla="*/ 2853 w 10039"/>
                <a:gd name="connsiteY121" fmla="*/ 162 h 10191"/>
                <a:gd name="connsiteX122" fmla="*/ 2735 w 10039"/>
                <a:gd name="connsiteY122" fmla="*/ 146 h 10191"/>
                <a:gd name="connsiteX123" fmla="*/ 2318 w 10039"/>
                <a:gd name="connsiteY123" fmla="*/ 146 h 10191"/>
                <a:gd name="connsiteX124" fmla="*/ 1940 w 10039"/>
                <a:gd name="connsiteY124" fmla="*/ 479 h 10191"/>
                <a:gd name="connsiteX125" fmla="*/ 1822 w 10039"/>
                <a:gd name="connsiteY125" fmla="*/ 607 h 10191"/>
                <a:gd name="connsiteX126" fmla="*/ 1720 w 10039"/>
                <a:gd name="connsiteY126" fmla="*/ 607 h 10191"/>
                <a:gd name="connsiteX127" fmla="*/ 1645 w 10039"/>
                <a:gd name="connsiteY127" fmla="*/ 538 h 10191"/>
                <a:gd name="connsiteX128" fmla="*/ 1480 w 10039"/>
                <a:gd name="connsiteY128" fmla="*/ 923 h 10191"/>
                <a:gd name="connsiteX129" fmla="*/ 1338 w 10039"/>
                <a:gd name="connsiteY129" fmla="*/ 993 h 10191"/>
                <a:gd name="connsiteX130" fmla="*/ 1283 w 10039"/>
                <a:gd name="connsiteY130" fmla="*/ 1181 h 10191"/>
                <a:gd name="connsiteX131" fmla="*/ 1137 w 10039"/>
                <a:gd name="connsiteY131" fmla="*/ 1331 h 10191"/>
                <a:gd name="connsiteX132" fmla="*/ 1118 w 10039"/>
                <a:gd name="connsiteY132" fmla="*/ 1433 h 10191"/>
                <a:gd name="connsiteX133" fmla="*/ 1055 w 10039"/>
                <a:gd name="connsiteY133" fmla="*/ 1700 h 10191"/>
                <a:gd name="connsiteX134" fmla="*/ 929 w 10039"/>
                <a:gd name="connsiteY134" fmla="*/ 1958 h 10191"/>
                <a:gd name="connsiteX135" fmla="*/ 846 w 10039"/>
                <a:gd name="connsiteY135" fmla="*/ 2118 h 10191"/>
                <a:gd name="connsiteX136" fmla="*/ 850 w 10039"/>
                <a:gd name="connsiteY136" fmla="*/ 2654 h 10191"/>
                <a:gd name="connsiteX137" fmla="*/ 827 w 10039"/>
                <a:gd name="connsiteY137" fmla="*/ 2912 h 10191"/>
                <a:gd name="connsiteX138" fmla="*/ 866 w 10039"/>
                <a:gd name="connsiteY138" fmla="*/ 3223 h 10191"/>
                <a:gd name="connsiteX139" fmla="*/ 772 w 10039"/>
                <a:gd name="connsiteY139" fmla="*/ 3421 h 10191"/>
                <a:gd name="connsiteX140" fmla="*/ 673 w 10039"/>
                <a:gd name="connsiteY140" fmla="*/ 3694 h 10191"/>
                <a:gd name="connsiteX141" fmla="*/ 650 w 10039"/>
                <a:gd name="connsiteY141" fmla="*/ 4198 h 10191"/>
                <a:gd name="connsiteX142" fmla="*/ 539 w 10039"/>
                <a:gd name="connsiteY142" fmla="*/ 4251 h 10191"/>
                <a:gd name="connsiteX143" fmla="*/ 587 w 10039"/>
                <a:gd name="connsiteY143" fmla="*/ 4482 h 10191"/>
                <a:gd name="connsiteX144" fmla="*/ 520 w 10039"/>
                <a:gd name="connsiteY144" fmla="*/ 4450 h 10191"/>
                <a:gd name="connsiteX145" fmla="*/ 613 w 10039"/>
                <a:gd name="connsiteY145" fmla="*/ 4728 h 10191"/>
                <a:gd name="connsiteX146" fmla="*/ 543 w 10039"/>
                <a:gd name="connsiteY146" fmla="*/ 4825 h 10191"/>
                <a:gd name="connsiteX147" fmla="*/ 520 w 10039"/>
                <a:gd name="connsiteY147" fmla="*/ 5087 h 10191"/>
                <a:gd name="connsiteX148" fmla="*/ 457 w 10039"/>
                <a:gd name="connsiteY148" fmla="*/ 5661 h 10191"/>
                <a:gd name="connsiteX149" fmla="*/ 441 w 10039"/>
                <a:gd name="connsiteY149" fmla="*/ 5789 h 10191"/>
                <a:gd name="connsiteX150" fmla="*/ 414 w 10039"/>
                <a:gd name="connsiteY150" fmla="*/ 6057 h 10191"/>
                <a:gd name="connsiteX151" fmla="*/ 448 w 10039"/>
                <a:gd name="connsiteY151" fmla="*/ 6504 h 10191"/>
                <a:gd name="connsiteX152" fmla="*/ 331 w 10039"/>
                <a:gd name="connsiteY152" fmla="*/ 6813 h 10191"/>
                <a:gd name="connsiteX153" fmla="*/ 299 w 10039"/>
                <a:gd name="connsiteY153" fmla="*/ 7070 h 10191"/>
                <a:gd name="connsiteX154" fmla="*/ 536 w 10039"/>
                <a:gd name="connsiteY154" fmla="*/ 7322 h 10191"/>
                <a:gd name="connsiteX155" fmla="*/ 584 w 10039"/>
                <a:gd name="connsiteY155" fmla="*/ 7611 h 10191"/>
                <a:gd name="connsiteX156" fmla="*/ 533 w 10039"/>
                <a:gd name="connsiteY156" fmla="*/ 8054 h 10191"/>
                <a:gd name="connsiteX157" fmla="*/ 589 w 10039"/>
                <a:gd name="connsiteY157" fmla="*/ 8289 h 10191"/>
                <a:gd name="connsiteX158" fmla="*/ 456 w 10039"/>
                <a:gd name="connsiteY158" fmla="*/ 8725 h 10191"/>
                <a:gd name="connsiteX0" fmla="*/ 428 w 10011"/>
                <a:gd name="connsiteY0" fmla="*/ 8725 h 10191"/>
                <a:gd name="connsiteX1" fmla="*/ 0 w 10011"/>
                <a:gd name="connsiteY1" fmla="*/ 9610 h 10191"/>
                <a:gd name="connsiteX2" fmla="*/ 181 w 10011"/>
                <a:gd name="connsiteY2" fmla="*/ 9819 h 10191"/>
                <a:gd name="connsiteX3" fmla="*/ 279 w 10011"/>
                <a:gd name="connsiteY3" fmla="*/ 9819 h 10191"/>
                <a:gd name="connsiteX4" fmla="*/ 445 w 10011"/>
                <a:gd name="connsiteY4" fmla="*/ 9819 h 10191"/>
                <a:gd name="connsiteX5" fmla="*/ 582 w 10011"/>
                <a:gd name="connsiteY5" fmla="*/ 9819 h 10191"/>
                <a:gd name="connsiteX6" fmla="*/ 586 w 10011"/>
                <a:gd name="connsiteY6" fmla="*/ 10002 h 10191"/>
                <a:gd name="connsiteX7" fmla="*/ 891 w 10011"/>
                <a:gd name="connsiteY7" fmla="*/ 9897 h 10191"/>
                <a:gd name="connsiteX8" fmla="*/ 1263 w 10011"/>
                <a:gd name="connsiteY8" fmla="*/ 10141 h 10191"/>
                <a:gd name="connsiteX9" fmla="*/ 1361 w 10011"/>
                <a:gd name="connsiteY9" fmla="*/ 10141 h 10191"/>
                <a:gd name="connsiteX10" fmla="*/ 1467 w 10011"/>
                <a:gd name="connsiteY10" fmla="*/ 10141 h 10191"/>
                <a:gd name="connsiteX11" fmla="*/ 1566 w 10011"/>
                <a:gd name="connsiteY11" fmla="*/ 10141 h 10191"/>
                <a:gd name="connsiteX12" fmla="*/ 1703 w 10011"/>
                <a:gd name="connsiteY12" fmla="*/ 10082 h 10191"/>
                <a:gd name="connsiteX13" fmla="*/ 1841 w 10011"/>
                <a:gd name="connsiteY13" fmla="*/ 9996 h 10191"/>
                <a:gd name="connsiteX14" fmla="*/ 2187 w 10011"/>
                <a:gd name="connsiteY14" fmla="*/ 10082 h 10191"/>
                <a:gd name="connsiteX15" fmla="*/ 2286 w 10011"/>
                <a:gd name="connsiteY15" fmla="*/ 10082 h 10191"/>
                <a:gd name="connsiteX16" fmla="*/ 2427 w 10011"/>
                <a:gd name="connsiteY16" fmla="*/ 10012 h 10191"/>
                <a:gd name="connsiteX17" fmla="*/ 2573 w 10011"/>
                <a:gd name="connsiteY17" fmla="*/ 9948 h 10191"/>
                <a:gd name="connsiteX18" fmla="*/ 2707 w 10011"/>
                <a:gd name="connsiteY18" fmla="*/ 9948 h 10191"/>
                <a:gd name="connsiteX19" fmla="*/ 2813 w 10011"/>
                <a:gd name="connsiteY19" fmla="*/ 9948 h 10191"/>
                <a:gd name="connsiteX20" fmla="*/ 2915 w 10011"/>
                <a:gd name="connsiteY20" fmla="*/ 9948 h 10191"/>
                <a:gd name="connsiteX21" fmla="*/ 3116 w 10011"/>
                <a:gd name="connsiteY21" fmla="*/ 9948 h 10191"/>
                <a:gd name="connsiteX22" fmla="*/ 3245 w 10011"/>
                <a:gd name="connsiteY22" fmla="*/ 10018 h 10191"/>
                <a:gd name="connsiteX23" fmla="*/ 3375 w 10011"/>
                <a:gd name="connsiteY23" fmla="*/ 10082 h 10191"/>
                <a:gd name="connsiteX24" fmla="*/ 3470 w 10011"/>
                <a:gd name="connsiteY24" fmla="*/ 10141 h 10191"/>
                <a:gd name="connsiteX25" fmla="*/ 3572 w 10011"/>
                <a:gd name="connsiteY25" fmla="*/ 10136 h 10191"/>
                <a:gd name="connsiteX26" fmla="*/ 3674 w 10011"/>
                <a:gd name="connsiteY26" fmla="*/ 10082 h 10191"/>
                <a:gd name="connsiteX27" fmla="*/ 3788 w 10011"/>
                <a:gd name="connsiteY27" fmla="*/ 10012 h 10191"/>
                <a:gd name="connsiteX28" fmla="*/ 3934 w 10011"/>
                <a:gd name="connsiteY28" fmla="*/ 9996 h 10191"/>
                <a:gd name="connsiteX29" fmla="*/ 4087 w 10011"/>
                <a:gd name="connsiteY29" fmla="*/ 10082 h 10191"/>
                <a:gd name="connsiteX30" fmla="*/ 4182 w 10011"/>
                <a:gd name="connsiteY30" fmla="*/ 10141 h 10191"/>
                <a:gd name="connsiteX31" fmla="*/ 4288 w 10011"/>
                <a:gd name="connsiteY31" fmla="*/ 10136 h 10191"/>
                <a:gd name="connsiteX32" fmla="*/ 4386 w 10011"/>
                <a:gd name="connsiteY32" fmla="*/ 10136 h 10191"/>
                <a:gd name="connsiteX33" fmla="*/ 4524 w 10011"/>
                <a:gd name="connsiteY33" fmla="*/ 10130 h 10191"/>
                <a:gd name="connsiteX34" fmla="*/ 4662 w 10011"/>
                <a:gd name="connsiteY34" fmla="*/ 10077 h 10191"/>
                <a:gd name="connsiteX35" fmla="*/ 4807 w 10011"/>
                <a:gd name="connsiteY35" fmla="*/ 10018 h 10191"/>
                <a:gd name="connsiteX36" fmla="*/ 5016 w 10011"/>
                <a:gd name="connsiteY36" fmla="*/ 9948 h 10191"/>
                <a:gd name="connsiteX37" fmla="*/ 5122 w 10011"/>
                <a:gd name="connsiteY37" fmla="*/ 9948 h 10191"/>
                <a:gd name="connsiteX38" fmla="*/ 5393 w 10011"/>
                <a:gd name="connsiteY38" fmla="*/ 9948 h 10191"/>
                <a:gd name="connsiteX39" fmla="*/ 5539 w 10011"/>
                <a:gd name="connsiteY39" fmla="*/ 9884 h 10191"/>
                <a:gd name="connsiteX40" fmla="*/ 5645 w 10011"/>
                <a:gd name="connsiteY40" fmla="*/ 9819 h 10191"/>
                <a:gd name="connsiteX41" fmla="*/ 5779 w 10011"/>
                <a:gd name="connsiteY41" fmla="*/ 9814 h 10191"/>
                <a:gd name="connsiteX42" fmla="*/ 5858 w 10011"/>
                <a:gd name="connsiteY42" fmla="*/ 9600 h 10191"/>
                <a:gd name="connsiteX43" fmla="*/ 6072 w 10011"/>
                <a:gd name="connsiteY43" fmla="*/ 9782 h 10191"/>
                <a:gd name="connsiteX44" fmla="*/ 6440 w 10011"/>
                <a:gd name="connsiteY44" fmla="*/ 9691 h 10191"/>
                <a:gd name="connsiteX45" fmla="*/ 6542 w 10011"/>
                <a:gd name="connsiteY45" fmla="*/ 9691 h 10191"/>
                <a:gd name="connsiteX46" fmla="*/ 6644 w 10011"/>
                <a:gd name="connsiteY46" fmla="*/ 9627 h 10191"/>
                <a:gd name="connsiteX47" fmla="*/ 6751 w 10011"/>
                <a:gd name="connsiteY47" fmla="*/ 9627 h 10191"/>
                <a:gd name="connsiteX48" fmla="*/ 6888 w 10011"/>
                <a:gd name="connsiteY48" fmla="*/ 9627 h 10191"/>
                <a:gd name="connsiteX49" fmla="*/ 7022 w 10011"/>
                <a:gd name="connsiteY49" fmla="*/ 9627 h 10191"/>
                <a:gd name="connsiteX50" fmla="*/ 7266 w 10011"/>
                <a:gd name="connsiteY50" fmla="*/ 9630 h 10191"/>
                <a:gd name="connsiteX51" fmla="*/ 7537 w 10011"/>
                <a:gd name="connsiteY51" fmla="*/ 9557 h 10191"/>
                <a:gd name="connsiteX52" fmla="*/ 7667 w 10011"/>
                <a:gd name="connsiteY52" fmla="*/ 9627 h 10191"/>
                <a:gd name="connsiteX53" fmla="*/ 7805 w 10011"/>
                <a:gd name="connsiteY53" fmla="*/ 9627 h 10191"/>
                <a:gd name="connsiteX54" fmla="*/ 7970 w 10011"/>
                <a:gd name="connsiteY54" fmla="*/ 9627 h 10191"/>
                <a:gd name="connsiteX55" fmla="*/ 8084 w 10011"/>
                <a:gd name="connsiteY55" fmla="*/ 9562 h 10191"/>
                <a:gd name="connsiteX56" fmla="*/ 8159 w 10011"/>
                <a:gd name="connsiteY56" fmla="*/ 9600 h 10191"/>
                <a:gd name="connsiteX57" fmla="*/ 8466 w 10011"/>
                <a:gd name="connsiteY57" fmla="*/ 9622 h 10191"/>
                <a:gd name="connsiteX58" fmla="*/ 8615 w 10011"/>
                <a:gd name="connsiteY58" fmla="*/ 9375 h 10191"/>
                <a:gd name="connsiteX59" fmla="*/ 8732 w 10011"/>
                <a:gd name="connsiteY59" fmla="*/ 9454 h 10191"/>
                <a:gd name="connsiteX60" fmla="*/ 8979 w 10011"/>
                <a:gd name="connsiteY60" fmla="*/ 9391 h 10191"/>
                <a:gd name="connsiteX61" fmla="*/ 9141 w 10011"/>
                <a:gd name="connsiteY61" fmla="*/ 9437 h 10191"/>
                <a:gd name="connsiteX62" fmla="*/ 9496 w 10011"/>
                <a:gd name="connsiteY62" fmla="*/ 9280 h 10191"/>
                <a:gd name="connsiteX63" fmla="*/ 9630 w 10011"/>
                <a:gd name="connsiteY63" fmla="*/ 8506 h 10191"/>
                <a:gd name="connsiteX64" fmla="*/ 9630 w 10011"/>
                <a:gd name="connsiteY64" fmla="*/ 7515 h 10191"/>
                <a:gd name="connsiteX65" fmla="*/ 9670 w 10011"/>
                <a:gd name="connsiteY65" fmla="*/ 7236 h 10191"/>
                <a:gd name="connsiteX66" fmla="*/ 9709 w 10011"/>
                <a:gd name="connsiteY66" fmla="*/ 6749 h 10191"/>
                <a:gd name="connsiteX67" fmla="*/ 9740 w 10011"/>
                <a:gd name="connsiteY67" fmla="*/ 6486 h 10191"/>
                <a:gd name="connsiteX68" fmla="*/ 9897 w 10011"/>
                <a:gd name="connsiteY68" fmla="*/ 6052 h 10191"/>
                <a:gd name="connsiteX69" fmla="*/ 9851 w 10011"/>
                <a:gd name="connsiteY69" fmla="*/ 5463 h 10191"/>
                <a:gd name="connsiteX70" fmla="*/ 9975 w 10011"/>
                <a:gd name="connsiteY70" fmla="*/ 4988 h 10191"/>
                <a:gd name="connsiteX71" fmla="*/ 9941 w 10011"/>
                <a:gd name="connsiteY71" fmla="*/ 4632 h 10191"/>
                <a:gd name="connsiteX72" fmla="*/ 9976 w 10011"/>
                <a:gd name="connsiteY72" fmla="*/ 4316 h 10191"/>
                <a:gd name="connsiteX73" fmla="*/ 9996 w 10011"/>
                <a:gd name="connsiteY73" fmla="*/ 4123 h 10191"/>
                <a:gd name="connsiteX74" fmla="*/ 9953 w 10011"/>
                <a:gd name="connsiteY74" fmla="*/ 3924 h 10191"/>
                <a:gd name="connsiteX75" fmla="*/ 9937 w 10011"/>
                <a:gd name="connsiteY75" fmla="*/ 3742 h 10191"/>
                <a:gd name="connsiteX76" fmla="*/ 9969 w 10011"/>
                <a:gd name="connsiteY76" fmla="*/ 3485 h 10191"/>
                <a:gd name="connsiteX77" fmla="*/ 10000 w 10011"/>
                <a:gd name="connsiteY77" fmla="*/ 3164 h 10191"/>
                <a:gd name="connsiteX78" fmla="*/ 9906 w 10011"/>
                <a:gd name="connsiteY78" fmla="*/ 2713 h 10191"/>
                <a:gd name="connsiteX79" fmla="*/ 9692 w 10011"/>
                <a:gd name="connsiteY79" fmla="*/ 2307 h 10191"/>
                <a:gd name="connsiteX80" fmla="*/ 9700 w 10011"/>
                <a:gd name="connsiteY80" fmla="*/ 1103 h 10191"/>
                <a:gd name="connsiteX81" fmla="*/ 9521 w 10011"/>
                <a:gd name="connsiteY81" fmla="*/ 1125 h 10191"/>
                <a:gd name="connsiteX82" fmla="*/ 9354 w 10011"/>
                <a:gd name="connsiteY82" fmla="*/ 878 h 10191"/>
                <a:gd name="connsiteX83" fmla="*/ 9056 w 10011"/>
                <a:gd name="connsiteY83" fmla="*/ 1025 h 10191"/>
                <a:gd name="connsiteX84" fmla="*/ 8951 w 10011"/>
                <a:gd name="connsiteY84" fmla="*/ 1291 h 10191"/>
                <a:gd name="connsiteX85" fmla="*/ 8749 w 10011"/>
                <a:gd name="connsiteY85" fmla="*/ 1245 h 10191"/>
                <a:gd name="connsiteX86" fmla="*/ 8615 w 10011"/>
                <a:gd name="connsiteY86" fmla="*/ 1245 h 10191"/>
                <a:gd name="connsiteX87" fmla="*/ 8485 w 10011"/>
                <a:gd name="connsiteY87" fmla="*/ 1175 h 10191"/>
                <a:gd name="connsiteX88" fmla="*/ 8356 w 10011"/>
                <a:gd name="connsiteY88" fmla="*/ 1175 h 10191"/>
                <a:gd name="connsiteX89" fmla="*/ 8190 w 10011"/>
                <a:gd name="connsiteY89" fmla="*/ 1111 h 10191"/>
                <a:gd name="connsiteX90" fmla="*/ 8057 w 10011"/>
                <a:gd name="connsiteY90" fmla="*/ 929 h 10191"/>
                <a:gd name="connsiteX91" fmla="*/ 7616 w 10011"/>
                <a:gd name="connsiteY91" fmla="*/ 736 h 10191"/>
                <a:gd name="connsiteX92" fmla="*/ 7482 w 10011"/>
                <a:gd name="connsiteY92" fmla="*/ 730 h 10191"/>
                <a:gd name="connsiteX93" fmla="*/ 7427 w 10011"/>
                <a:gd name="connsiteY93" fmla="*/ 929 h 10191"/>
                <a:gd name="connsiteX94" fmla="*/ 7345 w 10011"/>
                <a:gd name="connsiteY94" fmla="*/ 736 h 10191"/>
                <a:gd name="connsiteX95" fmla="*/ 7144 w 10011"/>
                <a:gd name="connsiteY95" fmla="*/ 736 h 10191"/>
                <a:gd name="connsiteX96" fmla="*/ 7042 w 10011"/>
                <a:gd name="connsiteY96" fmla="*/ 730 h 10191"/>
                <a:gd name="connsiteX97" fmla="*/ 7010 w 10011"/>
                <a:gd name="connsiteY97" fmla="*/ 934 h 10191"/>
                <a:gd name="connsiteX98" fmla="*/ 6849 w 10011"/>
                <a:gd name="connsiteY98" fmla="*/ 607 h 10191"/>
                <a:gd name="connsiteX99" fmla="*/ 6715 w 10011"/>
                <a:gd name="connsiteY99" fmla="*/ 602 h 10191"/>
                <a:gd name="connsiteX100" fmla="*/ 6633 w 10011"/>
                <a:gd name="connsiteY100" fmla="*/ 538 h 10191"/>
                <a:gd name="connsiteX101" fmla="*/ 6235 w 10011"/>
                <a:gd name="connsiteY101" fmla="*/ 350 h 10191"/>
                <a:gd name="connsiteX102" fmla="*/ 6105 w 10011"/>
                <a:gd name="connsiteY102" fmla="*/ 280 h 10191"/>
                <a:gd name="connsiteX103" fmla="*/ 6050 w 10011"/>
                <a:gd name="connsiteY103" fmla="*/ 146 h 10191"/>
                <a:gd name="connsiteX104" fmla="*/ 5712 w 10011"/>
                <a:gd name="connsiteY104" fmla="*/ 162 h 10191"/>
                <a:gd name="connsiteX105" fmla="*/ 5511 w 10011"/>
                <a:gd name="connsiteY105" fmla="*/ 157 h 10191"/>
                <a:gd name="connsiteX106" fmla="*/ 5421 w 10011"/>
                <a:gd name="connsiteY106" fmla="*/ 146 h 10191"/>
                <a:gd name="connsiteX107" fmla="*/ 5201 w 10011"/>
                <a:gd name="connsiteY107" fmla="*/ 157 h 10191"/>
                <a:gd name="connsiteX108" fmla="*/ 5102 w 10011"/>
                <a:gd name="connsiteY108" fmla="*/ 162 h 10191"/>
                <a:gd name="connsiteX109" fmla="*/ 5008 w 10011"/>
                <a:gd name="connsiteY109" fmla="*/ 141 h 10191"/>
                <a:gd name="connsiteX110" fmla="*/ 4929 w 10011"/>
                <a:gd name="connsiteY110" fmla="*/ 162 h 10191"/>
                <a:gd name="connsiteX111" fmla="*/ 4565 w 10011"/>
                <a:gd name="connsiteY111" fmla="*/ 268 h 10191"/>
                <a:gd name="connsiteX112" fmla="*/ 4234 w 10011"/>
                <a:gd name="connsiteY112" fmla="*/ 345 h 10191"/>
                <a:gd name="connsiteX113" fmla="*/ 3875 w 10011"/>
                <a:gd name="connsiteY113" fmla="*/ 162 h 10191"/>
                <a:gd name="connsiteX114" fmla="*/ 3749 w 10011"/>
                <a:gd name="connsiteY114" fmla="*/ 146 h 10191"/>
                <a:gd name="connsiteX115" fmla="*/ 3541 w 10011"/>
                <a:gd name="connsiteY115" fmla="*/ 162 h 10191"/>
                <a:gd name="connsiteX116" fmla="*/ 3403 w 10011"/>
                <a:gd name="connsiteY116" fmla="*/ 162 h 10191"/>
                <a:gd name="connsiteX117" fmla="*/ 3332 w 10011"/>
                <a:gd name="connsiteY117" fmla="*/ 141 h 10191"/>
                <a:gd name="connsiteX118" fmla="*/ 3068 w 10011"/>
                <a:gd name="connsiteY118" fmla="*/ 162 h 10191"/>
                <a:gd name="connsiteX119" fmla="*/ 2931 w 10011"/>
                <a:gd name="connsiteY119" fmla="*/ 157 h 10191"/>
                <a:gd name="connsiteX120" fmla="*/ 2825 w 10011"/>
                <a:gd name="connsiteY120" fmla="*/ 162 h 10191"/>
                <a:gd name="connsiteX121" fmla="*/ 2707 w 10011"/>
                <a:gd name="connsiteY121" fmla="*/ 146 h 10191"/>
                <a:gd name="connsiteX122" fmla="*/ 2290 w 10011"/>
                <a:gd name="connsiteY122" fmla="*/ 146 h 10191"/>
                <a:gd name="connsiteX123" fmla="*/ 1912 w 10011"/>
                <a:gd name="connsiteY123" fmla="*/ 479 h 10191"/>
                <a:gd name="connsiteX124" fmla="*/ 1794 w 10011"/>
                <a:gd name="connsiteY124" fmla="*/ 607 h 10191"/>
                <a:gd name="connsiteX125" fmla="*/ 1692 w 10011"/>
                <a:gd name="connsiteY125" fmla="*/ 607 h 10191"/>
                <a:gd name="connsiteX126" fmla="*/ 1617 w 10011"/>
                <a:gd name="connsiteY126" fmla="*/ 538 h 10191"/>
                <a:gd name="connsiteX127" fmla="*/ 1452 w 10011"/>
                <a:gd name="connsiteY127" fmla="*/ 923 h 10191"/>
                <a:gd name="connsiteX128" fmla="*/ 1310 w 10011"/>
                <a:gd name="connsiteY128" fmla="*/ 993 h 10191"/>
                <a:gd name="connsiteX129" fmla="*/ 1255 w 10011"/>
                <a:gd name="connsiteY129" fmla="*/ 1181 h 10191"/>
                <a:gd name="connsiteX130" fmla="*/ 1109 w 10011"/>
                <a:gd name="connsiteY130" fmla="*/ 1331 h 10191"/>
                <a:gd name="connsiteX131" fmla="*/ 1090 w 10011"/>
                <a:gd name="connsiteY131" fmla="*/ 1433 h 10191"/>
                <a:gd name="connsiteX132" fmla="*/ 1027 w 10011"/>
                <a:gd name="connsiteY132" fmla="*/ 1700 h 10191"/>
                <a:gd name="connsiteX133" fmla="*/ 901 w 10011"/>
                <a:gd name="connsiteY133" fmla="*/ 1958 h 10191"/>
                <a:gd name="connsiteX134" fmla="*/ 818 w 10011"/>
                <a:gd name="connsiteY134" fmla="*/ 2118 h 10191"/>
                <a:gd name="connsiteX135" fmla="*/ 822 w 10011"/>
                <a:gd name="connsiteY135" fmla="*/ 2654 h 10191"/>
                <a:gd name="connsiteX136" fmla="*/ 799 w 10011"/>
                <a:gd name="connsiteY136" fmla="*/ 2912 h 10191"/>
                <a:gd name="connsiteX137" fmla="*/ 838 w 10011"/>
                <a:gd name="connsiteY137" fmla="*/ 3223 h 10191"/>
                <a:gd name="connsiteX138" fmla="*/ 744 w 10011"/>
                <a:gd name="connsiteY138" fmla="*/ 3421 h 10191"/>
                <a:gd name="connsiteX139" fmla="*/ 645 w 10011"/>
                <a:gd name="connsiteY139" fmla="*/ 3694 h 10191"/>
                <a:gd name="connsiteX140" fmla="*/ 622 w 10011"/>
                <a:gd name="connsiteY140" fmla="*/ 4198 h 10191"/>
                <a:gd name="connsiteX141" fmla="*/ 511 w 10011"/>
                <a:gd name="connsiteY141" fmla="*/ 4251 h 10191"/>
                <a:gd name="connsiteX142" fmla="*/ 559 w 10011"/>
                <a:gd name="connsiteY142" fmla="*/ 4482 h 10191"/>
                <a:gd name="connsiteX143" fmla="*/ 492 w 10011"/>
                <a:gd name="connsiteY143" fmla="*/ 4450 h 10191"/>
                <a:gd name="connsiteX144" fmla="*/ 585 w 10011"/>
                <a:gd name="connsiteY144" fmla="*/ 4728 h 10191"/>
                <a:gd name="connsiteX145" fmla="*/ 515 w 10011"/>
                <a:gd name="connsiteY145" fmla="*/ 4825 h 10191"/>
                <a:gd name="connsiteX146" fmla="*/ 492 w 10011"/>
                <a:gd name="connsiteY146" fmla="*/ 5087 h 10191"/>
                <a:gd name="connsiteX147" fmla="*/ 429 w 10011"/>
                <a:gd name="connsiteY147" fmla="*/ 5661 h 10191"/>
                <a:gd name="connsiteX148" fmla="*/ 413 w 10011"/>
                <a:gd name="connsiteY148" fmla="*/ 5789 h 10191"/>
                <a:gd name="connsiteX149" fmla="*/ 386 w 10011"/>
                <a:gd name="connsiteY149" fmla="*/ 6057 h 10191"/>
                <a:gd name="connsiteX150" fmla="*/ 420 w 10011"/>
                <a:gd name="connsiteY150" fmla="*/ 6504 h 10191"/>
                <a:gd name="connsiteX151" fmla="*/ 303 w 10011"/>
                <a:gd name="connsiteY151" fmla="*/ 6813 h 10191"/>
                <a:gd name="connsiteX152" fmla="*/ 271 w 10011"/>
                <a:gd name="connsiteY152" fmla="*/ 7070 h 10191"/>
                <a:gd name="connsiteX153" fmla="*/ 508 w 10011"/>
                <a:gd name="connsiteY153" fmla="*/ 7322 h 10191"/>
                <a:gd name="connsiteX154" fmla="*/ 556 w 10011"/>
                <a:gd name="connsiteY154" fmla="*/ 7611 h 10191"/>
                <a:gd name="connsiteX155" fmla="*/ 505 w 10011"/>
                <a:gd name="connsiteY155" fmla="*/ 8054 h 10191"/>
                <a:gd name="connsiteX156" fmla="*/ 561 w 10011"/>
                <a:gd name="connsiteY156" fmla="*/ 8289 h 10191"/>
                <a:gd name="connsiteX157" fmla="*/ 428 w 10011"/>
                <a:gd name="connsiteY157" fmla="*/ 8725 h 10191"/>
                <a:gd name="connsiteX0" fmla="*/ 247 w 9830"/>
                <a:gd name="connsiteY0" fmla="*/ 8725 h 10191"/>
                <a:gd name="connsiteX1" fmla="*/ 0 w 9830"/>
                <a:gd name="connsiteY1" fmla="*/ 9819 h 10191"/>
                <a:gd name="connsiteX2" fmla="*/ 98 w 9830"/>
                <a:gd name="connsiteY2" fmla="*/ 9819 h 10191"/>
                <a:gd name="connsiteX3" fmla="*/ 264 w 9830"/>
                <a:gd name="connsiteY3" fmla="*/ 9819 h 10191"/>
                <a:gd name="connsiteX4" fmla="*/ 401 w 9830"/>
                <a:gd name="connsiteY4" fmla="*/ 9819 h 10191"/>
                <a:gd name="connsiteX5" fmla="*/ 405 w 9830"/>
                <a:gd name="connsiteY5" fmla="*/ 10002 h 10191"/>
                <a:gd name="connsiteX6" fmla="*/ 710 w 9830"/>
                <a:gd name="connsiteY6" fmla="*/ 9897 h 10191"/>
                <a:gd name="connsiteX7" fmla="*/ 1082 w 9830"/>
                <a:gd name="connsiteY7" fmla="*/ 10141 h 10191"/>
                <a:gd name="connsiteX8" fmla="*/ 1180 w 9830"/>
                <a:gd name="connsiteY8" fmla="*/ 10141 h 10191"/>
                <a:gd name="connsiteX9" fmla="*/ 1286 w 9830"/>
                <a:gd name="connsiteY9" fmla="*/ 10141 h 10191"/>
                <a:gd name="connsiteX10" fmla="*/ 1385 w 9830"/>
                <a:gd name="connsiteY10" fmla="*/ 10141 h 10191"/>
                <a:gd name="connsiteX11" fmla="*/ 1522 w 9830"/>
                <a:gd name="connsiteY11" fmla="*/ 10082 h 10191"/>
                <a:gd name="connsiteX12" fmla="*/ 1660 w 9830"/>
                <a:gd name="connsiteY12" fmla="*/ 9996 h 10191"/>
                <a:gd name="connsiteX13" fmla="*/ 2006 w 9830"/>
                <a:gd name="connsiteY13" fmla="*/ 10082 h 10191"/>
                <a:gd name="connsiteX14" fmla="*/ 2105 w 9830"/>
                <a:gd name="connsiteY14" fmla="*/ 10082 h 10191"/>
                <a:gd name="connsiteX15" fmla="*/ 2246 w 9830"/>
                <a:gd name="connsiteY15" fmla="*/ 10012 h 10191"/>
                <a:gd name="connsiteX16" fmla="*/ 2392 w 9830"/>
                <a:gd name="connsiteY16" fmla="*/ 9948 h 10191"/>
                <a:gd name="connsiteX17" fmla="*/ 2526 w 9830"/>
                <a:gd name="connsiteY17" fmla="*/ 9948 h 10191"/>
                <a:gd name="connsiteX18" fmla="*/ 2632 w 9830"/>
                <a:gd name="connsiteY18" fmla="*/ 9948 h 10191"/>
                <a:gd name="connsiteX19" fmla="*/ 2734 w 9830"/>
                <a:gd name="connsiteY19" fmla="*/ 9948 h 10191"/>
                <a:gd name="connsiteX20" fmla="*/ 2935 w 9830"/>
                <a:gd name="connsiteY20" fmla="*/ 9948 h 10191"/>
                <a:gd name="connsiteX21" fmla="*/ 3064 w 9830"/>
                <a:gd name="connsiteY21" fmla="*/ 10018 h 10191"/>
                <a:gd name="connsiteX22" fmla="*/ 3194 w 9830"/>
                <a:gd name="connsiteY22" fmla="*/ 10082 h 10191"/>
                <a:gd name="connsiteX23" fmla="*/ 3289 w 9830"/>
                <a:gd name="connsiteY23" fmla="*/ 10141 h 10191"/>
                <a:gd name="connsiteX24" fmla="*/ 3391 w 9830"/>
                <a:gd name="connsiteY24" fmla="*/ 10136 h 10191"/>
                <a:gd name="connsiteX25" fmla="*/ 3493 w 9830"/>
                <a:gd name="connsiteY25" fmla="*/ 10082 h 10191"/>
                <a:gd name="connsiteX26" fmla="*/ 3607 w 9830"/>
                <a:gd name="connsiteY26" fmla="*/ 10012 h 10191"/>
                <a:gd name="connsiteX27" fmla="*/ 3753 w 9830"/>
                <a:gd name="connsiteY27" fmla="*/ 9996 h 10191"/>
                <a:gd name="connsiteX28" fmla="*/ 3906 w 9830"/>
                <a:gd name="connsiteY28" fmla="*/ 10082 h 10191"/>
                <a:gd name="connsiteX29" fmla="*/ 4001 w 9830"/>
                <a:gd name="connsiteY29" fmla="*/ 10141 h 10191"/>
                <a:gd name="connsiteX30" fmla="*/ 4107 w 9830"/>
                <a:gd name="connsiteY30" fmla="*/ 10136 h 10191"/>
                <a:gd name="connsiteX31" fmla="*/ 4205 w 9830"/>
                <a:gd name="connsiteY31" fmla="*/ 10136 h 10191"/>
                <a:gd name="connsiteX32" fmla="*/ 4343 w 9830"/>
                <a:gd name="connsiteY32" fmla="*/ 10130 h 10191"/>
                <a:gd name="connsiteX33" fmla="*/ 4481 w 9830"/>
                <a:gd name="connsiteY33" fmla="*/ 10077 h 10191"/>
                <a:gd name="connsiteX34" fmla="*/ 4626 w 9830"/>
                <a:gd name="connsiteY34" fmla="*/ 10018 h 10191"/>
                <a:gd name="connsiteX35" fmla="*/ 4835 w 9830"/>
                <a:gd name="connsiteY35" fmla="*/ 9948 h 10191"/>
                <a:gd name="connsiteX36" fmla="*/ 4941 w 9830"/>
                <a:gd name="connsiteY36" fmla="*/ 9948 h 10191"/>
                <a:gd name="connsiteX37" fmla="*/ 5212 w 9830"/>
                <a:gd name="connsiteY37" fmla="*/ 9948 h 10191"/>
                <a:gd name="connsiteX38" fmla="*/ 5358 w 9830"/>
                <a:gd name="connsiteY38" fmla="*/ 9884 h 10191"/>
                <a:gd name="connsiteX39" fmla="*/ 5464 w 9830"/>
                <a:gd name="connsiteY39" fmla="*/ 9819 h 10191"/>
                <a:gd name="connsiteX40" fmla="*/ 5598 w 9830"/>
                <a:gd name="connsiteY40" fmla="*/ 9814 h 10191"/>
                <a:gd name="connsiteX41" fmla="*/ 5677 w 9830"/>
                <a:gd name="connsiteY41" fmla="*/ 9600 h 10191"/>
                <a:gd name="connsiteX42" fmla="*/ 5891 w 9830"/>
                <a:gd name="connsiteY42" fmla="*/ 9782 h 10191"/>
                <a:gd name="connsiteX43" fmla="*/ 6259 w 9830"/>
                <a:gd name="connsiteY43" fmla="*/ 9691 h 10191"/>
                <a:gd name="connsiteX44" fmla="*/ 6361 w 9830"/>
                <a:gd name="connsiteY44" fmla="*/ 9691 h 10191"/>
                <a:gd name="connsiteX45" fmla="*/ 6463 w 9830"/>
                <a:gd name="connsiteY45" fmla="*/ 9627 h 10191"/>
                <a:gd name="connsiteX46" fmla="*/ 6570 w 9830"/>
                <a:gd name="connsiteY46" fmla="*/ 9627 h 10191"/>
                <a:gd name="connsiteX47" fmla="*/ 6707 w 9830"/>
                <a:gd name="connsiteY47" fmla="*/ 9627 h 10191"/>
                <a:gd name="connsiteX48" fmla="*/ 6841 w 9830"/>
                <a:gd name="connsiteY48" fmla="*/ 9627 h 10191"/>
                <a:gd name="connsiteX49" fmla="*/ 7085 w 9830"/>
                <a:gd name="connsiteY49" fmla="*/ 9630 h 10191"/>
                <a:gd name="connsiteX50" fmla="*/ 7356 w 9830"/>
                <a:gd name="connsiteY50" fmla="*/ 9557 h 10191"/>
                <a:gd name="connsiteX51" fmla="*/ 7486 w 9830"/>
                <a:gd name="connsiteY51" fmla="*/ 9627 h 10191"/>
                <a:gd name="connsiteX52" fmla="*/ 7624 w 9830"/>
                <a:gd name="connsiteY52" fmla="*/ 9627 h 10191"/>
                <a:gd name="connsiteX53" fmla="*/ 7789 w 9830"/>
                <a:gd name="connsiteY53" fmla="*/ 9627 h 10191"/>
                <a:gd name="connsiteX54" fmla="*/ 7903 w 9830"/>
                <a:gd name="connsiteY54" fmla="*/ 9562 h 10191"/>
                <a:gd name="connsiteX55" fmla="*/ 7978 w 9830"/>
                <a:gd name="connsiteY55" fmla="*/ 9600 h 10191"/>
                <a:gd name="connsiteX56" fmla="*/ 8285 w 9830"/>
                <a:gd name="connsiteY56" fmla="*/ 9622 h 10191"/>
                <a:gd name="connsiteX57" fmla="*/ 8434 w 9830"/>
                <a:gd name="connsiteY57" fmla="*/ 9375 h 10191"/>
                <a:gd name="connsiteX58" fmla="*/ 8551 w 9830"/>
                <a:gd name="connsiteY58" fmla="*/ 9454 h 10191"/>
                <a:gd name="connsiteX59" fmla="*/ 8798 w 9830"/>
                <a:gd name="connsiteY59" fmla="*/ 9391 h 10191"/>
                <a:gd name="connsiteX60" fmla="*/ 8960 w 9830"/>
                <a:gd name="connsiteY60" fmla="*/ 9437 h 10191"/>
                <a:gd name="connsiteX61" fmla="*/ 9315 w 9830"/>
                <a:gd name="connsiteY61" fmla="*/ 9280 h 10191"/>
                <a:gd name="connsiteX62" fmla="*/ 9449 w 9830"/>
                <a:gd name="connsiteY62" fmla="*/ 8506 h 10191"/>
                <a:gd name="connsiteX63" fmla="*/ 9449 w 9830"/>
                <a:gd name="connsiteY63" fmla="*/ 7515 h 10191"/>
                <a:gd name="connsiteX64" fmla="*/ 9489 w 9830"/>
                <a:gd name="connsiteY64" fmla="*/ 7236 h 10191"/>
                <a:gd name="connsiteX65" fmla="*/ 9528 w 9830"/>
                <a:gd name="connsiteY65" fmla="*/ 6749 h 10191"/>
                <a:gd name="connsiteX66" fmla="*/ 9559 w 9830"/>
                <a:gd name="connsiteY66" fmla="*/ 6486 h 10191"/>
                <a:gd name="connsiteX67" fmla="*/ 9716 w 9830"/>
                <a:gd name="connsiteY67" fmla="*/ 6052 h 10191"/>
                <a:gd name="connsiteX68" fmla="*/ 9670 w 9830"/>
                <a:gd name="connsiteY68" fmla="*/ 5463 h 10191"/>
                <a:gd name="connsiteX69" fmla="*/ 9794 w 9830"/>
                <a:gd name="connsiteY69" fmla="*/ 4988 h 10191"/>
                <a:gd name="connsiteX70" fmla="*/ 9760 w 9830"/>
                <a:gd name="connsiteY70" fmla="*/ 4632 h 10191"/>
                <a:gd name="connsiteX71" fmla="*/ 9795 w 9830"/>
                <a:gd name="connsiteY71" fmla="*/ 4316 h 10191"/>
                <a:gd name="connsiteX72" fmla="*/ 9815 w 9830"/>
                <a:gd name="connsiteY72" fmla="*/ 4123 h 10191"/>
                <a:gd name="connsiteX73" fmla="*/ 9772 w 9830"/>
                <a:gd name="connsiteY73" fmla="*/ 3924 h 10191"/>
                <a:gd name="connsiteX74" fmla="*/ 9756 w 9830"/>
                <a:gd name="connsiteY74" fmla="*/ 3742 h 10191"/>
                <a:gd name="connsiteX75" fmla="*/ 9788 w 9830"/>
                <a:gd name="connsiteY75" fmla="*/ 3485 h 10191"/>
                <a:gd name="connsiteX76" fmla="*/ 9819 w 9830"/>
                <a:gd name="connsiteY76" fmla="*/ 3164 h 10191"/>
                <a:gd name="connsiteX77" fmla="*/ 9725 w 9830"/>
                <a:gd name="connsiteY77" fmla="*/ 2713 h 10191"/>
                <a:gd name="connsiteX78" fmla="*/ 9511 w 9830"/>
                <a:gd name="connsiteY78" fmla="*/ 2307 h 10191"/>
                <a:gd name="connsiteX79" fmla="*/ 9519 w 9830"/>
                <a:gd name="connsiteY79" fmla="*/ 1103 h 10191"/>
                <a:gd name="connsiteX80" fmla="*/ 9340 w 9830"/>
                <a:gd name="connsiteY80" fmla="*/ 1125 h 10191"/>
                <a:gd name="connsiteX81" fmla="*/ 9173 w 9830"/>
                <a:gd name="connsiteY81" fmla="*/ 878 h 10191"/>
                <a:gd name="connsiteX82" fmla="*/ 8875 w 9830"/>
                <a:gd name="connsiteY82" fmla="*/ 1025 h 10191"/>
                <a:gd name="connsiteX83" fmla="*/ 8770 w 9830"/>
                <a:gd name="connsiteY83" fmla="*/ 1291 h 10191"/>
                <a:gd name="connsiteX84" fmla="*/ 8568 w 9830"/>
                <a:gd name="connsiteY84" fmla="*/ 1245 h 10191"/>
                <a:gd name="connsiteX85" fmla="*/ 8434 w 9830"/>
                <a:gd name="connsiteY85" fmla="*/ 1245 h 10191"/>
                <a:gd name="connsiteX86" fmla="*/ 8304 w 9830"/>
                <a:gd name="connsiteY86" fmla="*/ 1175 h 10191"/>
                <a:gd name="connsiteX87" fmla="*/ 8175 w 9830"/>
                <a:gd name="connsiteY87" fmla="*/ 1175 h 10191"/>
                <a:gd name="connsiteX88" fmla="*/ 8009 w 9830"/>
                <a:gd name="connsiteY88" fmla="*/ 1111 h 10191"/>
                <a:gd name="connsiteX89" fmla="*/ 7876 w 9830"/>
                <a:gd name="connsiteY89" fmla="*/ 929 h 10191"/>
                <a:gd name="connsiteX90" fmla="*/ 7435 w 9830"/>
                <a:gd name="connsiteY90" fmla="*/ 736 h 10191"/>
                <a:gd name="connsiteX91" fmla="*/ 7301 w 9830"/>
                <a:gd name="connsiteY91" fmla="*/ 730 h 10191"/>
                <a:gd name="connsiteX92" fmla="*/ 7246 w 9830"/>
                <a:gd name="connsiteY92" fmla="*/ 929 h 10191"/>
                <a:gd name="connsiteX93" fmla="*/ 7164 w 9830"/>
                <a:gd name="connsiteY93" fmla="*/ 736 h 10191"/>
                <a:gd name="connsiteX94" fmla="*/ 6963 w 9830"/>
                <a:gd name="connsiteY94" fmla="*/ 736 h 10191"/>
                <a:gd name="connsiteX95" fmla="*/ 6861 w 9830"/>
                <a:gd name="connsiteY95" fmla="*/ 730 h 10191"/>
                <a:gd name="connsiteX96" fmla="*/ 6829 w 9830"/>
                <a:gd name="connsiteY96" fmla="*/ 934 h 10191"/>
                <a:gd name="connsiteX97" fmla="*/ 6668 w 9830"/>
                <a:gd name="connsiteY97" fmla="*/ 607 h 10191"/>
                <a:gd name="connsiteX98" fmla="*/ 6534 w 9830"/>
                <a:gd name="connsiteY98" fmla="*/ 602 h 10191"/>
                <a:gd name="connsiteX99" fmla="*/ 6452 w 9830"/>
                <a:gd name="connsiteY99" fmla="*/ 538 h 10191"/>
                <a:gd name="connsiteX100" fmla="*/ 6054 w 9830"/>
                <a:gd name="connsiteY100" fmla="*/ 350 h 10191"/>
                <a:gd name="connsiteX101" fmla="*/ 5924 w 9830"/>
                <a:gd name="connsiteY101" fmla="*/ 280 h 10191"/>
                <a:gd name="connsiteX102" fmla="*/ 5869 w 9830"/>
                <a:gd name="connsiteY102" fmla="*/ 146 h 10191"/>
                <a:gd name="connsiteX103" fmla="*/ 5531 w 9830"/>
                <a:gd name="connsiteY103" fmla="*/ 162 h 10191"/>
                <a:gd name="connsiteX104" fmla="*/ 5330 w 9830"/>
                <a:gd name="connsiteY104" fmla="*/ 157 h 10191"/>
                <a:gd name="connsiteX105" fmla="*/ 5240 w 9830"/>
                <a:gd name="connsiteY105" fmla="*/ 146 h 10191"/>
                <a:gd name="connsiteX106" fmla="*/ 5020 w 9830"/>
                <a:gd name="connsiteY106" fmla="*/ 157 h 10191"/>
                <a:gd name="connsiteX107" fmla="*/ 4921 w 9830"/>
                <a:gd name="connsiteY107" fmla="*/ 162 h 10191"/>
                <a:gd name="connsiteX108" fmla="*/ 4827 w 9830"/>
                <a:gd name="connsiteY108" fmla="*/ 141 h 10191"/>
                <a:gd name="connsiteX109" fmla="*/ 4748 w 9830"/>
                <a:gd name="connsiteY109" fmla="*/ 162 h 10191"/>
                <a:gd name="connsiteX110" fmla="*/ 4384 w 9830"/>
                <a:gd name="connsiteY110" fmla="*/ 268 h 10191"/>
                <a:gd name="connsiteX111" fmla="*/ 4053 w 9830"/>
                <a:gd name="connsiteY111" fmla="*/ 345 h 10191"/>
                <a:gd name="connsiteX112" fmla="*/ 3694 w 9830"/>
                <a:gd name="connsiteY112" fmla="*/ 162 h 10191"/>
                <a:gd name="connsiteX113" fmla="*/ 3568 w 9830"/>
                <a:gd name="connsiteY113" fmla="*/ 146 h 10191"/>
                <a:gd name="connsiteX114" fmla="*/ 3360 w 9830"/>
                <a:gd name="connsiteY114" fmla="*/ 162 h 10191"/>
                <a:gd name="connsiteX115" fmla="*/ 3222 w 9830"/>
                <a:gd name="connsiteY115" fmla="*/ 162 h 10191"/>
                <a:gd name="connsiteX116" fmla="*/ 3151 w 9830"/>
                <a:gd name="connsiteY116" fmla="*/ 141 h 10191"/>
                <a:gd name="connsiteX117" fmla="*/ 2887 w 9830"/>
                <a:gd name="connsiteY117" fmla="*/ 162 h 10191"/>
                <a:gd name="connsiteX118" fmla="*/ 2750 w 9830"/>
                <a:gd name="connsiteY118" fmla="*/ 157 h 10191"/>
                <a:gd name="connsiteX119" fmla="*/ 2644 w 9830"/>
                <a:gd name="connsiteY119" fmla="*/ 162 h 10191"/>
                <a:gd name="connsiteX120" fmla="*/ 2526 w 9830"/>
                <a:gd name="connsiteY120" fmla="*/ 146 h 10191"/>
                <a:gd name="connsiteX121" fmla="*/ 2109 w 9830"/>
                <a:gd name="connsiteY121" fmla="*/ 146 h 10191"/>
                <a:gd name="connsiteX122" fmla="*/ 1731 w 9830"/>
                <a:gd name="connsiteY122" fmla="*/ 479 h 10191"/>
                <a:gd name="connsiteX123" fmla="*/ 1613 w 9830"/>
                <a:gd name="connsiteY123" fmla="*/ 607 h 10191"/>
                <a:gd name="connsiteX124" fmla="*/ 1511 w 9830"/>
                <a:gd name="connsiteY124" fmla="*/ 607 h 10191"/>
                <a:gd name="connsiteX125" fmla="*/ 1436 w 9830"/>
                <a:gd name="connsiteY125" fmla="*/ 538 h 10191"/>
                <a:gd name="connsiteX126" fmla="*/ 1271 w 9830"/>
                <a:gd name="connsiteY126" fmla="*/ 923 h 10191"/>
                <a:gd name="connsiteX127" fmla="*/ 1129 w 9830"/>
                <a:gd name="connsiteY127" fmla="*/ 993 h 10191"/>
                <a:gd name="connsiteX128" fmla="*/ 1074 w 9830"/>
                <a:gd name="connsiteY128" fmla="*/ 1181 h 10191"/>
                <a:gd name="connsiteX129" fmla="*/ 928 w 9830"/>
                <a:gd name="connsiteY129" fmla="*/ 1331 h 10191"/>
                <a:gd name="connsiteX130" fmla="*/ 909 w 9830"/>
                <a:gd name="connsiteY130" fmla="*/ 1433 h 10191"/>
                <a:gd name="connsiteX131" fmla="*/ 846 w 9830"/>
                <a:gd name="connsiteY131" fmla="*/ 1700 h 10191"/>
                <a:gd name="connsiteX132" fmla="*/ 720 w 9830"/>
                <a:gd name="connsiteY132" fmla="*/ 1958 h 10191"/>
                <a:gd name="connsiteX133" fmla="*/ 637 w 9830"/>
                <a:gd name="connsiteY133" fmla="*/ 2118 h 10191"/>
                <a:gd name="connsiteX134" fmla="*/ 641 w 9830"/>
                <a:gd name="connsiteY134" fmla="*/ 2654 h 10191"/>
                <a:gd name="connsiteX135" fmla="*/ 618 w 9830"/>
                <a:gd name="connsiteY135" fmla="*/ 2912 h 10191"/>
                <a:gd name="connsiteX136" fmla="*/ 657 w 9830"/>
                <a:gd name="connsiteY136" fmla="*/ 3223 h 10191"/>
                <a:gd name="connsiteX137" fmla="*/ 563 w 9830"/>
                <a:gd name="connsiteY137" fmla="*/ 3421 h 10191"/>
                <a:gd name="connsiteX138" fmla="*/ 464 w 9830"/>
                <a:gd name="connsiteY138" fmla="*/ 3694 h 10191"/>
                <a:gd name="connsiteX139" fmla="*/ 441 w 9830"/>
                <a:gd name="connsiteY139" fmla="*/ 4198 h 10191"/>
                <a:gd name="connsiteX140" fmla="*/ 330 w 9830"/>
                <a:gd name="connsiteY140" fmla="*/ 4251 h 10191"/>
                <a:gd name="connsiteX141" fmla="*/ 378 w 9830"/>
                <a:gd name="connsiteY141" fmla="*/ 4482 h 10191"/>
                <a:gd name="connsiteX142" fmla="*/ 311 w 9830"/>
                <a:gd name="connsiteY142" fmla="*/ 4450 h 10191"/>
                <a:gd name="connsiteX143" fmla="*/ 404 w 9830"/>
                <a:gd name="connsiteY143" fmla="*/ 4728 h 10191"/>
                <a:gd name="connsiteX144" fmla="*/ 334 w 9830"/>
                <a:gd name="connsiteY144" fmla="*/ 4825 h 10191"/>
                <a:gd name="connsiteX145" fmla="*/ 311 w 9830"/>
                <a:gd name="connsiteY145" fmla="*/ 5087 h 10191"/>
                <a:gd name="connsiteX146" fmla="*/ 248 w 9830"/>
                <a:gd name="connsiteY146" fmla="*/ 5661 h 10191"/>
                <a:gd name="connsiteX147" fmla="*/ 232 w 9830"/>
                <a:gd name="connsiteY147" fmla="*/ 5789 h 10191"/>
                <a:gd name="connsiteX148" fmla="*/ 205 w 9830"/>
                <a:gd name="connsiteY148" fmla="*/ 6057 h 10191"/>
                <a:gd name="connsiteX149" fmla="*/ 239 w 9830"/>
                <a:gd name="connsiteY149" fmla="*/ 6504 h 10191"/>
                <a:gd name="connsiteX150" fmla="*/ 122 w 9830"/>
                <a:gd name="connsiteY150" fmla="*/ 6813 h 10191"/>
                <a:gd name="connsiteX151" fmla="*/ 90 w 9830"/>
                <a:gd name="connsiteY151" fmla="*/ 7070 h 10191"/>
                <a:gd name="connsiteX152" fmla="*/ 327 w 9830"/>
                <a:gd name="connsiteY152" fmla="*/ 7322 h 10191"/>
                <a:gd name="connsiteX153" fmla="*/ 375 w 9830"/>
                <a:gd name="connsiteY153" fmla="*/ 7611 h 10191"/>
                <a:gd name="connsiteX154" fmla="*/ 324 w 9830"/>
                <a:gd name="connsiteY154" fmla="*/ 8054 h 10191"/>
                <a:gd name="connsiteX155" fmla="*/ 380 w 9830"/>
                <a:gd name="connsiteY155" fmla="*/ 8289 h 10191"/>
                <a:gd name="connsiteX156" fmla="*/ 247 w 9830"/>
                <a:gd name="connsiteY156" fmla="*/ 8725 h 10191"/>
                <a:gd name="connsiteX0" fmla="*/ 168 w 9917"/>
                <a:gd name="connsiteY0" fmla="*/ 8561 h 10000"/>
                <a:gd name="connsiteX1" fmla="*/ 17 w 9917"/>
                <a:gd name="connsiteY1" fmla="*/ 9635 h 10000"/>
                <a:gd name="connsiteX2" fmla="*/ 186 w 9917"/>
                <a:gd name="connsiteY2" fmla="*/ 9635 h 10000"/>
                <a:gd name="connsiteX3" fmla="*/ 325 w 9917"/>
                <a:gd name="connsiteY3" fmla="*/ 9635 h 10000"/>
                <a:gd name="connsiteX4" fmla="*/ 329 w 9917"/>
                <a:gd name="connsiteY4" fmla="*/ 9815 h 10000"/>
                <a:gd name="connsiteX5" fmla="*/ 639 w 9917"/>
                <a:gd name="connsiteY5" fmla="*/ 9712 h 10000"/>
                <a:gd name="connsiteX6" fmla="*/ 1018 w 9917"/>
                <a:gd name="connsiteY6" fmla="*/ 9951 h 10000"/>
                <a:gd name="connsiteX7" fmla="*/ 1117 w 9917"/>
                <a:gd name="connsiteY7" fmla="*/ 9951 h 10000"/>
                <a:gd name="connsiteX8" fmla="*/ 1225 w 9917"/>
                <a:gd name="connsiteY8" fmla="*/ 9951 h 10000"/>
                <a:gd name="connsiteX9" fmla="*/ 1326 w 9917"/>
                <a:gd name="connsiteY9" fmla="*/ 9951 h 10000"/>
                <a:gd name="connsiteX10" fmla="*/ 1465 w 9917"/>
                <a:gd name="connsiteY10" fmla="*/ 9893 h 10000"/>
                <a:gd name="connsiteX11" fmla="*/ 1606 w 9917"/>
                <a:gd name="connsiteY11" fmla="*/ 9809 h 10000"/>
                <a:gd name="connsiteX12" fmla="*/ 1958 w 9917"/>
                <a:gd name="connsiteY12" fmla="*/ 9893 h 10000"/>
                <a:gd name="connsiteX13" fmla="*/ 2058 w 9917"/>
                <a:gd name="connsiteY13" fmla="*/ 9893 h 10000"/>
                <a:gd name="connsiteX14" fmla="*/ 2202 w 9917"/>
                <a:gd name="connsiteY14" fmla="*/ 9824 h 10000"/>
                <a:gd name="connsiteX15" fmla="*/ 2350 w 9917"/>
                <a:gd name="connsiteY15" fmla="*/ 9762 h 10000"/>
                <a:gd name="connsiteX16" fmla="*/ 2487 w 9917"/>
                <a:gd name="connsiteY16" fmla="*/ 9762 h 10000"/>
                <a:gd name="connsiteX17" fmla="*/ 2595 w 9917"/>
                <a:gd name="connsiteY17" fmla="*/ 9762 h 10000"/>
                <a:gd name="connsiteX18" fmla="*/ 2698 w 9917"/>
                <a:gd name="connsiteY18" fmla="*/ 9762 h 10000"/>
                <a:gd name="connsiteX19" fmla="*/ 2903 w 9917"/>
                <a:gd name="connsiteY19" fmla="*/ 9762 h 10000"/>
                <a:gd name="connsiteX20" fmla="*/ 3034 w 9917"/>
                <a:gd name="connsiteY20" fmla="*/ 9830 h 10000"/>
                <a:gd name="connsiteX21" fmla="*/ 3166 w 9917"/>
                <a:gd name="connsiteY21" fmla="*/ 9893 h 10000"/>
                <a:gd name="connsiteX22" fmla="*/ 3263 w 9917"/>
                <a:gd name="connsiteY22" fmla="*/ 9951 h 10000"/>
                <a:gd name="connsiteX23" fmla="*/ 3367 w 9917"/>
                <a:gd name="connsiteY23" fmla="*/ 9946 h 10000"/>
                <a:gd name="connsiteX24" fmla="*/ 3470 w 9917"/>
                <a:gd name="connsiteY24" fmla="*/ 9893 h 10000"/>
                <a:gd name="connsiteX25" fmla="*/ 3586 w 9917"/>
                <a:gd name="connsiteY25" fmla="*/ 9824 h 10000"/>
                <a:gd name="connsiteX26" fmla="*/ 3735 w 9917"/>
                <a:gd name="connsiteY26" fmla="*/ 9809 h 10000"/>
                <a:gd name="connsiteX27" fmla="*/ 3891 w 9917"/>
                <a:gd name="connsiteY27" fmla="*/ 9893 h 10000"/>
                <a:gd name="connsiteX28" fmla="*/ 3987 w 9917"/>
                <a:gd name="connsiteY28" fmla="*/ 9951 h 10000"/>
                <a:gd name="connsiteX29" fmla="*/ 4095 w 9917"/>
                <a:gd name="connsiteY29" fmla="*/ 9946 h 10000"/>
                <a:gd name="connsiteX30" fmla="*/ 4195 w 9917"/>
                <a:gd name="connsiteY30" fmla="*/ 9946 h 10000"/>
                <a:gd name="connsiteX31" fmla="*/ 4335 w 9917"/>
                <a:gd name="connsiteY31" fmla="*/ 9940 h 10000"/>
                <a:gd name="connsiteX32" fmla="*/ 4475 w 9917"/>
                <a:gd name="connsiteY32" fmla="*/ 9888 h 10000"/>
                <a:gd name="connsiteX33" fmla="*/ 4623 w 9917"/>
                <a:gd name="connsiteY33" fmla="*/ 9830 h 10000"/>
                <a:gd name="connsiteX34" fmla="*/ 4836 w 9917"/>
                <a:gd name="connsiteY34" fmla="*/ 9762 h 10000"/>
                <a:gd name="connsiteX35" fmla="*/ 4943 w 9917"/>
                <a:gd name="connsiteY35" fmla="*/ 9762 h 10000"/>
                <a:gd name="connsiteX36" fmla="*/ 5219 w 9917"/>
                <a:gd name="connsiteY36" fmla="*/ 9762 h 10000"/>
                <a:gd name="connsiteX37" fmla="*/ 5368 w 9917"/>
                <a:gd name="connsiteY37" fmla="*/ 9699 h 10000"/>
                <a:gd name="connsiteX38" fmla="*/ 5475 w 9917"/>
                <a:gd name="connsiteY38" fmla="*/ 9635 h 10000"/>
                <a:gd name="connsiteX39" fmla="*/ 5612 w 9917"/>
                <a:gd name="connsiteY39" fmla="*/ 9630 h 10000"/>
                <a:gd name="connsiteX40" fmla="*/ 5692 w 9917"/>
                <a:gd name="connsiteY40" fmla="*/ 9420 h 10000"/>
                <a:gd name="connsiteX41" fmla="*/ 5910 w 9917"/>
                <a:gd name="connsiteY41" fmla="*/ 9599 h 10000"/>
                <a:gd name="connsiteX42" fmla="*/ 6284 w 9917"/>
                <a:gd name="connsiteY42" fmla="*/ 9509 h 10000"/>
                <a:gd name="connsiteX43" fmla="*/ 6388 w 9917"/>
                <a:gd name="connsiteY43" fmla="*/ 9509 h 10000"/>
                <a:gd name="connsiteX44" fmla="*/ 6492 w 9917"/>
                <a:gd name="connsiteY44" fmla="*/ 9447 h 10000"/>
                <a:gd name="connsiteX45" fmla="*/ 6601 w 9917"/>
                <a:gd name="connsiteY45" fmla="*/ 9447 h 10000"/>
                <a:gd name="connsiteX46" fmla="*/ 6740 w 9917"/>
                <a:gd name="connsiteY46" fmla="*/ 9447 h 10000"/>
                <a:gd name="connsiteX47" fmla="*/ 6876 w 9917"/>
                <a:gd name="connsiteY47" fmla="*/ 9447 h 10000"/>
                <a:gd name="connsiteX48" fmla="*/ 7125 w 9917"/>
                <a:gd name="connsiteY48" fmla="*/ 9450 h 10000"/>
                <a:gd name="connsiteX49" fmla="*/ 7400 w 9917"/>
                <a:gd name="connsiteY49" fmla="*/ 9378 h 10000"/>
                <a:gd name="connsiteX50" fmla="*/ 7532 w 9917"/>
                <a:gd name="connsiteY50" fmla="*/ 9447 h 10000"/>
                <a:gd name="connsiteX51" fmla="*/ 7673 w 9917"/>
                <a:gd name="connsiteY51" fmla="*/ 9447 h 10000"/>
                <a:gd name="connsiteX52" fmla="*/ 7841 w 9917"/>
                <a:gd name="connsiteY52" fmla="*/ 9447 h 10000"/>
                <a:gd name="connsiteX53" fmla="*/ 7957 w 9917"/>
                <a:gd name="connsiteY53" fmla="*/ 9383 h 10000"/>
                <a:gd name="connsiteX54" fmla="*/ 8033 w 9917"/>
                <a:gd name="connsiteY54" fmla="*/ 9420 h 10000"/>
                <a:gd name="connsiteX55" fmla="*/ 8345 w 9917"/>
                <a:gd name="connsiteY55" fmla="*/ 9442 h 10000"/>
                <a:gd name="connsiteX56" fmla="*/ 8497 w 9917"/>
                <a:gd name="connsiteY56" fmla="*/ 9199 h 10000"/>
                <a:gd name="connsiteX57" fmla="*/ 8616 w 9917"/>
                <a:gd name="connsiteY57" fmla="*/ 9277 h 10000"/>
                <a:gd name="connsiteX58" fmla="*/ 8867 w 9917"/>
                <a:gd name="connsiteY58" fmla="*/ 9215 h 10000"/>
                <a:gd name="connsiteX59" fmla="*/ 9032 w 9917"/>
                <a:gd name="connsiteY59" fmla="*/ 9260 h 10000"/>
                <a:gd name="connsiteX60" fmla="*/ 9393 w 9917"/>
                <a:gd name="connsiteY60" fmla="*/ 9106 h 10000"/>
                <a:gd name="connsiteX61" fmla="*/ 9529 w 9917"/>
                <a:gd name="connsiteY61" fmla="*/ 8347 h 10000"/>
                <a:gd name="connsiteX62" fmla="*/ 9529 w 9917"/>
                <a:gd name="connsiteY62" fmla="*/ 7374 h 10000"/>
                <a:gd name="connsiteX63" fmla="*/ 9570 w 9917"/>
                <a:gd name="connsiteY63" fmla="*/ 7100 h 10000"/>
                <a:gd name="connsiteX64" fmla="*/ 9610 w 9917"/>
                <a:gd name="connsiteY64" fmla="*/ 6623 h 10000"/>
                <a:gd name="connsiteX65" fmla="*/ 9641 w 9917"/>
                <a:gd name="connsiteY65" fmla="*/ 6364 h 10000"/>
                <a:gd name="connsiteX66" fmla="*/ 9801 w 9917"/>
                <a:gd name="connsiteY66" fmla="*/ 5939 h 10000"/>
                <a:gd name="connsiteX67" fmla="*/ 9754 w 9917"/>
                <a:gd name="connsiteY67" fmla="*/ 5361 h 10000"/>
                <a:gd name="connsiteX68" fmla="*/ 9880 w 9917"/>
                <a:gd name="connsiteY68" fmla="*/ 4895 h 10000"/>
                <a:gd name="connsiteX69" fmla="*/ 9846 w 9917"/>
                <a:gd name="connsiteY69" fmla="*/ 4545 h 10000"/>
                <a:gd name="connsiteX70" fmla="*/ 9881 w 9917"/>
                <a:gd name="connsiteY70" fmla="*/ 4235 h 10000"/>
                <a:gd name="connsiteX71" fmla="*/ 9902 w 9917"/>
                <a:gd name="connsiteY71" fmla="*/ 4046 h 10000"/>
                <a:gd name="connsiteX72" fmla="*/ 9858 w 9917"/>
                <a:gd name="connsiteY72" fmla="*/ 3850 h 10000"/>
                <a:gd name="connsiteX73" fmla="*/ 9842 w 9917"/>
                <a:gd name="connsiteY73" fmla="*/ 3672 h 10000"/>
                <a:gd name="connsiteX74" fmla="*/ 9874 w 9917"/>
                <a:gd name="connsiteY74" fmla="*/ 3420 h 10000"/>
                <a:gd name="connsiteX75" fmla="*/ 9906 w 9917"/>
                <a:gd name="connsiteY75" fmla="*/ 3105 h 10000"/>
                <a:gd name="connsiteX76" fmla="*/ 9810 w 9917"/>
                <a:gd name="connsiteY76" fmla="*/ 2662 h 10000"/>
                <a:gd name="connsiteX77" fmla="*/ 9592 w 9917"/>
                <a:gd name="connsiteY77" fmla="*/ 2264 h 10000"/>
                <a:gd name="connsiteX78" fmla="*/ 9601 w 9917"/>
                <a:gd name="connsiteY78" fmla="*/ 1082 h 10000"/>
                <a:gd name="connsiteX79" fmla="*/ 9419 w 9917"/>
                <a:gd name="connsiteY79" fmla="*/ 1104 h 10000"/>
                <a:gd name="connsiteX80" fmla="*/ 9249 w 9917"/>
                <a:gd name="connsiteY80" fmla="*/ 862 h 10000"/>
                <a:gd name="connsiteX81" fmla="*/ 8945 w 9917"/>
                <a:gd name="connsiteY81" fmla="*/ 1006 h 10000"/>
                <a:gd name="connsiteX82" fmla="*/ 8839 w 9917"/>
                <a:gd name="connsiteY82" fmla="*/ 1267 h 10000"/>
                <a:gd name="connsiteX83" fmla="*/ 8633 w 9917"/>
                <a:gd name="connsiteY83" fmla="*/ 1222 h 10000"/>
                <a:gd name="connsiteX84" fmla="*/ 8497 w 9917"/>
                <a:gd name="connsiteY84" fmla="*/ 1222 h 10000"/>
                <a:gd name="connsiteX85" fmla="*/ 8365 w 9917"/>
                <a:gd name="connsiteY85" fmla="*/ 1153 h 10000"/>
                <a:gd name="connsiteX86" fmla="*/ 8233 w 9917"/>
                <a:gd name="connsiteY86" fmla="*/ 1153 h 10000"/>
                <a:gd name="connsiteX87" fmla="*/ 8065 w 9917"/>
                <a:gd name="connsiteY87" fmla="*/ 1090 h 10000"/>
                <a:gd name="connsiteX88" fmla="*/ 7929 w 9917"/>
                <a:gd name="connsiteY88" fmla="*/ 912 h 10000"/>
                <a:gd name="connsiteX89" fmla="*/ 7481 w 9917"/>
                <a:gd name="connsiteY89" fmla="*/ 722 h 10000"/>
                <a:gd name="connsiteX90" fmla="*/ 7344 w 9917"/>
                <a:gd name="connsiteY90" fmla="*/ 716 h 10000"/>
                <a:gd name="connsiteX91" fmla="*/ 7288 w 9917"/>
                <a:gd name="connsiteY91" fmla="*/ 912 h 10000"/>
                <a:gd name="connsiteX92" fmla="*/ 7205 w 9917"/>
                <a:gd name="connsiteY92" fmla="*/ 722 h 10000"/>
                <a:gd name="connsiteX93" fmla="*/ 7000 w 9917"/>
                <a:gd name="connsiteY93" fmla="*/ 722 h 10000"/>
                <a:gd name="connsiteX94" fmla="*/ 6897 w 9917"/>
                <a:gd name="connsiteY94" fmla="*/ 716 h 10000"/>
                <a:gd name="connsiteX95" fmla="*/ 6864 w 9917"/>
                <a:gd name="connsiteY95" fmla="*/ 916 h 10000"/>
                <a:gd name="connsiteX96" fmla="*/ 6700 w 9917"/>
                <a:gd name="connsiteY96" fmla="*/ 596 h 10000"/>
                <a:gd name="connsiteX97" fmla="*/ 6564 w 9917"/>
                <a:gd name="connsiteY97" fmla="*/ 591 h 10000"/>
                <a:gd name="connsiteX98" fmla="*/ 6481 w 9917"/>
                <a:gd name="connsiteY98" fmla="*/ 528 h 10000"/>
                <a:gd name="connsiteX99" fmla="*/ 6076 w 9917"/>
                <a:gd name="connsiteY99" fmla="*/ 343 h 10000"/>
                <a:gd name="connsiteX100" fmla="*/ 5943 w 9917"/>
                <a:gd name="connsiteY100" fmla="*/ 275 h 10000"/>
                <a:gd name="connsiteX101" fmla="*/ 5887 w 9917"/>
                <a:gd name="connsiteY101" fmla="*/ 143 h 10000"/>
                <a:gd name="connsiteX102" fmla="*/ 5544 w 9917"/>
                <a:gd name="connsiteY102" fmla="*/ 159 h 10000"/>
                <a:gd name="connsiteX103" fmla="*/ 5339 w 9917"/>
                <a:gd name="connsiteY103" fmla="*/ 154 h 10000"/>
                <a:gd name="connsiteX104" fmla="*/ 5248 w 9917"/>
                <a:gd name="connsiteY104" fmla="*/ 143 h 10000"/>
                <a:gd name="connsiteX105" fmla="*/ 5024 w 9917"/>
                <a:gd name="connsiteY105" fmla="*/ 154 h 10000"/>
                <a:gd name="connsiteX106" fmla="*/ 4923 w 9917"/>
                <a:gd name="connsiteY106" fmla="*/ 159 h 10000"/>
                <a:gd name="connsiteX107" fmla="*/ 4827 w 9917"/>
                <a:gd name="connsiteY107" fmla="*/ 138 h 10000"/>
                <a:gd name="connsiteX108" fmla="*/ 4747 w 9917"/>
                <a:gd name="connsiteY108" fmla="*/ 159 h 10000"/>
                <a:gd name="connsiteX109" fmla="*/ 4377 w 9917"/>
                <a:gd name="connsiteY109" fmla="*/ 263 h 10000"/>
                <a:gd name="connsiteX110" fmla="*/ 4040 w 9917"/>
                <a:gd name="connsiteY110" fmla="*/ 339 h 10000"/>
                <a:gd name="connsiteX111" fmla="*/ 3675 w 9917"/>
                <a:gd name="connsiteY111" fmla="*/ 159 h 10000"/>
                <a:gd name="connsiteX112" fmla="*/ 3547 w 9917"/>
                <a:gd name="connsiteY112" fmla="*/ 143 h 10000"/>
                <a:gd name="connsiteX113" fmla="*/ 3335 w 9917"/>
                <a:gd name="connsiteY113" fmla="*/ 159 h 10000"/>
                <a:gd name="connsiteX114" fmla="*/ 3195 w 9917"/>
                <a:gd name="connsiteY114" fmla="*/ 159 h 10000"/>
                <a:gd name="connsiteX115" fmla="*/ 3122 w 9917"/>
                <a:gd name="connsiteY115" fmla="*/ 138 h 10000"/>
                <a:gd name="connsiteX116" fmla="*/ 2854 w 9917"/>
                <a:gd name="connsiteY116" fmla="*/ 159 h 10000"/>
                <a:gd name="connsiteX117" fmla="*/ 2715 w 9917"/>
                <a:gd name="connsiteY117" fmla="*/ 154 h 10000"/>
                <a:gd name="connsiteX118" fmla="*/ 2607 w 9917"/>
                <a:gd name="connsiteY118" fmla="*/ 159 h 10000"/>
                <a:gd name="connsiteX119" fmla="*/ 2487 w 9917"/>
                <a:gd name="connsiteY119" fmla="*/ 143 h 10000"/>
                <a:gd name="connsiteX120" fmla="*/ 2062 w 9917"/>
                <a:gd name="connsiteY120" fmla="*/ 143 h 10000"/>
                <a:gd name="connsiteX121" fmla="*/ 1678 w 9917"/>
                <a:gd name="connsiteY121" fmla="*/ 470 h 10000"/>
                <a:gd name="connsiteX122" fmla="*/ 1558 w 9917"/>
                <a:gd name="connsiteY122" fmla="*/ 596 h 10000"/>
                <a:gd name="connsiteX123" fmla="*/ 1454 w 9917"/>
                <a:gd name="connsiteY123" fmla="*/ 596 h 10000"/>
                <a:gd name="connsiteX124" fmla="*/ 1378 w 9917"/>
                <a:gd name="connsiteY124" fmla="*/ 528 h 10000"/>
                <a:gd name="connsiteX125" fmla="*/ 1210 w 9917"/>
                <a:gd name="connsiteY125" fmla="*/ 906 h 10000"/>
                <a:gd name="connsiteX126" fmla="*/ 1066 w 9917"/>
                <a:gd name="connsiteY126" fmla="*/ 974 h 10000"/>
                <a:gd name="connsiteX127" fmla="*/ 1010 w 9917"/>
                <a:gd name="connsiteY127" fmla="*/ 1159 h 10000"/>
                <a:gd name="connsiteX128" fmla="*/ 861 w 9917"/>
                <a:gd name="connsiteY128" fmla="*/ 1306 h 10000"/>
                <a:gd name="connsiteX129" fmla="*/ 842 w 9917"/>
                <a:gd name="connsiteY129" fmla="*/ 1406 h 10000"/>
                <a:gd name="connsiteX130" fmla="*/ 778 w 9917"/>
                <a:gd name="connsiteY130" fmla="*/ 1668 h 10000"/>
                <a:gd name="connsiteX131" fmla="*/ 649 w 9917"/>
                <a:gd name="connsiteY131" fmla="*/ 1921 h 10000"/>
                <a:gd name="connsiteX132" fmla="*/ 565 w 9917"/>
                <a:gd name="connsiteY132" fmla="*/ 2078 h 10000"/>
                <a:gd name="connsiteX133" fmla="*/ 569 w 9917"/>
                <a:gd name="connsiteY133" fmla="*/ 2604 h 10000"/>
                <a:gd name="connsiteX134" fmla="*/ 546 w 9917"/>
                <a:gd name="connsiteY134" fmla="*/ 2857 h 10000"/>
                <a:gd name="connsiteX135" fmla="*/ 585 w 9917"/>
                <a:gd name="connsiteY135" fmla="*/ 3163 h 10000"/>
                <a:gd name="connsiteX136" fmla="*/ 490 w 9917"/>
                <a:gd name="connsiteY136" fmla="*/ 3357 h 10000"/>
                <a:gd name="connsiteX137" fmla="*/ 389 w 9917"/>
                <a:gd name="connsiteY137" fmla="*/ 3625 h 10000"/>
                <a:gd name="connsiteX138" fmla="*/ 366 w 9917"/>
                <a:gd name="connsiteY138" fmla="*/ 4119 h 10000"/>
                <a:gd name="connsiteX139" fmla="*/ 253 w 9917"/>
                <a:gd name="connsiteY139" fmla="*/ 4171 h 10000"/>
                <a:gd name="connsiteX140" fmla="*/ 302 w 9917"/>
                <a:gd name="connsiteY140" fmla="*/ 4398 h 10000"/>
                <a:gd name="connsiteX141" fmla="*/ 233 w 9917"/>
                <a:gd name="connsiteY141" fmla="*/ 4367 h 10000"/>
                <a:gd name="connsiteX142" fmla="*/ 328 w 9917"/>
                <a:gd name="connsiteY142" fmla="*/ 4639 h 10000"/>
                <a:gd name="connsiteX143" fmla="*/ 257 w 9917"/>
                <a:gd name="connsiteY143" fmla="*/ 4735 h 10000"/>
                <a:gd name="connsiteX144" fmla="*/ 233 w 9917"/>
                <a:gd name="connsiteY144" fmla="*/ 4992 h 10000"/>
                <a:gd name="connsiteX145" fmla="*/ 169 w 9917"/>
                <a:gd name="connsiteY145" fmla="*/ 5555 h 10000"/>
                <a:gd name="connsiteX146" fmla="*/ 153 w 9917"/>
                <a:gd name="connsiteY146" fmla="*/ 5681 h 10000"/>
                <a:gd name="connsiteX147" fmla="*/ 126 w 9917"/>
                <a:gd name="connsiteY147" fmla="*/ 5943 h 10000"/>
                <a:gd name="connsiteX148" fmla="*/ 160 w 9917"/>
                <a:gd name="connsiteY148" fmla="*/ 6382 h 10000"/>
                <a:gd name="connsiteX149" fmla="*/ 41 w 9917"/>
                <a:gd name="connsiteY149" fmla="*/ 6685 h 10000"/>
                <a:gd name="connsiteX150" fmla="*/ 9 w 9917"/>
                <a:gd name="connsiteY150" fmla="*/ 6937 h 10000"/>
                <a:gd name="connsiteX151" fmla="*/ 250 w 9917"/>
                <a:gd name="connsiteY151" fmla="*/ 7185 h 10000"/>
                <a:gd name="connsiteX152" fmla="*/ 298 w 9917"/>
                <a:gd name="connsiteY152" fmla="*/ 7468 h 10000"/>
                <a:gd name="connsiteX153" fmla="*/ 247 w 9917"/>
                <a:gd name="connsiteY153" fmla="*/ 7903 h 10000"/>
                <a:gd name="connsiteX154" fmla="*/ 304 w 9917"/>
                <a:gd name="connsiteY154" fmla="*/ 8134 h 10000"/>
                <a:gd name="connsiteX155" fmla="*/ 168 w 9917"/>
                <a:gd name="connsiteY155" fmla="*/ 8561 h 10000"/>
                <a:gd name="connsiteX0" fmla="*/ 169 w 10000"/>
                <a:gd name="connsiteY0" fmla="*/ 8561 h 10000"/>
                <a:gd name="connsiteX1" fmla="*/ 188 w 10000"/>
                <a:gd name="connsiteY1" fmla="*/ 9635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169 w 10000"/>
                <a:gd name="connsiteY0" fmla="*/ 856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244 w 10000"/>
                <a:gd name="connsiteY0" fmla="*/ 859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190 w 10000"/>
                <a:gd name="connsiteY148" fmla="*/ 6954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65 w 9821"/>
                <a:gd name="connsiteY0" fmla="*/ 8591 h 10000"/>
                <a:gd name="connsiteX1" fmla="*/ 62 w 9821"/>
                <a:gd name="connsiteY1" fmla="*/ 8978 h 10000"/>
                <a:gd name="connsiteX2" fmla="*/ 32 w 9821"/>
                <a:gd name="connsiteY2" fmla="*/ 9396 h 10000"/>
                <a:gd name="connsiteX3" fmla="*/ 153 w 9821"/>
                <a:gd name="connsiteY3" fmla="*/ 9815 h 10000"/>
                <a:gd name="connsiteX4" fmla="*/ 465 w 9821"/>
                <a:gd name="connsiteY4" fmla="*/ 9712 h 10000"/>
                <a:gd name="connsiteX5" fmla="*/ 848 w 9821"/>
                <a:gd name="connsiteY5" fmla="*/ 9951 h 10000"/>
                <a:gd name="connsiteX6" fmla="*/ 947 w 9821"/>
                <a:gd name="connsiteY6" fmla="*/ 9951 h 10000"/>
                <a:gd name="connsiteX7" fmla="*/ 1056 w 9821"/>
                <a:gd name="connsiteY7" fmla="*/ 9951 h 10000"/>
                <a:gd name="connsiteX8" fmla="*/ 1158 w 9821"/>
                <a:gd name="connsiteY8" fmla="*/ 9951 h 10000"/>
                <a:gd name="connsiteX9" fmla="*/ 1298 w 9821"/>
                <a:gd name="connsiteY9" fmla="*/ 9893 h 10000"/>
                <a:gd name="connsiteX10" fmla="*/ 1440 w 9821"/>
                <a:gd name="connsiteY10" fmla="*/ 9809 h 10000"/>
                <a:gd name="connsiteX11" fmla="*/ 1795 w 9821"/>
                <a:gd name="connsiteY11" fmla="*/ 9893 h 10000"/>
                <a:gd name="connsiteX12" fmla="*/ 1896 w 9821"/>
                <a:gd name="connsiteY12" fmla="*/ 9893 h 10000"/>
                <a:gd name="connsiteX13" fmla="*/ 2041 w 9821"/>
                <a:gd name="connsiteY13" fmla="*/ 9824 h 10000"/>
                <a:gd name="connsiteX14" fmla="*/ 2191 w 9821"/>
                <a:gd name="connsiteY14" fmla="*/ 9762 h 10000"/>
                <a:gd name="connsiteX15" fmla="*/ 2329 w 9821"/>
                <a:gd name="connsiteY15" fmla="*/ 9762 h 10000"/>
                <a:gd name="connsiteX16" fmla="*/ 2438 w 9821"/>
                <a:gd name="connsiteY16" fmla="*/ 9762 h 10000"/>
                <a:gd name="connsiteX17" fmla="*/ 2542 w 9821"/>
                <a:gd name="connsiteY17" fmla="*/ 9762 h 10000"/>
                <a:gd name="connsiteX18" fmla="*/ 2748 w 9821"/>
                <a:gd name="connsiteY18" fmla="*/ 9762 h 10000"/>
                <a:gd name="connsiteX19" fmla="*/ 2880 w 9821"/>
                <a:gd name="connsiteY19" fmla="*/ 9830 h 10000"/>
                <a:gd name="connsiteX20" fmla="*/ 3013 w 9821"/>
                <a:gd name="connsiteY20" fmla="*/ 9893 h 10000"/>
                <a:gd name="connsiteX21" fmla="*/ 3111 w 9821"/>
                <a:gd name="connsiteY21" fmla="*/ 9951 h 10000"/>
                <a:gd name="connsiteX22" fmla="*/ 3216 w 9821"/>
                <a:gd name="connsiteY22" fmla="*/ 9946 h 10000"/>
                <a:gd name="connsiteX23" fmla="*/ 3320 w 9821"/>
                <a:gd name="connsiteY23" fmla="*/ 9893 h 10000"/>
                <a:gd name="connsiteX24" fmla="*/ 3437 w 9821"/>
                <a:gd name="connsiteY24" fmla="*/ 9824 h 10000"/>
                <a:gd name="connsiteX25" fmla="*/ 3587 w 9821"/>
                <a:gd name="connsiteY25" fmla="*/ 9809 h 10000"/>
                <a:gd name="connsiteX26" fmla="*/ 3745 w 9821"/>
                <a:gd name="connsiteY26" fmla="*/ 9893 h 10000"/>
                <a:gd name="connsiteX27" fmla="*/ 3841 w 9821"/>
                <a:gd name="connsiteY27" fmla="*/ 9951 h 10000"/>
                <a:gd name="connsiteX28" fmla="*/ 3950 w 9821"/>
                <a:gd name="connsiteY28" fmla="*/ 9946 h 10000"/>
                <a:gd name="connsiteX29" fmla="*/ 4051 w 9821"/>
                <a:gd name="connsiteY29" fmla="*/ 9946 h 10000"/>
                <a:gd name="connsiteX30" fmla="*/ 4192 w 9821"/>
                <a:gd name="connsiteY30" fmla="*/ 9940 h 10000"/>
                <a:gd name="connsiteX31" fmla="*/ 4333 w 9821"/>
                <a:gd name="connsiteY31" fmla="*/ 9888 h 10000"/>
                <a:gd name="connsiteX32" fmla="*/ 4483 w 9821"/>
                <a:gd name="connsiteY32" fmla="*/ 9830 h 10000"/>
                <a:gd name="connsiteX33" fmla="*/ 4697 w 9821"/>
                <a:gd name="connsiteY33" fmla="*/ 9762 h 10000"/>
                <a:gd name="connsiteX34" fmla="*/ 4805 w 9821"/>
                <a:gd name="connsiteY34" fmla="*/ 9762 h 10000"/>
                <a:gd name="connsiteX35" fmla="*/ 5084 w 9821"/>
                <a:gd name="connsiteY35" fmla="*/ 9762 h 10000"/>
                <a:gd name="connsiteX36" fmla="*/ 5234 w 9821"/>
                <a:gd name="connsiteY36" fmla="*/ 9699 h 10000"/>
                <a:gd name="connsiteX37" fmla="*/ 5342 w 9821"/>
                <a:gd name="connsiteY37" fmla="*/ 9635 h 10000"/>
                <a:gd name="connsiteX38" fmla="*/ 5480 w 9821"/>
                <a:gd name="connsiteY38" fmla="*/ 9630 h 10000"/>
                <a:gd name="connsiteX39" fmla="*/ 5561 w 9821"/>
                <a:gd name="connsiteY39" fmla="*/ 9420 h 10000"/>
                <a:gd name="connsiteX40" fmla="*/ 5780 w 9821"/>
                <a:gd name="connsiteY40" fmla="*/ 9599 h 10000"/>
                <a:gd name="connsiteX41" fmla="*/ 6158 w 9821"/>
                <a:gd name="connsiteY41" fmla="*/ 9509 h 10000"/>
                <a:gd name="connsiteX42" fmla="*/ 6262 w 9821"/>
                <a:gd name="connsiteY42" fmla="*/ 9509 h 10000"/>
                <a:gd name="connsiteX43" fmla="*/ 6367 w 9821"/>
                <a:gd name="connsiteY43" fmla="*/ 9447 h 10000"/>
                <a:gd name="connsiteX44" fmla="*/ 6477 w 9821"/>
                <a:gd name="connsiteY44" fmla="*/ 9447 h 10000"/>
                <a:gd name="connsiteX45" fmla="*/ 6617 w 9821"/>
                <a:gd name="connsiteY45" fmla="*/ 9447 h 10000"/>
                <a:gd name="connsiteX46" fmla="*/ 6755 w 9821"/>
                <a:gd name="connsiteY46" fmla="*/ 9447 h 10000"/>
                <a:gd name="connsiteX47" fmla="*/ 7006 w 9821"/>
                <a:gd name="connsiteY47" fmla="*/ 9450 h 10000"/>
                <a:gd name="connsiteX48" fmla="*/ 7283 w 9821"/>
                <a:gd name="connsiteY48" fmla="*/ 9378 h 10000"/>
                <a:gd name="connsiteX49" fmla="*/ 7416 w 9821"/>
                <a:gd name="connsiteY49" fmla="*/ 9447 h 10000"/>
                <a:gd name="connsiteX50" fmla="*/ 7558 w 9821"/>
                <a:gd name="connsiteY50" fmla="*/ 9447 h 10000"/>
                <a:gd name="connsiteX51" fmla="*/ 7728 w 9821"/>
                <a:gd name="connsiteY51" fmla="*/ 9447 h 10000"/>
                <a:gd name="connsiteX52" fmla="*/ 7845 w 9821"/>
                <a:gd name="connsiteY52" fmla="*/ 9383 h 10000"/>
                <a:gd name="connsiteX53" fmla="*/ 7921 w 9821"/>
                <a:gd name="connsiteY53" fmla="*/ 9420 h 10000"/>
                <a:gd name="connsiteX54" fmla="*/ 8236 w 9821"/>
                <a:gd name="connsiteY54" fmla="*/ 9442 h 10000"/>
                <a:gd name="connsiteX55" fmla="*/ 8389 w 9821"/>
                <a:gd name="connsiteY55" fmla="*/ 9199 h 10000"/>
                <a:gd name="connsiteX56" fmla="*/ 8509 w 9821"/>
                <a:gd name="connsiteY56" fmla="*/ 9277 h 10000"/>
                <a:gd name="connsiteX57" fmla="*/ 8762 w 9821"/>
                <a:gd name="connsiteY57" fmla="*/ 9215 h 10000"/>
                <a:gd name="connsiteX58" fmla="*/ 8929 w 9821"/>
                <a:gd name="connsiteY58" fmla="*/ 9260 h 10000"/>
                <a:gd name="connsiteX59" fmla="*/ 9293 w 9821"/>
                <a:gd name="connsiteY59" fmla="*/ 9106 h 10000"/>
                <a:gd name="connsiteX60" fmla="*/ 9430 w 9821"/>
                <a:gd name="connsiteY60" fmla="*/ 8347 h 10000"/>
                <a:gd name="connsiteX61" fmla="*/ 9430 w 9821"/>
                <a:gd name="connsiteY61" fmla="*/ 7374 h 10000"/>
                <a:gd name="connsiteX62" fmla="*/ 9471 w 9821"/>
                <a:gd name="connsiteY62" fmla="*/ 7100 h 10000"/>
                <a:gd name="connsiteX63" fmla="*/ 9511 w 9821"/>
                <a:gd name="connsiteY63" fmla="*/ 6623 h 10000"/>
                <a:gd name="connsiteX64" fmla="*/ 9543 w 9821"/>
                <a:gd name="connsiteY64" fmla="*/ 6364 h 10000"/>
                <a:gd name="connsiteX65" fmla="*/ 9704 w 9821"/>
                <a:gd name="connsiteY65" fmla="*/ 5939 h 10000"/>
                <a:gd name="connsiteX66" fmla="*/ 9657 w 9821"/>
                <a:gd name="connsiteY66" fmla="*/ 5361 h 10000"/>
                <a:gd name="connsiteX67" fmla="*/ 9784 w 9821"/>
                <a:gd name="connsiteY67" fmla="*/ 4895 h 10000"/>
                <a:gd name="connsiteX68" fmla="*/ 9749 w 9821"/>
                <a:gd name="connsiteY68" fmla="*/ 4545 h 10000"/>
                <a:gd name="connsiteX69" fmla="*/ 9785 w 9821"/>
                <a:gd name="connsiteY69" fmla="*/ 4235 h 10000"/>
                <a:gd name="connsiteX70" fmla="*/ 9806 w 9821"/>
                <a:gd name="connsiteY70" fmla="*/ 4046 h 10000"/>
                <a:gd name="connsiteX71" fmla="*/ 9762 w 9821"/>
                <a:gd name="connsiteY71" fmla="*/ 3850 h 10000"/>
                <a:gd name="connsiteX72" fmla="*/ 9745 w 9821"/>
                <a:gd name="connsiteY72" fmla="*/ 3672 h 10000"/>
                <a:gd name="connsiteX73" fmla="*/ 9778 w 9821"/>
                <a:gd name="connsiteY73" fmla="*/ 3420 h 10000"/>
                <a:gd name="connsiteX74" fmla="*/ 9810 w 9821"/>
                <a:gd name="connsiteY74" fmla="*/ 3105 h 10000"/>
                <a:gd name="connsiteX75" fmla="*/ 9713 w 9821"/>
                <a:gd name="connsiteY75" fmla="*/ 2662 h 10000"/>
                <a:gd name="connsiteX76" fmla="*/ 9493 w 9821"/>
                <a:gd name="connsiteY76" fmla="*/ 2264 h 10000"/>
                <a:gd name="connsiteX77" fmla="*/ 9502 w 9821"/>
                <a:gd name="connsiteY77" fmla="*/ 1082 h 10000"/>
                <a:gd name="connsiteX78" fmla="*/ 9319 w 9821"/>
                <a:gd name="connsiteY78" fmla="*/ 1104 h 10000"/>
                <a:gd name="connsiteX79" fmla="*/ 9147 w 9821"/>
                <a:gd name="connsiteY79" fmla="*/ 862 h 10000"/>
                <a:gd name="connsiteX80" fmla="*/ 8841 w 9821"/>
                <a:gd name="connsiteY80" fmla="*/ 1006 h 10000"/>
                <a:gd name="connsiteX81" fmla="*/ 8734 w 9821"/>
                <a:gd name="connsiteY81" fmla="*/ 1267 h 10000"/>
                <a:gd name="connsiteX82" fmla="*/ 8526 w 9821"/>
                <a:gd name="connsiteY82" fmla="*/ 1222 h 10000"/>
                <a:gd name="connsiteX83" fmla="*/ 8389 w 9821"/>
                <a:gd name="connsiteY83" fmla="*/ 1222 h 10000"/>
                <a:gd name="connsiteX84" fmla="*/ 8256 w 9821"/>
                <a:gd name="connsiteY84" fmla="*/ 1153 h 10000"/>
                <a:gd name="connsiteX85" fmla="*/ 8123 w 9821"/>
                <a:gd name="connsiteY85" fmla="*/ 1153 h 10000"/>
                <a:gd name="connsiteX86" fmla="*/ 7953 w 9821"/>
                <a:gd name="connsiteY86" fmla="*/ 1090 h 10000"/>
                <a:gd name="connsiteX87" fmla="*/ 7816 w 9821"/>
                <a:gd name="connsiteY87" fmla="*/ 912 h 10000"/>
                <a:gd name="connsiteX88" fmla="*/ 7365 w 9821"/>
                <a:gd name="connsiteY88" fmla="*/ 722 h 10000"/>
                <a:gd name="connsiteX89" fmla="*/ 7226 w 9821"/>
                <a:gd name="connsiteY89" fmla="*/ 716 h 10000"/>
                <a:gd name="connsiteX90" fmla="*/ 7170 w 9821"/>
                <a:gd name="connsiteY90" fmla="*/ 912 h 10000"/>
                <a:gd name="connsiteX91" fmla="*/ 7086 w 9821"/>
                <a:gd name="connsiteY91" fmla="*/ 722 h 10000"/>
                <a:gd name="connsiteX92" fmla="*/ 6880 w 9821"/>
                <a:gd name="connsiteY92" fmla="*/ 722 h 10000"/>
                <a:gd name="connsiteX93" fmla="*/ 6776 w 9821"/>
                <a:gd name="connsiteY93" fmla="*/ 716 h 10000"/>
                <a:gd name="connsiteX94" fmla="*/ 6742 w 9821"/>
                <a:gd name="connsiteY94" fmla="*/ 916 h 10000"/>
                <a:gd name="connsiteX95" fmla="*/ 6577 w 9821"/>
                <a:gd name="connsiteY95" fmla="*/ 596 h 10000"/>
                <a:gd name="connsiteX96" fmla="*/ 6440 w 9821"/>
                <a:gd name="connsiteY96" fmla="*/ 591 h 10000"/>
                <a:gd name="connsiteX97" fmla="*/ 6356 w 9821"/>
                <a:gd name="connsiteY97" fmla="*/ 528 h 10000"/>
                <a:gd name="connsiteX98" fmla="*/ 5948 w 9821"/>
                <a:gd name="connsiteY98" fmla="*/ 343 h 10000"/>
                <a:gd name="connsiteX99" fmla="*/ 5814 w 9821"/>
                <a:gd name="connsiteY99" fmla="*/ 275 h 10000"/>
                <a:gd name="connsiteX100" fmla="*/ 5757 w 9821"/>
                <a:gd name="connsiteY100" fmla="*/ 143 h 10000"/>
                <a:gd name="connsiteX101" fmla="*/ 5411 w 9821"/>
                <a:gd name="connsiteY101" fmla="*/ 159 h 10000"/>
                <a:gd name="connsiteX102" fmla="*/ 5205 w 9821"/>
                <a:gd name="connsiteY102" fmla="*/ 154 h 10000"/>
                <a:gd name="connsiteX103" fmla="*/ 5113 w 9821"/>
                <a:gd name="connsiteY103" fmla="*/ 143 h 10000"/>
                <a:gd name="connsiteX104" fmla="*/ 4887 w 9821"/>
                <a:gd name="connsiteY104" fmla="*/ 154 h 10000"/>
                <a:gd name="connsiteX105" fmla="*/ 4785 w 9821"/>
                <a:gd name="connsiteY105" fmla="*/ 159 h 10000"/>
                <a:gd name="connsiteX106" fmla="*/ 4688 w 9821"/>
                <a:gd name="connsiteY106" fmla="*/ 138 h 10000"/>
                <a:gd name="connsiteX107" fmla="*/ 4608 w 9821"/>
                <a:gd name="connsiteY107" fmla="*/ 159 h 10000"/>
                <a:gd name="connsiteX108" fmla="*/ 4235 w 9821"/>
                <a:gd name="connsiteY108" fmla="*/ 263 h 10000"/>
                <a:gd name="connsiteX109" fmla="*/ 3895 w 9821"/>
                <a:gd name="connsiteY109" fmla="*/ 339 h 10000"/>
                <a:gd name="connsiteX110" fmla="*/ 3527 w 9821"/>
                <a:gd name="connsiteY110" fmla="*/ 159 h 10000"/>
                <a:gd name="connsiteX111" fmla="*/ 3398 w 9821"/>
                <a:gd name="connsiteY111" fmla="*/ 143 h 10000"/>
                <a:gd name="connsiteX112" fmla="*/ 3184 w 9821"/>
                <a:gd name="connsiteY112" fmla="*/ 159 h 10000"/>
                <a:gd name="connsiteX113" fmla="*/ 3043 w 9821"/>
                <a:gd name="connsiteY113" fmla="*/ 159 h 10000"/>
                <a:gd name="connsiteX114" fmla="*/ 2969 w 9821"/>
                <a:gd name="connsiteY114" fmla="*/ 138 h 10000"/>
                <a:gd name="connsiteX115" fmla="*/ 2699 w 9821"/>
                <a:gd name="connsiteY115" fmla="*/ 159 h 10000"/>
                <a:gd name="connsiteX116" fmla="*/ 2559 w 9821"/>
                <a:gd name="connsiteY116" fmla="*/ 154 h 10000"/>
                <a:gd name="connsiteX117" fmla="*/ 2450 w 9821"/>
                <a:gd name="connsiteY117" fmla="*/ 159 h 10000"/>
                <a:gd name="connsiteX118" fmla="*/ 2329 w 9821"/>
                <a:gd name="connsiteY118" fmla="*/ 143 h 10000"/>
                <a:gd name="connsiteX119" fmla="*/ 1900 w 9821"/>
                <a:gd name="connsiteY119" fmla="*/ 143 h 10000"/>
                <a:gd name="connsiteX120" fmla="*/ 1513 w 9821"/>
                <a:gd name="connsiteY120" fmla="*/ 470 h 10000"/>
                <a:gd name="connsiteX121" fmla="*/ 1392 w 9821"/>
                <a:gd name="connsiteY121" fmla="*/ 596 h 10000"/>
                <a:gd name="connsiteX122" fmla="*/ 1287 w 9821"/>
                <a:gd name="connsiteY122" fmla="*/ 596 h 10000"/>
                <a:gd name="connsiteX123" fmla="*/ 1211 w 9821"/>
                <a:gd name="connsiteY123" fmla="*/ 229 h 10000"/>
                <a:gd name="connsiteX124" fmla="*/ 966 w 9821"/>
                <a:gd name="connsiteY124" fmla="*/ 398 h 10000"/>
                <a:gd name="connsiteX125" fmla="*/ 811 w 9821"/>
                <a:gd name="connsiteY125" fmla="*/ 466 h 10000"/>
                <a:gd name="connsiteX126" fmla="*/ 658 w 9821"/>
                <a:gd name="connsiteY126" fmla="*/ 532 h 10000"/>
                <a:gd name="connsiteX127" fmla="*/ 582 w 9821"/>
                <a:gd name="connsiteY127" fmla="*/ 559 h 10000"/>
                <a:gd name="connsiteX128" fmla="*/ 436 w 9821"/>
                <a:gd name="connsiteY128" fmla="*/ 599 h 10000"/>
                <a:gd name="connsiteX129" fmla="*/ 243 w 9821"/>
                <a:gd name="connsiteY129" fmla="*/ 652 h 10000"/>
                <a:gd name="connsiteX130" fmla="*/ 230 w 9821"/>
                <a:gd name="connsiteY130" fmla="*/ 1234 h 10000"/>
                <a:gd name="connsiteX131" fmla="*/ 157 w 9821"/>
                <a:gd name="connsiteY131" fmla="*/ 1958 h 10000"/>
                <a:gd name="connsiteX132" fmla="*/ 203 w 9821"/>
                <a:gd name="connsiteY132" fmla="*/ 2275 h 10000"/>
                <a:gd name="connsiteX133" fmla="*/ 180 w 9821"/>
                <a:gd name="connsiteY133" fmla="*/ 2708 h 10000"/>
                <a:gd name="connsiteX134" fmla="*/ 230 w 9821"/>
                <a:gd name="connsiteY134" fmla="*/ 2894 h 10000"/>
                <a:gd name="connsiteX135" fmla="*/ 91 w 9821"/>
                <a:gd name="connsiteY135" fmla="*/ 3417 h 10000"/>
                <a:gd name="connsiteX136" fmla="*/ 213 w 9821"/>
                <a:gd name="connsiteY136" fmla="*/ 3625 h 10000"/>
                <a:gd name="connsiteX137" fmla="*/ 190 w 9821"/>
                <a:gd name="connsiteY137" fmla="*/ 4119 h 10000"/>
                <a:gd name="connsiteX138" fmla="*/ 76 w 9821"/>
                <a:gd name="connsiteY138" fmla="*/ 4171 h 10000"/>
                <a:gd name="connsiteX139" fmla="*/ 126 w 9821"/>
                <a:gd name="connsiteY139" fmla="*/ 4398 h 10000"/>
                <a:gd name="connsiteX140" fmla="*/ 56 w 9821"/>
                <a:gd name="connsiteY140" fmla="*/ 4367 h 10000"/>
                <a:gd name="connsiteX141" fmla="*/ 152 w 9821"/>
                <a:gd name="connsiteY141" fmla="*/ 4639 h 10000"/>
                <a:gd name="connsiteX142" fmla="*/ 80 w 9821"/>
                <a:gd name="connsiteY142" fmla="*/ 4735 h 10000"/>
                <a:gd name="connsiteX143" fmla="*/ 131 w 9821"/>
                <a:gd name="connsiteY143" fmla="*/ 5022 h 10000"/>
                <a:gd name="connsiteX144" fmla="*/ 108 w 9821"/>
                <a:gd name="connsiteY144" fmla="*/ 5495 h 10000"/>
                <a:gd name="connsiteX145" fmla="*/ 124 w 9821"/>
                <a:gd name="connsiteY145" fmla="*/ 5741 h 10000"/>
                <a:gd name="connsiteX146" fmla="*/ 97 w 9821"/>
                <a:gd name="connsiteY146" fmla="*/ 6152 h 10000"/>
                <a:gd name="connsiteX147" fmla="*/ 67 w 9821"/>
                <a:gd name="connsiteY147" fmla="*/ 6651 h 10000"/>
                <a:gd name="connsiteX148" fmla="*/ 11 w 9821"/>
                <a:gd name="connsiteY148" fmla="*/ 6954 h 10000"/>
                <a:gd name="connsiteX149" fmla="*/ 54 w 9821"/>
                <a:gd name="connsiteY149" fmla="*/ 7206 h 10000"/>
                <a:gd name="connsiteX150" fmla="*/ 73 w 9821"/>
                <a:gd name="connsiteY150" fmla="*/ 7185 h 10000"/>
                <a:gd name="connsiteX151" fmla="*/ 121 w 9821"/>
                <a:gd name="connsiteY151" fmla="*/ 7468 h 10000"/>
                <a:gd name="connsiteX152" fmla="*/ 70 w 9821"/>
                <a:gd name="connsiteY152" fmla="*/ 7903 h 10000"/>
                <a:gd name="connsiteX153" fmla="*/ 128 w 9821"/>
                <a:gd name="connsiteY153" fmla="*/ 8134 h 10000"/>
                <a:gd name="connsiteX154" fmla="*/ 65 w 9821"/>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70 w 10000"/>
                <a:gd name="connsiteY126" fmla="*/ 532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196 w 10000"/>
                <a:gd name="connsiteY86" fmla="*/ 612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858 w 10000"/>
                <a:gd name="connsiteY110" fmla="*/ 27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20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33 w 10000"/>
                <a:gd name="connsiteY130" fmla="*/ 330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72 w 10000"/>
                <a:gd name="connsiteY98" fmla="*/ 556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489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73 w 10000"/>
                <a:gd name="connsiteY107" fmla="*/ 187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232 w 10000"/>
                <a:gd name="connsiteY120" fmla="*/ 249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52 w 10000"/>
                <a:gd name="connsiteY57" fmla="*/ 9862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72 w 10000"/>
                <a:gd name="connsiteY34" fmla="*/ 998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0000" h="10137">
                  <a:moveTo>
                    <a:pt x="66" y="8640"/>
                  </a:moveTo>
                  <a:cubicBezTo>
                    <a:pt x="46" y="8890"/>
                    <a:pt x="37" y="8848"/>
                    <a:pt x="63" y="9027"/>
                  </a:cubicBezTo>
                  <a:cubicBezTo>
                    <a:pt x="53" y="9166"/>
                    <a:pt x="43" y="9306"/>
                    <a:pt x="33" y="9445"/>
                  </a:cubicBezTo>
                  <a:cubicBezTo>
                    <a:pt x="34" y="9505"/>
                    <a:pt x="155" y="9804"/>
                    <a:pt x="156" y="9864"/>
                  </a:cubicBezTo>
                  <a:lnTo>
                    <a:pt x="473" y="9761"/>
                  </a:lnTo>
                  <a:cubicBezTo>
                    <a:pt x="627" y="10049"/>
                    <a:pt x="738" y="9661"/>
                    <a:pt x="820" y="9701"/>
                  </a:cubicBezTo>
                  <a:cubicBezTo>
                    <a:pt x="901" y="9741"/>
                    <a:pt x="931" y="10000"/>
                    <a:pt x="964" y="10000"/>
                  </a:cubicBezTo>
                  <a:lnTo>
                    <a:pt x="1075" y="9761"/>
                  </a:lnTo>
                  <a:cubicBezTo>
                    <a:pt x="1110" y="9841"/>
                    <a:pt x="1144" y="9920"/>
                    <a:pt x="1179" y="10000"/>
                  </a:cubicBezTo>
                  <a:lnTo>
                    <a:pt x="1322" y="9942"/>
                  </a:lnTo>
                  <a:lnTo>
                    <a:pt x="1466" y="9858"/>
                  </a:lnTo>
                  <a:lnTo>
                    <a:pt x="1806" y="9733"/>
                  </a:lnTo>
                  <a:lnTo>
                    <a:pt x="1931" y="9942"/>
                  </a:lnTo>
                  <a:lnTo>
                    <a:pt x="2078" y="9873"/>
                  </a:lnTo>
                  <a:lnTo>
                    <a:pt x="2231" y="9811"/>
                  </a:lnTo>
                  <a:lnTo>
                    <a:pt x="2371" y="9811"/>
                  </a:lnTo>
                  <a:cubicBezTo>
                    <a:pt x="2408" y="9811"/>
                    <a:pt x="2440" y="9781"/>
                    <a:pt x="2482" y="9811"/>
                  </a:cubicBezTo>
                  <a:cubicBezTo>
                    <a:pt x="2524" y="9841"/>
                    <a:pt x="2575" y="9930"/>
                    <a:pt x="2621" y="9990"/>
                  </a:cubicBezTo>
                  <a:lnTo>
                    <a:pt x="2798" y="9811"/>
                  </a:lnTo>
                  <a:lnTo>
                    <a:pt x="2932" y="9879"/>
                  </a:lnTo>
                  <a:lnTo>
                    <a:pt x="3068" y="9942"/>
                  </a:lnTo>
                  <a:cubicBezTo>
                    <a:pt x="3102" y="9961"/>
                    <a:pt x="3134" y="9981"/>
                    <a:pt x="3168" y="10000"/>
                  </a:cubicBezTo>
                  <a:cubicBezTo>
                    <a:pt x="3207" y="10046"/>
                    <a:pt x="3247" y="10091"/>
                    <a:pt x="3286" y="10137"/>
                  </a:cubicBezTo>
                  <a:cubicBezTo>
                    <a:pt x="3320" y="10119"/>
                    <a:pt x="3346" y="9960"/>
                    <a:pt x="3381" y="9942"/>
                  </a:cubicBezTo>
                  <a:lnTo>
                    <a:pt x="3500" y="9873"/>
                  </a:lnTo>
                  <a:lnTo>
                    <a:pt x="3652" y="9858"/>
                  </a:lnTo>
                  <a:lnTo>
                    <a:pt x="3813" y="9942"/>
                  </a:lnTo>
                  <a:cubicBezTo>
                    <a:pt x="3846" y="9961"/>
                    <a:pt x="3878" y="9981"/>
                    <a:pt x="3911" y="10000"/>
                  </a:cubicBezTo>
                  <a:lnTo>
                    <a:pt x="4022" y="9816"/>
                  </a:lnTo>
                  <a:cubicBezTo>
                    <a:pt x="4056" y="9876"/>
                    <a:pt x="4091" y="9935"/>
                    <a:pt x="4125" y="9995"/>
                  </a:cubicBezTo>
                  <a:cubicBezTo>
                    <a:pt x="4176" y="9933"/>
                    <a:pt x="4228" y="9872"/>
                    <a:pt x="4279" y="9810"/>
                  </a:cubicBezTo>
                  <a:lnTo>
                    <a:pt x="4412" y="9937"/>
                  </a:lnTo>
                  <a:lnTo>
                    <a:pt x="4565" y="9879"/>
                  </a:lnTo>
                  <a:lnTo>
                    <a:pt x="4783" y="9811"/>
                  </a:lnTo>
                  <a:cubicBezTo>
                    <a:pt x="4813" y="9868"/>
                    <a:pt x="4842" y="9924"/>
                    <a:pt x="4872" y="9981"/>
                  </a:cubicBezTo>
                  <a:lnTo>
                    <a:pt x="5155" y="9960"/>
                  </a:lnTo>
                  <a:lnTo>
                    <a:pt x="5329" y="9748"/>
                  </a:lnTo>
                  <a:cubicBezTo>
                    <a:pt x="5365" y="9726"/>
                    <a:pt x="5404" y="9706"/>
                    <a:pt x="5439" y="9684"/>
                  </a:cubicBezTo>
                  <a:lnTo>
                    <a:pt x="5580" y="9679"/>
                  </a:lnTo>
                  <a:cubicBezTo>
                    <a:pt x="5606" y="9609"/>
                    <a:pt x="5733" y="9808"/>
                    <a:pt x="5760" y="9738"/>
                  </a:cubicBezTo>
                  <a:lnTo>
                    <a:pt x="5918" y="9768"/>
                  </a:lnTo>
                  <a:lnTo>
                    <a:pt x="6270" y="9857"/>
                  </a:lnTo>
                  <a:cubicBezTo>
                    <a:pt x="6305" y="9757"/>
                    <a:pt x="6341" y="9658"/>
                    <a:pt x="6376" y="9558"/>
                  </a:cubicBezTo>
                  <a:lnTo>
                    <a:pt x="6483" y="9645"/>
                  </a:lnTo>
                  <a:cubicBezTo>
                    <a:pt x="6531" y="9735"/>
                    <a:pt x="6580" y="9675"/>
                    <a:pt x="6628" y="9765"/>
                  </a:cubicBezTo>
                  <a:cubicBezTo>
                    <a:pt x="6665" y="9675"/>
                    <a:pt x="6696" y="9800"/>
                    <a:pt x="6738" y="9795"/>
                  </a:cubicBezTo>
                  <a:cubicBezTo>
                    <a:pt x="6780" y="9790"/>
                    <a:pt x="6831" y="9735"/>
                    <a:pt x="6878" y="9735"/>
                  </a:cubicBezTo>
                  <a:cubicBezTo>
                    <a:pt x="6952" y="9856"/>
                    <a:pt x="7027" y="9737"/>
                    <a:pt x="7101" y="9858"/>
                  </a:cubicBezTo>
                  <a:lnTo>
                    <a:pt x="7351" y="9726"/>
                  </a:lnTo>
                  <a:lnTo>
                    <a:pt x="7486" y="9735"/>
                  </a:lnTo>
                  <a:cubicBezTo>
                    <a:pt x="7523" y="9795"/>
                    <a:pt x="7626" y="9615"/>
                    <a:pt x="7663" y="9675"/>
                  </a:cubicBezTo>
                  <a:cubicBezTo>
                    <a:pt x="7688" y="9745"/>
                    <a:pt x="7746" y="9635"/>
                    <a:pt x="7771" y="9705"/>
                  </a:cubicBezTo>
                  <a:cubicBezTo>
                    <a:pt x="7811" y="9684"/>
                    <a:pt x="7817" y="9991"/>
                    <a:pt x="7858" y="9970"/>
                  </a:cubicBezTo>
                  <a:cubicBezTo>
                    <a:pt x="7883" y="9983"/>
                    <a:pt x="8040" y="9785"/>
                    <a:pt x="8065" y="9798"/>
                  </a:cubicBezTo>
                  <a:lnTo>
                    <a:pt x="8386" y="9760"/>
                  </a:lnTo>
                  <a:lnTo>
                    <a:pt x="8586" y="9786"/>
                  </a:lnTo>
                  <a:cubicBezTo>
                    <a:pt x="8627" y="9941"/>
                    <a:pt x="8721" y="9649"/>
                    <a:pt x="8762" y="9804"/>
                  </a:cubicBezTo>
                  <a:cubicBezTo>
                    <a:pt x="8815" y="9764"/>
                    <a:pt x="8957" y="10015"/>
                    <a:pt x="9009" y="9975"/>
                  </a:cubicBezTo>
                  <a:cubicBezTo>
                    <a:pt x="9071" y="9825"/>
                    <a:pt x="9267" y="9942"/>
                    <a:pt x="9309" y="9877"/>
                  </a:cubicBezTo>
                  <a:cubicBezTo>
                    <a:pt x="9364" y="9816"/>
                    <a:pt x="9460" y="10015"/>
                    <a:pt x="9516" y="9954"/>
                  </a:cubicBezTo>
                  <a:cubicBezTo>
                    <a:pt x="9566" y="9850"/>
                    <a:pt x="9779" y="9726"/>
                    <a:pt x="9829" y="9622"/>
                  </a:cubicBezTo>
                  <a:cubicBezTo>
                    <a:pt x="9932" y="9327"/>
                    <a:pt x="9782" y="9122"/>
                    <a:pt x="9884" y="8827"/>
                  </a:cubicBezTo>
                  <a:cubicBezTo>
                    <a:pt x="9898" y="8736"/>
                    <a:pt x="9858" y="8137"/>
                    <a:pt x="9872" y="8045"/>
                  </a:cubicBezTo>
                  <a:cubicBezTo>
                    <a:pt x="9885" y="7886"/>
                    <a:pt x="9877" y="7517"/>
                    <a:pt x="9890" y="7359"/>
                  </a:cubicBezTo>
                  <a:cubicBezTo>
                    <a:pt x="9902" y="7272"/>
                    <a:pt x="9946" y="6859"/>
                    <a:pt x="9956" y="6772"/>
                  </a:cubicBezTo>
                  <a:cubicBezTo>
                    <a:pt x="9977" y="6630"/>
                    <a:pt x="9861" y="6130"/>
                    <a:pt x="9881" y="5988"/>
                  </a:cubicBezTo>
                  <a:cubicBezTo>
                    <a:pt x="9898" y="5795"/>
                    <a:pt x="9891" y="5662"/>
                    <a:pt x="9909" y="5470"/>
                  </a:cubicBezTo>
                  <a:cubicBezTo>
                    <a:pt x="9927" y="5301"/>
                    <a:pt x="9893" y="5080"/>
                    <a:pt x="9908" y="4944"/>
                  </a:cubicBezTo>
                  <a:cubicBezTo>
                    <a:pt x="9924" y="4817"/>
                    <a:pt x="9912" y="4721"/>
                    <a:pt x="9927" y="4594"/>
                  </a:cubicBezTo>
                  <a:cubicBezTo>
                    <a:pt x="9940" y="4491"/>
                    <a:pt x="9951" y="4387"/>
                    <a:pt x="9963" y="4284"/>
                  </a:cubicBezTo>
                  <a:cubicBezTo>
                    <a:pt x="9971" y="4221"/>
                    <a:pt x="9978" y="4158"/>
                    <a:pt x="9985" y="4095"/>
                  </a:cubicBezTo>
                  <a:cubicBezTo>
                    <a:pt x="9969" y="4030"/>
                    <a:pt x="9954" y="3964"/>
                    <a:pt x="9940" y="3899"/>
                  </a:cubicBezTo>
                  <a:cubicBezTo>
                    <a:pt x="9934" y="3840"/>
                    <a:pt x="9928" y="3781"/>
                    <a:pt x="9923" y="3721"/>
                  </a:cubicBezTo>
                  <a:cubicBezTo>
                    <a:pt x="9934" y="3636"/>
                    <a:pt x="9945" y="3553"/>
                    <a:pt x="9956" y="3469"/>
                  </a:cubicBezTo>
                  <a:cubicBezTo>
                    <a:pt x="9966" y="3374"/>
                    <a:pt x="10000" y="3280"/>
                    <a:pt x="9989" y="3154"/>
                  </a:cubicBezTo>
                  <a:cubicBezTo>
                    <a:pt x="9956" y="3007"/>
                    <a:pt x="9923" y="2858"/>
                    <a:pt x="9890" y="2711"/>
                  </a:cubicBezTo>
                  <a:cubicBezTo>
                    <a:pt x="9862" y="2648"/>
                    <a:pt x="9968" y="2376"/>
                    <a:pt x="9937" y="2313"/>
                  </a:cubicBezTo>
                  <a:cubicBezTo>
                    <a:pt x="9936" y="2178"/>
                    <a:pt x="9882" y="1266"/>
                    <a:pt x="9881" y="1131"/>
                  </a:cubicBezTo>
                  <a:cubicBezTo>
                    <a:pt x="9856" y="949"/>
                    <a:pt x="9686" y="558"/>
                    <a:pt x="9662" y="376"/>
                  </a:cubicBezTo>
                  <a:cubicBezTo>
                    <a:pt x="9630" y="355"/>
                    <a:pt x="9475" y="393"/>
                    <a:pt x="9444" y="373"/>
                  </a:cubicBezTo>
                  <a:cubicBezTo>
                    <a:pt x="9416" y="311"/>
                    <a:pt x="9236" y="370"/>
                    <a:pt x="9208" y="308"/>
                  </a:cubicBezTo>
                  <a:cubicBezTo>
                    <a:pt x="9180" y="425"/>
                    <a:pt x="9096" y="243"/>
                    <a:pt x="9067" y="360"/>
                  </a:cubicBezTo>
                  <a:cubicBezTo>
                    <a:pt x="9051" y="116"/>
                    <a:pt x="8860" y="828"/>
                    <a:pt x="8844" y="584"/>
                  </a:cubicBezTo>
                  <a:cubicBezTo>
                    <a:pt x="8848" y="345"/>
                    <a:pt x="8690" y="793"/>
                    <a:pt x="8694" y="554"/>
                  </a:cubicBezTo>
                  <a:cubicBezTo>
                    <a:pt x="8688" y="471"/>
                    <a:pt x="8683" y="389"/>
                    <a:pt x="8677" y="306"/>
                  </a:cubicBezTo>
                  <a:cubicBezTo>
                    <a:pt x="8717" y="76"/>
                    <a:pt x="8485" y="742"/>
                    <a:pt x="8525" y="512"/>
                  </a:cubicBezTo>
                  <a:cubicBezTo>
                    <a:pt x="8440" y="742"/>
                    <a:pt x="8486" y="135"/>
                    <a:pt x="8401" y="365"/>
                  </a:cubicBezTo>
                  <a:cubicBezTo>
                    <a:pt x="8376" y="185"/>
                    <a:pt x="8221" y="690"/>
                    <a:pt x="8196" y="510"/>
                  </a:cubicBezTo>
                  <a:cubicBezTo>
                    <a:pt x="8150" y="450"/>
                    <a:pt x="8081" y="392"/>
                    <a:pt x="8034" y="333"/>
                  </a:cubicBezTo>
                  <a:cubicBezTo>
                    <a:pt x="7961" y="170"/>
                    <a:pt x="7811" y="635"/>
                    <a:pt x="7738" y="472"/>
                  </a:cubicBezTo>
                  <a:lnTo>
                    <a:pt x="7532" y="257"/>
                  </a:lnTo>
                  <a:cubicBezTo>
                    <a:pt x="7513" y="322"/>
                    <a:pt x="7353" y="448"/>
                    <a:pt x="7334" y="513"/>
                  </a:cubicBezTo>
                  <a:cubicBezTo>
                    <a:pt x="7306" y="450"/>
                    <a:pt x="7146" y="266"/>
                    <a:pt x="7117" y="203"/>
                  </a:cubicBezTo>
                  <a:cubicBezTo>
                    <a:pt x="7080" y="392"/>
                    <a:pt x="6955" y="223"/>
                    <a:pt x="6918" y="412"/>
                  </a:cubicBezTo>
                  <a:cubicBezTo>
                    <a:pt x="6912" y="530"/>
                    <a:pt x="6906" y="318"/>
                    <a:pt x="6900" y="436"/>
                  </a:cubicBezTo>
                  <a:cubicBezTo>
                    <a:pt x="6887" y="503"/>
                    <a:pt x="6790" y="361"/>
                    <a:pt x="6778" y="427"/>
                  </a:cubicBezTo>
                  <a:cubicBezTo>
                    <a:pt x="6722" y="321"/>
                    <a:pt x="6754" y="483"/>
                    <a:pt x="6697" y="376"/>
                  </a:cubicBezTo>
                  <a:lnTo>
                    <a:pt x="6492" y="252"/>
                  </a:lnTo>
                  <a:cubicBezTo>
                    <a:pt x="6485" y="360"/>
                    <a:pt x="6425" y="170"/>
                    <a:pt x="6418" y="278"/>
                  </a:cubicBezTo>
                  <a:lnTo>
                    <a:pt x="6056" y="392"/>
                  </a:lnTo>
                  <a:cubicBezTo>
                    <a:pt x="6011" y="369"/>
                    <a:pt x="5965" y="347"/>
                    <a:pt x="5920" y="324"/>
                  </a:cubicBezTo>
                  <a:cubicBezTo>
                    <a:pt x="5902" y="280"/>
                    <a:pt x="5881" y="236"/>
                    <a:pt x="5862" y="192"/>
                  </a:cubicBezTo>
                  <a:lnTo>
                    <a:pt x="5510" y="208"/>
                  </a:lnTo>
                  <a:lnTo>
                    <a:pt x="5353" y="4"/>
                  </a:lnTo>
                  <a:cubicBezTo>
                    <a:pt x="5322" y="0"/>
                    <a:pt x="5237" y="196"/>
                    <a:pt x="5206" y="192"/>
                  </a:cubicBezTo>
                  <a:lnTo>
                    <a:pt x="4976" y="203"/>
                  </a:lnTo>
                  <a:lnTo>
                    <a:pt x="4872" y="208"/>
                  </a:lnTo>
                  <a:lnTo>
                    <a:pt x="4752" y="45"/>
                  </a:lnTo>
                  <a:cubicBezTo>
                    <a:pt x="4732" y="99"/>
                    <a:pt x="4712" y="154"/>
                    <a:pt x="4692" y="208"/>
                  </a:cubicBezTo>
                  <a:lnTo>
                    <a:pt x="4312" y="312"/>
                  </a:lnTo>
                  <a:cubicBezTo>
                    <a:pt x="4193" y="49"/>
                    <a:pt x="4343" y="261"/>
                    <a:pt x="4064" y="358"/>
                  </a:cubicBezTo>
                  <a:lnTo>
                    <a:pt x="3861" y="392"/>
                  </a:lnTo>
                  <a:cubicBezTo>
                    <a:pt x="3829" y="390"/>
                    <a:pt x="3623" y="210"/>
                    <a:pt x="3591" y="208"/>
                  </a:cubicBezTo>
                  <a:lnTo>
                    <a:pt x="3460" y="192"/>
                  </a:lnTo>
                  <a:lnTo>
                    <a:pt x="3242" y="208"/>
                  </a:lnTo>
                  <a:lnTo>
                    <a:pt x="3098" y="208"/>
                  </a:lnTo>
                  <a:lnTo>
                    <a:pt x="3023" y="187"/>
                  </a:lnTo>
                  <a:lnTo>
                    <a:pt x="2748" y="447"/>
                  </a:lnTo>
                  <a:lnTo>
                    <a:pt x="2606" y="203"/>
                  </a:lnTo>
                  <a:lnTo>
                    <a:pt x="2495" y="208"/>
                  </a:lnTo>
                  <a:lnTo>
                    <a:pt x="2232" y="249"/>
                  </a:lnTo>
                  <a:lnTo>
                    <a:pt x="1988" y="79"/>
                  </a:lnTo>
                  <a:lnTo>
                    <a:pt x="1541" y="220"/>
                  </a:lnTo>
                  <a:cubicBezTo>
                    <a:pt x="1500" y="262"/>
                    <a:pt x="1469" y="154"/>
                    <a:pt x="1428" y="197"/>
                  </a:cubicBezTo>
                  <a:cubicBezTo>
                    <a:pt x="1392" y="97"/>
                    <a:pt x="1346" y="446"/>
                    <a:pt x="1310" y="346"/>
                  </a:cubicBezTo>
                  <a:cubicBezTo>
                    <a:pt x="1285" y="323"/>
                    <a:pt x="1259" y="301"/>
                    <a:pt x="1233" y="278"/>
                  </a:cubicBezTo>
                  <a:cubicBezTo>
                    <a:pt x="1175" y="404"/>
                    <a:pt x="1042" y="321"/>
                    <a:pt x="984" y="447"/>
                  </a:cubicBezTo>
                  <a:cubicBezTo>
                    <a:pt x="935" y="470"/>
                    <a:pt x="875" y="492"/>
                    <a:pt x="826" y="515"/>
                  </a:cubicBezTo>
                  <a:cubicBezTo>
                    <a:pt x="806" y="577"/>
                    <a:pt x="624" y="340"/>
                    <a:pt x="605" y="402"/>
                  </a:cubicBezTo>
                  <a:cubicBezTo>
                    <a:pt x="615" y="660"/>
                    <a:pt x="484" y="21"/>
                    <a:pt x="495" y="279"/>
                  </a:cubicBezTo>
                  <a:cubicBezTo>
                    <a:pt x="488" y="312"/>
                    <a:pt x="439" y="346"/>
                    <a:pt x="433" y="379"/>
                  </a:cubicBezTo>
                  <a:cubicBezTo>
                    <a:pt x="412" y="466"/>
                    <a:pt x="269" y="614"/>
                    <a:pt x="247" y="701"/>
                  </a:cubicBezTo>
                  <a:cubicBezTo>
                    <a:pt x="203" y="785"/>
                    <a:pt x="192" y="1139"/>
                    <a:pt x="147" y="1223"/>
                  </a:cubicBezTo>
                  <a:cubicBezTo>
                    <a:pt x="119" y="1275"/>
                    <a:pt x="189" y="1955"/>
                    <a:pt x="160" y="2007"/>
                  </a:cubicBezTo>
                  <a:cubicBezTo>
                    <a:pt x="161" y="2183"/>
                    <a:pt x="76" y="2149"/>
                    <a:pt x="77" y="2324"/>
                  </a:cubicBezTo>
                  <a:cubicBezTo>
                    <a:pt x="69" y="2409"/>
                    <a:pt x="191" y="2673"/>
                    <a:pt x="183" y="2757"/>
                  </a:cubicBezTo>
                  <a:cubicBezTo>
                    <a:pt x="201" y="2819"/>
                    <a:pt x="217" y="2881"/>
                    <a:pt x="234" y="2943"/>
                  </a:cubicBezTo>
                  <a:cubicBezTo>
                    <a:pt x="203" y="3007"/>
                    <a:pt x="124" y="3401"/>
                    <a:pt x="93" y="3466"/>
                  </a:cubicBezTo>
                  <a:cubicBezTo>
                    <a:pt x="58" y="3555"/>
                    <a:pt x="253" y="3585"/>
                    <a:pt x="217" y="3674"/>
                  </a:cubicBezTo>
                  <a:cubicBezTo>
                    <a:pt x="209" y="3839"/>
                    <a:pt x="202" y="4003"/>
                    <a:pt x="193" y="4168"/>
                  </a:cubicBezTo>
                  <a:cubicBezTo>
                    <a:pt x="154" y="4185"/>
                    <a:pt x="116" y="4203"/>
                    <a:pt x="77" y="4220"/>
                  </a:cubicBezTo>
                  <a:cubicBezTo>
                    <a:pt x="94" y="4296"/>
                    <a:pt x="111" y="4371"/>
                    <a:pt x="128" y="4447"/>
                  </a:cubicBezTo>
                  <a:cubicBezTo>
                    <a:pt x="104" y="4436"/>
                    <a:pt x="80" y="4426"/>
                    <a:pt x="57" y="4416"/>
                  </a:cubicBezTo>
                  <a:cubicBezTo>
                    <a:pt x="90" y="4507"/>
                    <a:pt x="121" y="4597"/>
                    <a:pt x="155" y="4688"/>
                  </a:cubicBezTo>
                  <a:cubicBezTo>
                    <a:pt x="130" y="4720"/>
                    <a:pt x="106" y="4752"/>
                    <a:pt x="81" y="4784"/>
                  </a:cubicBezTo>
                  <a:cubicBezTo>
                    <a:pt x="73" y="4869"/>
                    <a:pt x="143" y="4985"/>
                    <a:pt x="133" y="5071"/>
                  </a:cubicBezTo>
                  <a:cubicBezTo>
                    <a:pt x="112" y="5258"/>
                    <a:pt x="133" y="5356"/>
                    <a:pt x="110" y="5544"/>
                  </a:cubicBezTo>
                  <a:cubicBezTo>
                    <a:pt x="105" y="5586"/>
                    <a:pt x="131" y="5747"/>
                    <a:pt x="126" y="5790"/>
                  </a:cubicBezTo>
                  <a:cubicBezTo>
                    <a:pt x="117" y="5877"/>
                    <a:pt x="108" y="6114"/>
                    <a:pt x="99" y="6201"/>
                  </a:cubicBezTo>
                  <a:cubicBezTo>
                    <a:pt x="132" y="6348"/>
                    <a:pt x="35" y="6554"/>
                    <a:pt x="68" y="6700"/>
                  </a:cubicBezTo>
                  <a:cubicBezTo>
                    <a:pt x="27" y="6801"/>
                    <a:pt x="53" y="6902"/>
                    <a:pt x="11" y="7003"/>
                  </a:cubicBezTo>
                  <a:cubicBezTo>
                    <a:pt x="0" y="7088"/>
                    <a:pt x="66" y="7171"/>
                    <a:pt x="55" y="7255"/>
                  </a:cubicBezTo>
                  <a:cubicBezTo>
                    <a:pt x="46" y="7338"/>
                    <a:pt x="82" y="7151"/>
                    <a:pt x="74" y="7234"/>
                  </a:cubicBezTo>
                  <a:cubicBezTo>
                    <a:pt x="91" y="7328"/>
                    <a:pt x="107" y="7423"/>
                    <a:pt x="123" y="7517"/>
                  </a:cubicBezTo>
                  <a:cubicBezTo>
                    <a:pt x="111" y="7632"/>
                    <a:pt x="85" y="7836"/>
                    <a:pt x="71" y="7952"/>
                  </a:cubicBezTo>
                  <a:cubicBezTo>
                    <a:pt x="91" y="8029"/>
                    <a:pt x="109" y="8106"/>
                    <a:pt x="130" y="8183"/>
                  </a:cubicBezTo>
                  <a:cubicBezTo>
                    <a:pt x="115" y="8293"/>
                    <a:pt x="149" y="8567"/>
                    <a:pt x="66" y="8640"/>
                  </a:cubicBezTo>
                  <a:close/>
                </a:path>
              </a:pathLst>
            </a:custGeom>
            <a:blipFill dpi="0" rotWithShape="1">
              <a:blip r:embed="rId3" cstate="print">
                <a:lum bright="78000" contrast="-90000"/>
              </a:blip>
              <a:srcRect/>
              <a:tile tx="0" ty="0" sx="100000" sy="100000" flip="none" algn="tl"/>
            </a:blipFill>
            <a:ln w="3175">
              <a:noFill/>
              <a:round/>
              <a:headEnd/>
              <a:tailEnd/>
            </a:ln>
            <a:effectLst>
              <a:outerShdw blurRad="50800" dist="38100" dir="2700000" algn="tl" rotWithShape="0">
                <a:prstClr val="black">
                  <a:alpha val="40000"/>
                </a:prstClr>
              </a:outerShdw>
            </a:effectLst>
          </p:spPr>
          <p:txBody>
            <a:bodyPr vert="horz" wrap="square" lIns="361157" tIns="90295" rIns="180590" bIns="90295" numCol="1" anchor="t" anchorCtr="0" compatLnSpc="1">
              <a:prstTxWarp prst="textNoShape">
                <a:avLst/>
              </a:prstTxWarp>
            </a:bodyPr>
            <a:lstStyle/>
            <a:p>
              <a:pPr marL="1344613" marR="0" lvl="0" defTabSz="914186" eaLnBrk="1" fontAlgn="auto" latinLnBrk="0" hangingPunct="1">
                <a:lnSpc>
                  <a:spcPct val="105000"/>
                </a:lnSpc>
                <a:spcBef>
                  <a:spcPts val="600"/>
                </a:spcBef>
                <a:spcAft>
                  <a:spcPts val="0"/>
                </a:spcAft>
                <a:buClrTx/>
                <a:buSzTx/>
                <a:buFontTx/>
                <a:buNone/>
                <a:tabLst/>
                <a:defRPr/>
              </a:pPr>
              <a:endParaRPr kumimoji="0" lang="en-US" sz="1200" b="0" i="1" u="none" strike="noStrike" kern="0" cap="none" spc="0" normalizeH="0" baseline="0" noProof="0">
                <a:ln>
                  <a:noFill/>
                </a:ln>
                <a:solidFill>
                  <a:srgbClr val="000000"/>
                </a:solidFill>
                <a:effectLst/>
                <a:uLnTx/>
                <a:uFillTx/>
                <a:latin typeface="Palatino Linotype" panose="02040502050505030304" pitchFamily="18" charset="0"/>
              </a:endParaRPr>
            </a:p>
          </p:txBody>
        </p:sp>
        <p:sp>
          <p:nvSpPr>
            <p:cNvPr id="1073" name="TextBox 1072">
              <a:extLst>
                <a:ext uri="{FF2B5EF4-FFF2-40B4-BE49-F238E27FC236}">
                  <a16:creationId xmlns:a16="http://schemas.microsoft.com/office/drawing/2014/main" id="{7DE337D3-2D2C-D032-7AD5-9C7AC5815146}"/>
                </a:ext>
              </a:extLst>
            </p:cNvPr>
            <p:cNvSpPr txBox="1"/>
            <p:nvPr/>
          </p:nvSpPr>
          <p:spPr>
            <a:xfrm>
              <a:off x="4758776" y="2342287"/>
              <a:ext cx="3920896" cy="210880"/>
            </a:xfrm>
            <a:prstGeom prst="rect">
              <a:avLst/>
            </a:prstGeom>
            <a:noFill/>
          </p:spPr>
          <p:txBody>
            <a:bodyPr wrap="square" rtlCol="0" anchor="ctr">
              <a:spAutoFit/>
            </a:bodyPr>
            <a:lstStyle/>
            <a:p>
              <a:pPr algn="just"/>
              <a:r>
                <a:rPr lang="en-US" sz="1050" i="1" dirty="0">
                  <a:latin typeface="Palatino Linotype" panose="02040502050505030304" pitchFamily="18" charset="0"/>
                </a:rPr>
                <a:t>“[x]”</a:t>
              </a:r>
            </a:p>
          </p:txBody>
        </p:sp>
        <p:sp>
          <p:nvSpPr>
            <p:cNvPr id="1074" name="TextBox 1073">
              <a:extLst>
                <a:ext uri="{FF2B5EF4-FFF2-40B4-BE49-F238E27FC236}">
                  <a16:creationId xmlns:a16="http://schemas.microsoft.com/office/drawing/2014/main" id="{BAF59BD9-CEF3-DD89-09ED-5F94076E1259}"/>
                </a:ext>
              </a:extLst>
            </p:cNvPr>
            <p:cNvSpPr txBox="1"/>
            <p:nvPr/>
          </p:nvSpPr>
          <p:spPr>
            <a:xfrm>
              <a:off x="4758776" y="1951418"/>
              <a:ext cx="3920896" cy="226271"/>
            </a:xfrm>
            <a:prstGeom prst="rect">
              <a:avLst/>
            </a:prstGeom>
            <a:noFill/>
          </p:spPr>
          <p:txBody>
            <a:bodyPr wrap="square" rtlCol="0" anchor="ctr">
              <a:spAutoFit/>
            </a:bodyPr>
            <a:lstStyle/>
            <a:p>
              <a:pPr algn="just">
                <a:lnSpc>
                  <a:spcPct val="119000"/>
                </a:lnSpc>
                <a:spcBef>
                  <a:spcPts val="100"/>
                </a:spcBef>
                <a:spcAft>
                  <a:spcPts val="100"/>
                </a:spcAft>
              </a:pPr>
              <a:r>
                <a:rPr lang="en-US" sz="1050" b="1" u="sng" dirty="0">
                  <a:latin typeface="Palatino Linotype" panose="02040502050505030304" pitchFamily="18" charset="0"/>
                </a:rPr>
                <a:t>[Name] – [Role]</a:t>
              </a:r>
            </a:p>
          </p:txBody>
        </p:sp>
      </p:grpSp>
      <p:grpSp>
        <p:nvGrpSpPr>
          <p:cNvPr id="1087" name="Group 1086">
            <a:extLst>
              <a:ext uri="{FF2B5EF4-FFF2-40B4-BE49-F238E27FC236}">
                <a16:creationId xmlns:a16="http://schemas.microsoft.com/office/drawing/2014/main" id="{877CAD62-1E81-DC1F-ED73-334CE8C7F381}"/>
              </a:ext>
            </a:extLst>
          </p:cNvPr>
          <p:cNvGrpSpPr/>
          <p:nvPr/>
        </p:nvGrpSpPr>
        <p:grpSpPr>
          <a:xfrm>
            <a:off x="4649222" y="5227514"/>
            <a:ext cx="4140002" cy="1081434"/>
            <a:chOff x="4649224" y="1930653"/>
            <a:chExt cx="4140000" cy="898145"/>
          </a:xfrm>
        </p:grpSpPr>
        <p:sp>
          <p:nvSpPr>
            <p:cNvPr id="1088" name="Freeform 7">
              <a:extLst>
                <a:ext uri="{FF2B5EF4-FFF2-40B4-BE49-F238E27FC236}">
                  <a16:creationId xmlns:a16="http://schemas.microsoft.com/office/drawing/2014/main" id="{15D904C5-E698-2DB8-5633-69E3BF69082A}"/>
                </a:ext>
              </a:extLst>
            </p:cNvPr>
            <p:cNvSpPr>
              <a:spLocks/>
            </p:cNvSpPr>
            <p:nvPr/>
          </p:nvSpPr>
          <p:spPr bwMode="auto">
            <a:xfrm>
              <a:off x="4649224" y="1960822"/>
              <a:ext cx="4140000" cy="867976"/>
            </a:xfrm>
            <a:custGeom>
              <a:avLst/>
              <a:gdLst>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565 w 10000"/>
                <a:gd name="connsiteY119" fmla="*/ 127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485 w 10000"/>
                <a:gd name="connsiteY73" fmla="*/ 524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95 w 10000"/>
                <a:gd name="connsiteY163" fmla="*/ 7498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141 w 10047"/>
                <a:gd name="connsiteY0" fmla="*/ 8737 h 10141"/>
                <a:gd name="connsiteX1" fmla="*/ 468 w 10047"/>
                <a:gd name="connsiteY1" fmla="*/ 8726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37 h 10141"/>
                <a:gd name="connsiteX1" fmla="*/ 217 w 10047"/>
                <a:gd name="connsiteY1" fmla="*/ 8878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237 w 10047"/>
                <a:gd name="connsiteY90" fmla="*/ 1910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660 w 10047"/>
                <a:gd name="connsiteY88" fmla="*/ 1891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953 w 10047"/>
                <a:gd name="connsiteY85" fmla="*/ 2740 h 10168"/>
                <a:gd name="connsiteX86" fmla="*/ 9739 w 10047"/>
                <a:gd name="connsiteY86" fmla="*/ 2334 h 10168"/>
                <a:gd name="connsiteX87" fmla="*/ 9660 w 10047"/>
                <a:gd name="connsiteY87" fmla="*/ 1891 h 10168"/>
                <a:gd name="connsiteX88" fmla="*/ 9546 w 10047"/>
                <a:gd name="connsiteY88" fmla="*/ 1822 h 10168"/>
                <a:gd name="connsiteX89" fmla="*/ 9401 w 10047"/>
                <a:gd name="connsiteY89" fmla="*/ 1392 h 10168"/>
                <a:gd name="connsiteX90" fmla="*/ 9147 w 10047"/>
                <a:gd name="connsiteY90" fmla="*/ 1387 h 10168"/>
                <a:gd name="connsiteX91" fmla="*/ 8998 w 10047"/>
                <a:gd name="connsiteY91" fmla="*/ 1318 h 10168"/>
                <a:gd name="connsiteX92" fmla="*/ 8796 w 10047"/>
                <a:gd name="connsiteY92" fmla="*/ 1272 h 10168"/>
                <a:gd name="connsiteX93" fmla="*/ 8662 w 10047"/>
                <a:gd name="connsiteY93" fmla="*/ 1272 h 10168"/>
                <a:gd name="connsiteX94" fmla="*/ 8532 w 10047"/>
                <a:gd name="connsiteY94" fmla="*/ 1202 h 10168"/>
                <a:gd name="connsiteX95" fmla="*/ 8403 w 10047"/>
                <a:gd name="connsiteY95" fmla="*/ 1202 h 10168"/>
                <a:gd name="connsiteX96" fmla="*/ 8237 w 10047"/>
                <a:gd name="connsiteY96" fmla="*/ 1138 h 10168"/>
                <a:gd name="connsiteX97" fmla="*/ 8104 w 10047"/>
                <a:gd name="connsiteY97" fmla="*/ 956 h 10168"/>
                <a:gd name="connsiteX98" fmla="*/ 7663 w 10047"/>
                <a:gd name="connsiteY98" fmla="*/ 763 h 10168"/>
                <a:gd name="connsiteX99" fmla="*/ 7529 w 10047"/>
                <a:gd name="connsiteY99" fmla="*/ 757 h 10168"/>
                <a:gd name="connsiteX100" fmla="*/ 7474 w 10047"/>
                <a:gd name="connsiteY100" fmla="*/ 956 h 10168"/>
                <a:gd name="connsiteX101" fmla="*/ 7392 w 10047"/>
                <a:gd name="connsiteY101" fmla="*/ 763 h 10168"/>
                <a:gd name="connsiteX102" fmla="*/ 7191 w 10047"/>
                <a:gd name="connsiteY102" fmla="*/ 763 h 10168"/>
                <a:gd name="connsiteX103" fmla="*/ 7089 w 10047"/>
                <a:gd name="connsiteY103" fmla="*/ 757 h 10168"/>
                <a:gd name="connsiteX104" fmla="*/ 7057 w 10047"/>
                <a:gd name="connsiteY104" fmla="*/ 961 h 10168"/>
                <a:gd name="connsiteX105" fmla="*/ 6896 w 10047"/>
                <a:gd name="connsiteY105" fmla="*/ 634 h 10168"/>
                <a:gd name="connsiteX106" fmla="*/ 6762 w 10047"/>
                <a:gd name="connsiteY106" fmla="*/ 629 h 10168"/>
                <a:gd name="connsiteX107" fmla="*/ 6680 w 10047"/>
                <a:gd name="connsiteY107" fmla="*/ 565 h 10168"/>
                <a:gd name="connsiteX108" fmla="*/ 6282 w 10047"/>
                <a:gd name="connsiteY108" fmla="*/ 377 h 10168"/>
                <a:gd name="connsiteX109" fmla="*/ 6152 w 10047"/>
                <a:gd name="connsiteY109" fmla="*/ 307 h 10168"/>
                <a:gd name="connsiteX110" fmla="*/ 6097 w 10047"/>
                <a:gd name="connsiteY110" fmla="*/ 173 h 10168"/>
                <a:gd name="connsiteX111" fmla="*/ 5759 w 10047"/>
                <a:gd name="connsiteY111" fmla="*/ 189 h 10168"/>
                <a:gd name="connsiteX112" fmla="*/ 5558 w 10047"/>
                <a:gd name="connsiteY112" fmla="*/ 184 h 10168"/>
                <a:gd name="connsiteX113" fmla="*/ 5468 w 10047"/>
                <a:gd name="connsiteY113" fmla="*/ 173 h 10168"/>
                <a:gd name="connsiteX114" fmla="*/ 5248 w 10047"/>
                <a:gd name="connsiteY114" fmla="*/ 184 h 10168"/>
                <a:gd name="connsiteX115" fmla="*/ 5149 w 10047"/>
                <a:gd name="connsiteY115" fmla="*/ 189 h 10168"/>
                <a:gd name="connsiteX116" fmla="*/ 5055 w 10047"/>
                <a:gd name="connsiteY116" fmla="*/ 168 h 10168"/>
                <a:gd name="connsiteX117" fmla="*/ 4976 w 10047"/>
                <a:gd name="connsiteY117" fmla="*/ 189 h 10168"/>
                <a:gd name="connsiteX118" fmla="*/ 4612 w 10047"/>
                <a:gd name="connsiteY118" fmla="*/ 295 h 10168"/>
                <a:gd name="connsiteX119" fmla="*/ 4161 w 10047"/>
                <a:gd name="connsiteY119" fmla="*/ 402 h 10168"/>
                <a:gd name="connsiteX120" fmla="*/ 3922 w 10047"/>
                <a:gd name="connsiteY120" fmla="*/ 189 h 10168"/>
                <a:gd name="connsiteX121" fmla="*/ 3796 w 10047"/>
                <a:gd name="connsiteY121" fmla="*/ 173 h 10168"/>
                <a:gd name="connsiteX122" fmla="*/ 3588 w 10047"/>
                <a:gd name="connsiteY122" fmla="*/ 189 h 10168"/>
                <a:gd name="connsiteX123" fmla="*/ 3450 w 10047"/>
                <a:gd name="connsiteY123" fmla="*/ 189 h 10168"/>
                <a:gd name="connsiteX124" fmla="*/ 3379 w 10047"/>
                <a:gd name="connsiteY124" fmla="*/ 168 h 10168"/>
                <a:gd name="connsiteX125" fmla="*/ 3115 w 10047"/>
                <a:gd name="connsiteY125" fmla="*/ 189 h 10168"/>
                <a:gd name="connsiteX126" fmla="*/ 2978 w 10047"/>
                <a:gd name="connsiteY126" fmla="*/ 184 h 10168"/>
                <a:gd name="connsiteX127" fmla="*/ 2872 w 10047"/>
                <a:gd name="connsiteY127" fmla="*/ 189 h 10168"/>
                <a:gd name="connsiteX128" fmla="*/ 2754 w 10047"/>
                <a:gd name="connsiteY128" fmla="*/ 173 h 10168"/>
                <a:gd name="connsiteX129" fmla="*/ 2337 w 10047"/>
                <a:gd name="connsiteY129" fmla="*/ 173 h 10168"/>
                <a:gd name="connsiteX130" fmla="*/ 1959 w 10047"/>
                <a:gd name="connsiteY130" fmla="*/ 506 h 10168"/>
                <a:gd name="connsiteX131" fmla="*/ 1841 w 10047"/>
                <a:gd name="connsiteY131" fmla="*/ 634 h 10168"/>
                <a:gd name="connsiteX132" fmla="*/ 1739 w 10047"/>
                <a:gd name="connsiteY132" fmla="*/ 634 h 10168"/>
                <a:gd name="connsiteX133" fmla="*/ 1664 w 10047"/>
                <a:gd name="connsiteY133" fmla="*/ 565 h 10168"/>
                <a:gd name="connsiteX134" fmla="*/ 1499 w 10047"/>
                <a:gd name="connsiteY134" fmla="*/ 950 h 10168"/>
                <a:gd name="connsiteX135" fmla="*/ 1357 w 10047"/>
                <a:gd name="connsiteY135" fmla="*/ 1020 h 10168"/>
                <a:gd name="connsiteX136" fmla="*/ 1302 w 10047"/>
                <a:gd name="connsiteY136" fmla="*/ 1208 h 10168"/>
                <a:gd name="connsiteX137" fmla="*/ 1156 w 10047"/>
                <a:gd name="connsiteY137" fmla="*/ 1358 h 10168"/>
                <a:gd name="connsiteX138" fmla="*/ 1137 w 10047"/>
                <a:gd name="connsiteY138" fmla="*/ 1460 h 10168"/>
                <a:gd name="connsiteX139" fmla="*/ 1074 w 10047"/>
                <a:gd name="connsiteY139" fmla="*/ 1727 h 10168"/>
                <a:gd name="connsiteX140" fmla="*/ 948 w 10047"/>
                <a:gd name="connsiteY140" fmla="*/ 1985 h 10168"/>
                <a:gd name="connsiteX141" fmla="*/ 865 w 10047"/>
                <a:gd name="connsiteY141" fmla="*/ 2145 h 10168"/>
                <a:gd name="connsiteX142" fmla="*/ 869 w 10047"/>
                <a:gd name="connsiteY142" fmla="*/ 2681 h 10168"/>
                <a:gd name="connsiteX143" fmla="*/ 846 w 10047"/>
                <a:gd name="connsiteY143" fmla="*/ 2939 h 10168"/>
                <a:gd name="connsiteX144" fmla="*/ 885 w 10047"/>
                <a:gd name="connsiteY144" fmla="*/ 3250 h 10168"/>
                <a:gd name="connsiteX145" fmla="*/ 791 w 10047"/>
                <a:gd name="connsiteY145" fmla="*/ 3448 h 10168"/>
                <a:gd name="connsiteX146" fmla="*/ 692 w 10047"/>
                <a:gd name="connsiteY146" fmla="*/ 3721 h 10168"/>
                <a:gd name="connsiteX147" fmla="*/ 669 w 10047"/>
                <a:gd name="connsiteY147" fmla="*/ 4225 h 10168"/>
                <a:gd name="connsiteX148" fmla="*/ 558 w 10047"/>
                <a:gd name="connsiteY148" fmla="*/ 4278 h 10168"/>
                <a:gd name="connsiteX149" fmla="*/ 606 w 10047"/>
                <a:gd name="connsiteY149" fmla="*/ 4509 h 10168"/>
                <a:gd name="connsiteX150" fmla="*/ 539 w 10047"/>
                <a:gd name="connsiteY150" fmla="*/ 4477 h 10168"/>
                <a:gd name="connsiteX151" fmla="*/ 632 w 10047"/>
                <a:gd name="connsiteY151" fmla="*/ 4755 h 10168"/>
                <a:gd name="connsiteX152" fmla="*/ 562 w 10047"/>
                <a:gd name="connsiteY152" fmla="*/ 4852 h 10168"/>
                <a:gd name="connsiteX153" fmla="*/ 539 w 10047"/>
                <a:gd name="connsiteY153" fmla="*/ 5114 h 10168"/>
                <a:gd name="connsiteX154" fmla="*/ 476 w 10047"/>
                <a:gd name="connsiteY154" fmla="*/ 5688 h 10168"/>
                <a:gd name="connsiteX155" fmla="*/ 460 w 10047"/>
                <a:gd name="connsiteY155" fmla="*/ 5816 h 10168"/>
                <a:gd name="connsiteX156" fmla="*/ 433 w 10047"/>
                <a:gd name="connsiteY156" fmla="*/ 6084 h 10168"/>
                <a:gd name="connsiteX157" fmla="*/ 533 w 10047"/>
                <a:gd name="connsiteY157" fmla="*/ 6531 h 10168"/>
                <a:gd name="connsiteX158" fmla="*/ 350 w 10047"/>
                <a:gd name="connsiteY158" fmla="*/ 6840 h 10168"/>
                <a:gd name="connsiteX159" fmla="*/ 318 w 10047"/>
                <a:gd name="connsiteY159" fmla="*/ 7097 h 10168"/>
                <a:gd name="connsiteX160" fmla="*/ 295 w 10047"/>
                <a:gd name="connsiteY160" fmla="*/ 7349 h 10168"/>
                <a:gd name="connsiteX161" fmla="*/ 271 w 10047"/>
                <a:gd name="connsiteY161" fmla="*/ 7547 h 10168"/>
                <a:gd name="connsiteX162" fmla="*/ 142 w 10047"/>
                <a:gd name="connsiteY162" fmla="*/ 7525 h 10168"/>
                <a:gd name="connsiteX163" fmla="*/ 220 w 10047"/>
                <a:gd name="connsiteY163" fmla="*/ 8051 h 10168"/>
                <a:gd name="connsiteX164" fmla="*/ 193 w 10047"/>
                <a:gd name="connsiteY164" fmla="*/ 8255 h 10168"/>
                <a:gd name="connsiteX165" fmla="*/ 5 w 10047"/>
                <a:gd name="connsiteY165" fmla="*/ 8533 h 10168"/>
                <a:gd name="connsiteX166" fmla="*/ 153 w 10047"/>
                <a:gd name="connsiteY166" fmla="*/ 8630 h 10168"/>
                <a:gd name="connsiteX167" fmla="*/ 141 w 10047"/>
                <a:gd name="connsiteY167"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953 w 10047"/>
                <a:gd name="connsiteY84" fmla="*/ 2740 h 10168"/>
                <a:gd name="connsiteX85" fmla="*/ 9739 w 10047"/>
                <a:gd name="connsiteY85" fmla="*/ 2334 h 10168"/>
                <a:gd name="connsiteX86" fmla="*/ 9660 w 10047"/>
                <a:gd name="connsiteY86" fmla="*/ 1891 h 10168"/>
                <a:gd name="connsiteX87" fmla="*/ 9546 w 10047"/>
                <a:gd name="connsiteY87" fmla="*/ 1822 h 10168"/>
                <a:gd name="connsiteX88" fmla="*/ 9401 w 10047"/>
                <a:gd name="connsiteY88" fmla="*/ 1392 h 10168"/>
                <a:gd name="connsiteX89" fmla="*/ 9147 w 10047"/>
                <a:gd name="connsiteY89" fmla="*/ 1387 h 10168"/>
                <a:gd name="connsiteX90" fmla="*/ 8998 w 10047"/>
                <a:gd name="connsiteY90" fmla="*/ 1318 h 10168"/>
                <a:gd name="connsiteX91" fmla="*/ 8796 w 10047"/>
                <a:gd name="connsiteY91" fmla="*/ 1272 h 10168"/>
                <a:gd name="connsiteX92" fmla="*/ 8662 w 10047"/>
                <a:gd name="connsiteY92" fmla="*/ 1272 h 10168"/>
                <a:gd name="connsiteX93" fmla="*/ 8532 w 10047"/>
                <a:gd name="connsiteY93" fmla="*/ 1202 h 10168"/>
                <a:gd name="connsiteX94" fmla="*/ 8403 w 10047"/>
                <a:gd name="connsiteY94" fmla="*/ 1202 h 10168"/>
                <a:gd name="connsiteX95" fmla="*/ 8237 w 10047"/>
                <a:gd name="connsiteY95" fmla="*/ 1138 h 10168"/>
                <a:gd name="connsiteX96" fmla="*/ 8104 w 10047"/>
                <a:gd name="connsiteY96" fmla="*/ 956 h 10168"/>
                <a:gd name="connsiteX97" fmla="*/ 7663 w 10047"/>
                <a:gd name="connsiteY97" fmla="*/ 763 h 10168"/>
                <a:gd name="connsiteX98" fmla="*/ 7529 w 10047"/>
                <a:gd name="connsiteY98" fmla="*/ 757 h 10168"/>
                <a:gd name="connsiteX99" fmla="*/ 7474 w 10047"/>
                <a:gd name="connsiteY99" fmla="*/ 956 h 10168"/>
                <a:gd name="connsiteX100" fmla="*/ 7392 w 10047"/>
                <a:gd name="connsiteY100" fmla="*/ 763 h 10168"/>
                <a:gd name="connsiteX101" fmla="*/ 7191 w 10047"/>
                <a:gd name="connsiteY101" fmla="*/ 763 h 10168"/>
                <a:gd name="connsiteX102" fmla="*/ 7089 w 10047"/>
                <a:gd name="connsiteY102" fmla="*/ 757 h 10168"/>
                <a:gd name="connsiteX103" fmla="*/ 7057 w 10047"/>
                <a:gd name="connsiteY103" fmla="*/ 961 h 10168"/>
                <a:gd name="connsiteX104" fmla="*/ 6896 w 10047"/>
                <a:gd name="connsiteY104" fmla="*/ 634 h 10168"/>
                <a:gd name="connsiteX105" fmla="*/ 6762 w 10047"/>
                <a:gd name="connsiteY105" fmla="*/ 629 h 10168"/>
                <a:gd name="connsiteX106" fmla="*/ 6680 w 10047"/>
                <a:gd name="connsiteY106" fmla="*/ 565 h 10168"/>
                <a:gd name="connsiteX107" fmla="*/ 6282 w 10047"/>
                <a:gd name="connsiteY107" fmla="*/ 377 h 10168"/>
                <a:gd name="connsiteX108" fmla="*/ 6152 w 10047"/>
                <a:gd name="connsiteY108" fmla="*/ 307 h 10168"/>
                <a:gd name="connsiteX109" fmla="*/ 6097 w 10047"/>
                <a:gd name="connsiteY109" fmla="*/ 173 h 10168"/>
                <a:gd name="connsiteX110" fmla="*/ 5759 w 10047"/>
                <a:gd name="connsiteY110" fmla="*/ 189 h 10168"/>
                <a:gd name="connsiteX111" fmla="*/ 5558 w 10047"/>
                <a:gd name="connsiteY111" fmla="*/ 184 h 10168"/>
                <a:gd name="connsiteX112" fmla="*/ 5468 w 10047"/>
                <a:gd name="connsiteY112" fmla="*/ 173 h 10168"/>
                <a:gd name="connsiteX113" fmla="*/ 5248 w 10047"/>
                <a:gd name="connsiteY113" fmla="*/ 184 h 10168"/>
                <a:gd name="connsiteX114" fmla="*/ 5149 w 10047"/>
                <a:gd name="connsiteY114" fmla="*/ 189 h 10168"/>
                <a:gd name="connsiteX115" fmla="*/ 5055 w 10047"/>
                <a:gd name="connsiteY115" fmla="*/ 168 h 10168"/>
                <a:gd name="connsiteX116" fmla="*/ 4976 w 10047"/>
                <a:gd name="connsiteY116" fmla="*/ 189 h 10168"/>
                <a:gd name="connsiteX117" fmla="*/ 4612 w 10047"/>
                <a:gd name="connsiteY117" fmla="*/ 295 h 10168"/>
                <a:gd name="connsiteX118" fmla="*/ 4161 w 10047"/>
                <a:gd name="connsiteY118" fmla="*/ 402 h 10168"/>
                <a:gd name="connsiteX119" fmla="*/ 3922 w 10047"/>
                <a:gd name="connsiteY119" fmla="*/ 189 h 10168"/>
                <a:gd name="connsiteX120" fmla="*/ 3796 w 10047"/>
                <a:gd name="connsiteY120" fmla="*/ 173 h 10168"/>
                <a:gd name="connsiteX121" fmla="*/ 3588 w 10047"/>
                <a:gd name="connsiteY121" fmla="*/ 189 h 10168"/>
                <a:gd name="connsiteX122" fmla="*/ 3450 w 10047"/>
                <a:gd name="connsiteY122" fmla="*/ 189 h 10168"/>
                <a:gd name="connsiteX123" fmla="*/ 3379 w 10047"/>
                <a:gd name="connsiteY123" fmla="*/ 168 h 10168"/>
                <a:gd name="connsiteX124" fmla="*/ 3115 w 10047"/>
                <a:gd name="connsiteY124" fmla="*/ 189 h 10168"/>
                <a:gd name="connsiteX125" fmla="*/ 2978 w 10047"/>
                <a:gd name="connsiteY125" fmla="*/ 184 h 10168"/>
                <a:gd name="connsiteX126" fmla="*/ 2872 w 10047"/>
                <a:gd name="connsiteY126" fmla="*/ 189 h 10168"/>
                <a:gd name="connsiteX127" fmla="*/ 2754 w 10047"/>
                <a:gd name="connsiteY127" fmla="*/ 173 h 10168"/>
                <a:gd name="connsiteX128" fmla="*/ 2337 w 10047"/>
                <a:gd name="connsiteY128" fmla="*/ 173 h 10168"/>
                <a:gd name="connsiteX129" fmla="*/ 1959 w 10047"/>
                <a:gd name="connsiteY129" fmla="*/ 506 h 10168"/>
                <a:gd name="connsiteX130" fmla="*/ 1841 w 10047"/>
                <a:gd name="connsiteY130" fmla="*/ 634 h 10168"/>
                <a:gd name="connsiteX131" fmla="*/ 1739 w 10047"/>
                <a:gd name="connsiteY131" fmla="*/ 634 h 10168"/>
                <a:gd name="connsiteX132" fmla="*/ 1664 w 10047"/>
                <a:gd name="connsiteY132" fmla="*/ 565 h 10168"/>
                <a:gd name="connsiteX133" fmla="*/ 1499 w 10047"/>
                <a:gd name="connsiteY133" fmla="*/ 950 h 10168"/>
                <a:gd name="connsiteX134" fmla="*/ 1357 w 10047"/>
                <a:gd name="connsiteY134" fmla="*/ 1020 h 10168"/>
                <a:gd name="connsiteX135" fmla="*/ 1302 w 10047"/>
                <a:gd name="connsiteY135" fmla="*/ 1208 h 10168"/>
                <a:gd name="connsiteX136" fmla="*/ 1156 w 10047"/>
                <a:gd name="connsiteY136" fmla="*/ 1358 h 10168"/>
                <a:gd name="connsiteX137" fmla="*/ 1137 w 10047"/>
                <a:gd name="connsiteY137" fmla="*/ 1460 h 10168"/>
                <a:gd name="connsiteX138" fmla="*/ 1074 w 10047"/>
                <a:gd name="connsiteY138" fmla="*/ 1727 h 10168"/>
                <a:gd name="connsiteX139" fmla="*/ 948 w 10047"/>
                <a:gd name="connsiteY139" fmla="*/ 1985 h 10168"/>
                <a:gd name="connsiteX140" fmla="*/ 865 w 10047"/>
                <a:gd name="connsiteY140" fmla="*/ 2145 h 10168"/>
                <a:gd name="connsiteX141" fmla="*/ 869 w 10047"/>
                <a:gd name="connsiteY141" fmla="*/ 2681 h 10168"/>
                <a:gd name="connsiteX142" fmla="*/ 846 w 10047"/>
                <a:gd name="connsiteY142" fmla="*/ 2939 h 10168"/>
                <a:gd name="connsiteX143" fmla="*/ 885 w 10047"/>
                <a:gd name="connsiteY143" fmla="*/ 3250 h 10168"/>
                <a:gd name="connsiteX144" fmla="*/ 791 w 10047"/>
                <a:gd name="connsiteY144" fmla="*/ 3448 h 10168"/>
                <a:gd name="connsiteX145" fmla="*/ 692 w 10047"/>
                <a:gd name="connsiteY145" fmla="*/ 3721 h 10168"/>
                <a:gd name="connsiteX146" fmla="*/ 669 w 10047"/>
                <a:gd name="connsiteY146" fmla="*/ 4225 h 10168"/>
                <a:gd name="connsiteX147" fmla="*/ 558 w 10047"/>
                <a:gd name="connsiteY147" fmla="*/ 4278 h 10168"/>
                <a:gd name="connsiteX148" fmla="*/ 606 w 10047"/>
                <a:gd name="connsiteY148" fmla="*/ 4509 h 10168"/>
                <a:gd name="connsiteX149" fmla="*/ 539 w 10047"/>
                <a:gd name="connsiteY149" fmla="*/ 4477 h 10168"/>
                <a:gd name="connsiteX150" fmla="*/ 632 w 10047"/>
                <a:gd name="connsiteY150" fmla="*/ 4755 h 10168"/>
                <a:gd name="connsiteX151" fmla="*/ 562 w 10047"/>
                <a:gd name="connsiteY151" fmla="*/ 4852 h 10168"/>
                <a:gd name="connsiteX152" fmla="*/ 539 w 10047"/>
                <a:gd name="connsiteY152" fmla="*/ 5114 h 10168"/>
                <a:gd name="connsiteX153" fmla="*/ 476 w 10047"/>
                <a:gd name="connsiteY153" fmla="*/ 5688 h 10168"/>
                <a:gd name="connsiteX154" fmla="*/ 460 w 10047"/>
                <a:gd name="connsiteY154" fmla="*/ 5816 h 10168"/>
                <a:gd name="connsiteX155" fmla="*/ 433 w 10047"/>
                <a:gd name="connsiteY155" fmla="*/ 6084 h 10168"/>
                <a:gd name="connsiteX156" fmla="*/ 533 w 10047"/>
                <a:gd name="connsiteY156" fmla="*/ 6531 h 10168"/>
                <a:gd name="connsiteX157" fmla="*/ 350 w 10047"/>
                <a:gd name="connsiteY157" fmla="*/ 6840 h 10168"/>
                <a:gd name="connsiteX158" fmla="*/ 318 w 10047"/>
                <a:gd name="connsiteY158" fmla="*/ 7097 h 10168"/>
                <a:gd name="connsiteX159" fmla="*/ 295 w 10047"/>
                <a:gd name="connsiteY159" fmla="*/ 7349 h 10168"/>
                <a:gd name="connsiteX160" fmla="*/ 271 w 10047"/>
                <a:gd name="connsiteY160" fmla="*/ 7547 h 10168"/>
                <a:gd name="connsiteX161" fmla="*/ 142 w 10047"/>
                <a:gd name="connsiteY161" fmla="*/ 7525 h 10168"/>
                <a:gd name="connsiteX162" fmla="*/ 220 w 10047"/>
                <a:gd name="connsiteY162" fmla="*/ 8051 h 10168"/>
                <a:gd name="connsiteX163" fmla="*/ 193 w 10047"/>
                <a:gd name="connsiteY163" fmla="*/ 8255 h 10168"/>
                <a:gd name="connsiteX164" fmla="*/ 5 w 10047"/>
                <a:gd name="connsiteY164" fmla="*/ 8533 h 10168"/>
                <a:gd name="connsiteX165" fmla="*/ 153 w 10047"/>
                <a:gd name="connsiteY165" fmla="*/ 8630 h 10168"/>
                <a:gd name="connsiteX166" fmla="*/ 141 w 10047"/>
                <a:gd name="connsiteY166"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2740 h 10168"/>
                <a:gd name="connsiteX84" fmla="*/ 9739 w 10047"/>
                <a:gd name="connsiteY84" fmla="*/ 2334 h 10168"/>
                <a:gd name="connsiteX85" fmla="*/ 9660 w 10047"/>
                <a:gd name="connsiteY85" fmla="*/ 1891 h 10168"/>
                <a:gd name="connsiteX86" fmla="*/ 9546 w 10047"/>
                <a:gd name="connsiteY86" fmla="*/ 1822 h 10168"/>
                <a:gd name="connsiteX87" fmla="*/ 9401 w 10047"/>
                <a:gd name="connsiteY87" fmla="*/ 1392 h 10168"/>
                <a:gd name="connsiteX88" fmla="*/ 9147 w 10047"/>
                <a:gd name="connsiteY88" fmla="*/ 1387 h 10168"/>
                <a:gd name="connsiteX89" fmla="*/ 8998 w 10047"/>
                <a:gd name="connsiteY89" fmla="*/ 1318 h 10168"/>
                <a:gd name="connsiteX90" fmla="*/ 8796 w 10047"/>
                <a:gd name="connsiteY90" fmla="*/ 1272 h 10168"/>
                <a:gd name="connsiteX91" fmla="*/ 8662 w 10047"/>
                <a:gd name="connsiteY91" fmla="*/ 1272 h 10168"/>
                <a:gd name="connsiteX92" fmla="*/ 8532 w 10047"/>
                <a:gd name="connsiteY92" fmla="*/ 1202 h 10168"/>
                <a:gd name="connsiteX93" fmla="*/ 8403 w 10047"/>
                <a:gd name="connsiteY93" fmla="*/ 1202 h 10168"/>
                <a:gd name="connsiteX94" fmla="*/ 8237 w 10047"/>
                <a:gd name="connsiteY94" fmla="*/ 1138 h 10168"/>
                <a:gd name="connsiteX95" fmla="*/ 8104 w 10047"/>
                <a:gd name="connsiteY95" fmla="*/ 956 h 10168"/>
                <a:gd name="connsiteX96" fmla="*/ 7663 w 10047"/>
                <a:gd name="connsiteY96" fmla="*/ 763 h 10168"/>
                <a:gd name="connsiteX97" fmla="*/ 7529 w 10047"/>
                <a:gd name="connsiteY97" fmla="*/ 757 h 10168"/>
                <a:gd name="connsiteX98" fmla="*/ 7474 w 10047"/>
                <a:gd name="connsiteY98" fmla="*/ 956 h 10168"/>
                <a:gd name="connsiteX99" fmla="*/ 7392 w 10047"/>
                <a:gd name="connsiteY99" fmla="*/ 763 h 10168"/>
                <a:gd name="connsiteX100" fmla="*/ 7191 w 10047"/>
                <a:gd name="connsiteY100" fmla="*/ 763 h 10168"/>
                <a:gd name="connsiteX101" fmla="*/ 7089 w 10047"/>
                <a:gd name="connsiteY101" fmla="*/ 757 h 10168"/>
                <a:gd name="connsiteX102" fmla="*/ 7057 w 10047"/>
                <a:gd name="connsiteY102" fmla="*/ 961 h 10168"/>
                <a:gd name="connsiteX103" fmla="*/ 6896 w 10047"/>
                <a:gd name="connsiteY103" fmla="*/ 634 h 10168"/>
                <a:gd name="connsiteX104" fmla="*/ 6762 w 10047"/>
                <a:gd name="connsiteY104" fmla="*/ 629 h 10168"/>
                <a:gd name="connsiteX105" fmla="*/ 6680 w 10047"/>
                <a:gd name="connsiteY105" fmla="*/ 565 h 10168"/>
                <a:gd name="connsiteX106" fmla="*/ 6282 w 10047"/>
                <a:gd name="connsiteY106" fmla="*/ 377 h 10168"/>
                <a:gd name="connsiteX107" fmla="*/ 6152 w 10047"/>
                <a:gd name="connsiteY107" fmla="*/ 307 h 10168"/>
                <a:gd name="connsiteX108" fmla="*/ 6097 w 10047"/>
                <a:gd name="connsiteY108" fmla="*/ 173 h 10168"/>
                <a:gd name="connsiteX109" fmla="*/ 5759 w 10047"/>
                <a:gd name="connsiteY109" fmla="*/ 189 h 10168"/>
                <a:gd name="connsiteX110" fmla="*/ 5558 w 10047"/>
                <a:gd name="connsiteY110" fmla="*/ 184 h 10168"/>
                <a:gd name="connsiteX111" fmla="*/ 5468 w 10047"/>
                <a:gd name="connsiteY111" fmla="*/ 173 h 10168"/>
                <a:gd name="connsiteX112" fmla="*/ 5248 w 10047"/>
                <a:gd name="connsiteY112" fmla="*/ 184 h 10168"/>
                <a:gd name="connsiteX113" fmla="*/ 5149 w 10047"/>
                <a:gd name="connsiteY113" fmla="*/ 189 h 10168"/>
                <a:gd name="connsiteX114" fmla="*/ 5055 w 10047"/>
                <a:gd name="connsiteY114" fmla="*/ 168 h 10168"/>
                <a:gd name="connsiteX115" fmla="*/ 4976 w 10047"/>
                <a:gd name="connsiteY115" fmla="*/ 189 h 10168"/>
                <a:gd name="connsiteX116" fmla="*/ 4612 w 10047"/>
                <a:gd name="connsiteY116" fmla="*/ 295 h 10168"/>
                <a:gd name="connsiteX117" fmla="*/ 4161 w 10047"/>
                <a:gd name="connsiteY117" fmla="*/ 402 h 10168"/>
                <a:gd name="connsiteX118" fmla="*/ 3922 w 10047"/>
                <a:gd name="connsiteY118" fmla="*/ 189 h 10168"/>
                <a:gd name="connsiteX119" fmla="*/ 3796 w 10047"/>
                <a:gd name="connsiteY119" fmla="*/ 173 h 10168"/>
                <a:gd name="connsiteX120" fmla="*/ 3588 w 10047"/>
                <a:gd name="connsiteY120" fmla="*/ 189 h 10168"/>
                <a:gd name="connsiteX121" fmla="*/ 3450 w 10047"/>
                <a:gd name="connsiteY121" fmla="*/ 189 h 10168"/>
                <a:gd name="connsiteX122" fmla="*/ 3379 w 10047"/>
                <a:gd name="connsiteY122" fmla="*/ 168 h 10168"/>
                <a:gd name="connsiteX123" fmla="*/ 3115 w 10047"/>
                <a:gd name="connsiteY123" fmla="*/ 189 h 10168"/>
                <a:gd name="connsiteX124" fmla="*/ 2978 w 10047"/>
                <a:gd name="connsiteY124" fmla="*/ 184 h 10168"/>
                <a:gd name="connsiteX125" fmla="*/ 2872 w 10047"/>
                <a:gd name="connsiteY125" fmla="*/ 189 h 10168"/>
                <a:gd name="connsiteX126" fmla="*/ 2754 w 10047"/>
                <a:gd name="connsiteY126" fmla="*/ 173 h 10168"/>
                <a:gd name="connsiteX127" fmla="*/ 2337 w 10047"/>
                <a:gd name="connsiteY127" fmla="*/ 173 h 10168"/>
                <a:gd name="connsiteX128" fmla="*/ 1959 w 10047"/>
                <a:gd name="connsiteY128" fmla="*/ 506 h 10168"/>
                <a:gd name="connsiteX129" fmla="*/ 1841 w 10047"/>
                <a:gd name="connsiteY129" fmla="*/ 634 h 10168"/>
                <a:gd name="connsiteX130" fmla="*/ 1739 w 10047"/>
                <a:gd name="connsiteY130" fmla="*/ 634 h 10168"/>
                <a:gd name="connsiteX131" fmla="*/ 1664 w 10047"/>
                <a:gd name="connsiteY131" fmla="*/ 565 h 10168"/>
                <a:gd name="connsiteX132" fmla="*/ 1499 w 10047"/>
                <a:gd name="connsiteY132" fmla="*/ 950 h 10168"/>
                <a:gd name="connsiteX133" fmla="*/ 1357 w 10047"/>
                <a:gd name="connsiteY133" fmla="*/ 1020 h 10168"/>
                <a:gd name="connsiteX134" fmla="*/ 1302 w 10047"/>
                <a:gd name="connsiteY134" fmla="*/ 1208 h 10168"/>
                <a:gd name="connsiteX135" fmla="*/ 1156 w 10047"/>
                <a:gd name="connsiteY135" fmla="*/ 1358 h 10168"/>
                <a:gd name="connsiteX136" fmla="*/ 1137 w 10047"/>
                <a:gd name="connsiteY136" fmla="*/ 1460 h 10168"/>
                <a:gd name="connsiteX137" fmla="*/ 1074 w 10047"/>
                <a:gd name="connsiteY137" fmla="*/ 1727 h 10168"/>
                <a:gd name="connsiteX138" fmla="*/ 948 w 10047"/>
                <a:gd name="connsiteY138" fmla="*/ 1985 h 10168"/>
                <a:gd name="connsiteX139" fmla="*/ 865 w 10047"/>
                <a:gd name="connsiteY139" fmla="*/ 2145 h 10168"/>
                <a:gd name="connsiteX140" fmla="*/ 869 w 10047"/>
                <a:gd name="connsiteY140" fmla="*/ 2681 h 10168"/>
                <a:gd name="connsiteX141" fmla="*/ 846 w 10047"/>
                <a:gd name="connsiteY141" fmla="*/ 2939 h 10168"/>
                <a:gd name="connsiteX142" fmla="*/ 885 w 10047"/>
                <a:gd name="connsiteY142" fmla="*/ 3250 h 10168"/>
                <a:gd name="connsiteX143" fmla="*/ 791 w 10047"/>
                <a:gd name="connsiteY143" fmla="*/ 3448 h 10168"/>
                <a:gd name="connsiteX144" fmla="*/ 692 w 10047"/>
                <a:gd name="connsiteY144" fmla="*/ 3721 h 10168"/>
                <a:gd name="connsiteX145" fmla="*/ 669 w 10047"/>
                <a:gd name="connsiteY145" fmla="*/ 4225 h 10168"/>
                <a:gd name="connsiteX146" fmla="*/ 558 w 10047"/>
                <a:gd name="connsiteY146" fmla="*/ 4278 h 10168"/>
                <a:gd name="connsiteX147" fmla="*/ 606 w 10047"/>
                <a:gd name="connsiteY147" fmla="*/ 4509 h 10168"/>
                <a:gd name="connsiteX148" fmla="*/ 539 w 10047"/>
                <a:gd name="connsiteY148" fmla="*/ 4477 h 10168"/>
                <a:gd name="connsiteX149" fmla="*/ 632 w 10047"/>
                <a:gd name="connsiteY149" fmla="*/ 4755 h 10168"/>
                <a:gd name="connsiteX150" fmla="*/ 562 w 10047"/>
                <a:gd name="connsiteY150" fmla="*/ 4852 h 10168"/>
                <a:gd name="connsiteX151" fmla="*/ 539 w 10047"/>
                <a:gd name="connsiteY151" fmla="*/ 5114 h 10168"/>
                <a:gd name="connsiteX152" fmla="*/ 476 w 10047"/>
                <a:gd name="connsiteY152" fmla="*/ 5688 h 10168"/>
                <a:gd name="connsiteX153" fmla="*/ 460 w 10047"/>
                <a:gd name="connsiteY153" fmla="*/ 5816 h 10168"/>
                <a:gd name="connsiteX154" fmla="*/ 433 w 10047"/>
                <a:gd name="connsiteY154" fmla="*/ 6084 h 10168"/>
                <a:gd name="connsiteX155" fmla="*/ 533 w 10047"/>
                <a:gd name="connsiteY155" fmla="*/ 6531 h 10168"/>
                <a:gd name="connsiteX156" fmla="*/ 350 w 10047"/>
                <a:gd name="connsiteY156" fmla="*/ 6840 h 10168"/>
                <a:gd name="connsiteX157" fmla="*/ 318 w 10047"/>
                <a:gd name="connsiteY157" fmla="*/ 7097 h 10168"/>
                <a:gd name="connsiteX158" fmla="*/ 295 w 10047"/>
                <a:gd name="connsiteY158" fmla="*/ 7349 h 10168"/>
                <a:gd name="connsiteX159" fmla="*/ 271 w 10047"/>
                <a:gd name="connsiteY159" fmla="*/ 7547 h 10168"/>
                <a:gd name="connsiteX160" fmla="*/ 142 w 10047"/>
                <a:gd name="connsiteY160" fmla="*/ 7525 h 10168"/>
                <a:gd name="connsiteX161" fmla="*/ 220 w 10047"/>
                <a:gd name="connsiteY161" fmla="*/ 8051 h 10168"/>
                <a:gd name="connsiteX162" fmla="*/ 193 w 10047"/>
                <a:gd name="connsiteY162" fmla="*/ 8255 h 10168"/>
                <a:gd name="connsiteX163" fmla="*/ 5 w 10047"/>
                <a:gd name="connsiteY163" fmla="*/ 8533 h 10168"/>
                <a:gd name="connsiteX164" fmla="*/ 153 w 10047"/>
                <a:gd name="connsiteY164" fmla="*/ 8630 h 10168"/>
                <a:gd name="connsiteX165" fmla="*/ 141 w 10047"/>
                <a:gd name="connsiteY165"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805 w 10058"/>
                <a:gd name="connsiteY73" fmla="*/ 5300 h 10168"/>
                <a:gd name="connsiteX74" fmla="*/ 9945 w 10058"/>
                <a:gd name="connsiteY74" fmla="*/ 5045 h 10168"/>
                <a:gd name="connsiteX75" fmla="*/ 9988 w 10058"/>
                <a:gd name="connsiteY75" fmla="*/ 4659 h 10168"/>
                <a:gd name="connsiteX76" fmla="*/ 10023 w 10058"/>
                <a:gd name="connsiteY76" fmla="*/ 4343 h 10168"/>
                <a:gd name="connsiteX77" fmla="*/ 10043 w 10058"/>
                <a:gd name="connsiteY77" fmla="*/ 4150 h 10168"/>
                <a:gd name="connsiteX78" fmla="*/ 10000 w 10058"/>
                <a:gd name="connsiteY78" fmla="*/ 3951 h 10168"/>
                <a:gd name="connsiteX79" fmla="*/ 9984 w 10058"/>
                <a:gd name="connsiteY79" fmla="*/ 3769 h 10168"/>
                <a:gd name="connsiteX80" fmla="*/ 10016 w 10058"/>
                <a:gd name="connsiteY80" fmla="*/ 3512 h 10168"/>
                <a:gd name="connsiteX81" fmla="*/ 10047 w 10058"/>
                <a:gd name="connsiteY81" fmla="*/ 3191 h 10168"/>
                <a:gd name="connsiteX82" fmla="*/ 9953 w 10058"/>
                <a:gd name="connsiteY82" fmla="*/ 2740 h 10168"/>
                <a:gd name="connsiteX83" fmla="*/ 9739 w 10058"/>
                <a:gd name="connsiteY83" fmla="*/ 2334 h 10168"/>
                <a:gd name="connsiteX84" fmla="*/ 9660 w 10058"/>
                <a:gd name="connsiteY84" fmla="*/ 1891 h 10168"/>
                <a:gd name="connsiteX85" fmla="*/ 9546 w 10058"/>
                <a:gd name="connsiteY85" fmla="*/ 1822 h 10168"/>
                <a:gd name="connsiteX86" fmla="*/ 9401 w 10058"/>
                <a:gd name="connsiteY86" fmla="*/ 1392 h 10168"/>
                <a:gd name="connsiteX87" fmla="*/ 9147 w 10058"/>
                <a:gd name="connsiteY87" fmla="*/ 1387 h 10168"/>
                <a:gd name="connsiteX88" fmla="*/ 8998 w 10058"/>
                <a:gd name="connsiteY88" fmla="*/ 1318 h 10168"/>
                <a:gd name="connsiteX89" fmla="*/ 8796 w 10058"/>
                <a:gd name="connsiteY89" fmla="*/ 1272 h 10168"/>
                <a:gd name="connsiteX90" fmla="*/ 8662 w 10058"/>
                <a:gd name="connsiteY90" fmla="*/ 1272 h 10168"/>
                <a:gd name="connsiteX91" fmla="*/ 8532 w 10058"/>
                <a:gd name="connsiteY91" fmla="*/ 1202 h 10168"/>
                <a:gd name="connsiteX92" fmla="*/ 8403 w 10058"/>
                <a:gd name="connsiteY92" fmla="*/ 1202 h 10168"/>
                <a:gd name="connsiteX93" fmla="*/ 8237 w 10058"/>
                <a:gd name="connsiteY93" fmla="*/ 1138 h 10168"/>
                <a:gd name="connsiteX94" fmla="*/ 8104 w 10058"/>
                <a:gd name="connsiteY94" fmla="*/ 956 h 10168"/>
                <a:gd name="connsiteX95" fmla="*/ 7663 w 10058"/>
                <a:gd name="connsiteY95" fmla="*/ 763 h 10168"/>
                <a:gd name="connsiteX96" fmla="*/ 7529 w 10058"/>
                <a:gd name="connsiteY96" fmla="*/ 757 h 10168"/>
                <a:gd name="connsiteX97" fmla="*/ 7474 w 10058"/>
                <a:gd name="connsiteY97" fmla="*/ 956 h 10168"/>
                <a:gd name="connsiteX98" fmla="*/ 7392 w 10058"/>
                <a:gd name="connsiteY98" fmla="*/ 763 h 10168"/>
                <a:gd name="connsiteX99" fmla="*/ 7191 w 10058"/>
                <a:gd name="connsiteY99" fmla="*/ 763 h 10168"/>
                <a:gd name="connsiteX100" fmla="*/ 7089 w 10058"/>
                <a:gd name="connsiteY100" fmla="*/ 757 h 10168"/>
                <a:gd name="connsiteX101" fmla="*/ 7057 w 10058"/>
                <a:gd name="connsiteY101" fmla="*/ 961 h 10168"/>
                <a:gd name="connsiteX102" fmla="*/ 6896 w 10058"/>
                <a:gd name="connsiteY102" fmla="*/ 634 h 10168"/>
                <a:gd name="connsiteX103" fmla="*/ 6762 w 10058"/>
                <a:gd name="connsiteY103" fmla="*/ 629 h 10168"/>
                <a:gd name="connsiteX104" fmla="*/ 6680 w 10058"/>
                <a:gd name="connsiteY104" fmla="*/ 565 h 10168"/>
                <a:gd name="connsiteX105" fmla="*/ 6282 w 10058"/>
                <a:gd name="connsiteY105" fmla="*/ 377 h 10168"/>
                <a:gd name="connsiteX106" fmla="*/ 6152 w 10058"/>
                <a:gd name="connsiteY106" fmla="*/ 307 h 10168"/>
                <a:gd name="connsiteX107" fmla="*/ 6097 w 10058"/>
                <a:gd name="connsiteY107" fmla="*/ 173 h 10168"/>
                <a:gd name="connsiteX108" fmla="*/ 5759 w 10058"/>
                <a:gd name="connsiteY108" fmla="*/ 189 h 10168"/>
                <a:gd name="connsiteX109" fmla="*/ 5558 w 10058"/>
                <a:gd name="connsiteY109" fmla="*/ 184 h 10168"/>
                <a:gd name="connsiteX110" fmla="*/ 5468 w 10058"/>
                <a:gd name="connsiteY110" fmla="*/ 173 h 10168"/>
                <a:gd name="connsiteX111" fmla="*/ 5248 w 10058"/>
                <a:gd name="connsiteY111" fmla="*/ 184 h 10168"/>
                <a:gd name="connsiteX112" fmla="*/ 5149 w 10058"/>
                <a:gd name="connsiteY112" fmla="*/ 189 h 10168"/>
                <a:gd name="connsiteX113" fmla="*/ 5055 w 10058"/>
                <a:gd name="connsiteY113" fmla="*/ 168 h 10168"/>
                <a:gd name="connsiteX114" fmla="*/ 4976 w 10058"/>
                <a:gd name="connsiteY114" fmla="*/ 189 h 10168"/>
                <a:gd name="connsiteX115" fmla="*/ 4612 w 10058"/>
                <a:gd name="connsiteY115" fmla="*/ 295 h 10168"/>
                <a:gd name="connsiteX116" fmla="*/ 4161 w 10058"/>
                <a:gd name="connsiteY116" fmla="*/ 402 h 10168"/>
                <a:gd name="connsiteX117" fmla="*/ 3922 w 10058"/>
                <a:gd name="connsiteY117" fmla="*/ 189 h 10168"/>
                <a:gd name="connsiteX118" fmla="*/ 3796 w 10058"/>
                <a:gd name="connsiteY118" fmla="*/ 173 h 10168"/>
                <a:gd name="connsiteX119" fmla="*/ 3588 w 10058"/>
                <a:gd name="connsiteY119" fmla="*/ 189 h 10168"/>
                <a:gd name="connsiteX120" fmla="*/ 3450 w 10058"/>
                <a:gd name="connsiteY120" fmla="*/ 189 h 10168"/>
                <a:gd name="connsiteX121" fmla="*/ 3379 w 10058"/>
                <a:gd name="connsiteY121" fmla="*/ 168 h 10168"/>
                <a:gd name="connsiteX122" fmla="*/ 3115 w 10058"/>
                <a:gd name="connsiteY122" fmla="*/ 189 h 10168"/>
                <a:gd name="connsiteX123" fmla="*/ 2978 w 10058"/>
                <a:gd name="connsiteY123" fmla="*/ 184 h 10168"/>
                <a:gd name="connsiteX124" fmla="*/ 2872 w 10058"/>
                <a:gd name="connsiteY124" fmla="*/ 189 h 10168"/>
                <a:gd name="connsiteX125" fmla="*/ 2754 w 10058"/>
                <a:gd name="connsiteY125" fmla="*/ 173 h 10168"/>
                <a:gd name="connsiteX126" fmla="*/ 2337 w 10058"/>
                <a:gd name="connsiteY126" fmla="*/ 173 h 10168"/>
                <a:gd name="connsiteX127" fmla="*/ 1959 w 10058"/>
                <a:gd name="connsiteY127" fmla="*/ 506 h 10168"/>
                <a:gd name="connsiteX128" fmla="*/ 1841 w 10058"/>
                <a:gd name="connsiteY128" fmla="*/ 634 h 10168"/>
                <a:gd name="connsiteX129" fmla="*/ 1739 w 10058"/>
                <a:gd name="connsiteY129" fmla="*/ 634 h 10168"/>
                <a:gd name="connsiteX130" fmla="*/ 1664 w 10058"/>
                <a:gd name="connsiteY130" fmla="*/ 565 h 10168"/>
                <a:gd name="connsiteX131" fmla="*/ 1499 w 10058"/>
                <a:gd name="connsiteY131" fmla="*/ 950 h 10168"/>
                <a:gd name="connsiteX132" fmla="*/ 1357 w 10058"/>
                <a:gd name="connsiteY132" fmla="*/ 1020 h 10168"/>
                <a:gd name="connsiteX133" fmla="*/ 1302 w 10058"/>
                <a:gd name="connsiteY133" fmla="*/ 1208 h 10168"/>
                <a:gd name="connsiteX134" fmla="*/ 1156 w 10058"/>
                <a:gd name="connsiteY134" fmla="*/ 1358 h 10168"/>
                <a:gd name="connsiteX135" fmla="*/ 1137 w 10058"/>
                <a:gd name="connsiteY135" fmla="*/ 1460 h 10168"/>
                <a:gd name="connsiteX136" fmla="*/ 1074 w 10058"/>
                <a:gd name="connsiteY136" fmla="*/ 1727 h 10168"/>
                <a:gd name="connsiteX137" fmla="*/ 948 w 10058"/>
                <a:gd name="connsiteY137" fmla="*/ 1985 h 10168"/>
                <a:gd name="connsiteX138" fmla="*/ 865 w 10058"/>
                <a:gd name="connsiteY138" fmla="*/ 2145 h 10168"/>
                <a:gd name="connsiteX139" fmla="*/ 869 w 10058"/>
                <a:gd name="connsiteY139" fmla="*/ 2681 h 10168"/>
                <a:gd name="connsiteX140" fmla="*/ 846 w 10058"/>
                <a:gd name="connsiteY140" fmla="*/ 2939 h 10168"/>
                <a:gd name="connsiteX141" fmla="*/ 885 w 10058"/>
                <a:gd name="connsiteY141" fmla="*/ 3250 h 10168"/>
                <a:gd name="connsiteX142" fmla="*/ 791 w 10058"/>
                <a:gd name="connsiteY142" fmla="*/ 3448 h 10168"/>
                <a:gd name="connsiteX143" fmla="*/ 692 w 10058"/>
                <a:gd name="connsiteY143" fmla="*/ 3721 h 10168"/>
                <a:gd name="connsiteX144" fmla="*/ 669 w 10058"/>
                <a:gd name="connsiteY144" fmla="*/ 4225 h 10168"/>
                <a:gd name="connsiteX145" fmla="*/ 558 w 10058"/>
                <a:gd name="connsiteY145" fmla="*/ 4278 h 10168"/>
                <a:gd name="connsiteX146" fmla="*/ 606 w 10058"/>
                <a:gd name="connsiteY146" fmla="*/ 4509 h 10168"/>
                <a:gd name="connsiteX147" fmla="*/ 539 w 10058"/>
                <a:gd name="connsiteY147" fmla="*/ 4477 h 10168"/>
                <a:gd name="connsiteX148" fmla="*/ 632 w 10058"/>
                <a:gd name="connsiteY148" fmla="*/ 4755 h 10168"/>
                <a:gd name="connsiteX149" fmla="*/ 562 w 10058"/>
                <a:gd name="connsiteY149" fmla="*/ 4852 h 10168"/>
                <a:gd name="connsiteX150" fmla="*/ 539 w 10058"/>
                <a:gd name="connsiteY150" fmla="*/ 5114 h 10168"/>
                <a:gd name="connsiteX151" fmla="*/ 476 w 10058"/>
                <a:gd name="connsiteY151" fmla="*/ 5688 h 10168"/>
                <a:gd name="connsiteX152" fmla="*/ 460 w 10058"/>
                <a:gd name="connsiteY152" fmla="*/ 5816 h 10168"/>
                <a:gd name="connsiteX153" fmla="*/ 433 w 10058"/>
                <a:gd name="connsiteY153" fmla="*/ 6084 h 10168"/>
                <a:gd name="connsiteX154" fmla="*/ 533 w 10058"/>
                <a:gd name="connsiteY154" fmla="*/ 6531 h 10168"/>
                <a:gd name="connsiteX155" fmla="*/ 350 w 10058"/>
                <a:gd name="connsiteY155" fmla="*/ 6840 h 10168"/>
                <a:gd name="connsiteX156" fmla="*/ 318 w 10058"/>
                <a:gd name="connsiteY156" fmla="*/ 7097 h 10168"/>
                <a:gd name="connsiteX157" fmla="*/ 295 w 10058"/>
                <a:gd name="connsiteY157" fmla="*/ 7349 h 10168"/>
                <a:gd name="connsiteX158" fmla="*/ 271 w 10058"/>
                <a:gd name="connsiteY158" fmla="*/ 7547 h 10168"/>
                <a:gd name="connsiteX159" fmla="*/ 142 w 10058"/>
                <a:gd name="connsiteY159" fmla="*/ 7525 h 10168"/>
                <a:gd name="connsiteX160" fmla="*/ 220 w 10058"/>
                <a:gd name="connsiteY160" fmla="*/ 8051 h 10168"/>
                <a:gd name="connsiteX161" fmla="*/ 193 w 10058"/>
                <a:gd name="connsiteY161" fmla="*/ 8255 h 10168"/>
                <a:gd name="connsiteX162" fmla="*/ 5 w 10058"/>
                <a:gd name="connsiteY162" fmla="*/ 8533 h 10168"/>
                <a:gd name="connsiteX163" fmla="*/ 153 w 10058"/>
                <a:gd name="connsiteY163" fmla="*/ 8630 h 10168"/>
                <a:gd name="connsiteX164" fmla="*/ 141 w 10058"/>
                <a:gd name="connsiteY164"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10022 w 10058"/>
                <a:gd name="connsiteY73" fmla="*/ 501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94 h 10198"/>
                <a:gd name="connsiteX1" fmla="*/ 217 w 10058"/>
                <a:gd name="connsiteY1" fmla="*/ 8935 h 10198"/>
                <a:gd name="connsiteX2" fmla="*/ 90 w 10058"/>
                <a:gd name="connsiteY2" fmla="*/ 9239 h 10198"/>
                <a:gd name="connsiteX3" fmla="*/ 67 w 10058"/>
                <a:gd name="connsiteY3" fmla="*/ 9432 h 10198"/>
                <a:gd name="connsiteX4" fmla="*/ 47 w 10058"/>
                <a:gd name="connsiteY4" fmla="*/ 9667 h 10198"/>
                <a:gd name="connsiteX5" fmla="*/ 228 w 10058"/>
                <a:gd name="connsiteY5" fmla="*/ 9876 h 10198"/>
                <a:gd name="connsiteX6" fmla="*/ 326 w 10058"/>
                <a:gd name="connsiteY6" fmla="*/ 9876 h 10198"/>
                <a:gd name="connsiteX7" fmla="*/ 492 w 10058"/>
                <a:gd name="connsiteY7" fmla="*/ 9876 h 10198"/>
                <a:gd name="connsiteX8" fmla="*/ 629 w 10058"/>
                <a:gd name="connsiteY8" fmla="*/ 9876 h 10198"/>
                <a:gd name="connsiteX9" fmla="*/ 633 w 10058"/>
                <a:gd name="connsiteY9" fmla="*/ 10059 h 10198"/>
                <a:gd name="connsiteX10" fmla="*/ 1211 w 10058"/>
                <a:gd name="connsiteY10" fmla="*/ 10198 h 10198"/>
                <a:gd name="connsiteX11" fmla="*/ 1310 w 10058"/>
                <a:gd name="connsiteY11" fmla="*/ 10198 h 10198"/>
                <a:gd name="connsiteX12" fmla="*/ 1408 w 10058"/>
                <a:gd name="connsiteY12" fmla="*/ 10198 h 10198"/>
                <a:gd name="connsiteX13" fmla="*/ 1514 w 10058"/>
                <a:gd name="connsiteY13" fmla="*/ 10198 h 10198"/>
                <a:gd name="connsiteX14" fmla="*/ 1613 w 10058"/>
                <a:gd name="connsiteY14" fmla="*/ 10198 h 10198"/>
                <a:gd name="connsiteX15" fmla="*/ 1750 w 10058"/>
                <a:gd name="connsiteY15" fmla="*/ 10139 h 10198"/>
                <a:gd name="connsiteX16" fmla="*/ 1888 w 10058"/>
                <a:gd name="connsiteY16" fmla="*/ 10053 h 10198"/>
                <a:gd name="connsiteX17" fmla="*/ 2234 w 10058"/>
                <a:gd name="connsiteY17" fmla="*/ 10139 h 10198"/>
                <a:gd name="connsiteX18" fmla="*/ 2333 w 10058"/>
                <a:gd name="connsiteY18" fmla="*/ 10139 h 10198"/>
                <a:gd name="connsiteX19" fmla="*/ 2474 w 10058"/>
                <a:gd name="connsiteY19" fmla="*/ 10069 h 10198"/>
                <a:gd name="connsiteX20" fmla="*/ 2620 w 10058"/>
                <a:gd name="connsiteY20" fmla="*/ 10005 h 10198"/>
                <a:gd name="connsiteX21" fmla="*/ 2754 w 10058"/>
                <a:gd name="connsiteY21" fmla="*/ 10005 h 10198"/>
                <a:gd name="connsiteX22" fmla="*/ 2860 w 10058"/>
                <a:gd name="connsiteY22" fmla="*/ 10005 h 10198"/>
                <a:gd name="connsiteX23" fmla="*/ 2962 w 10058"/>
                <a:gd name="connsiteY23" fmla="*/ 10005 h 10198"/>
                <a:gd name="connsiteX24" fmla="*/ 3163 w 10058"/>
                <a:gd name="connsiteY24" fmla="*/ 10005 h 10198"/>
                <a:gd name="connsiteX25" fmla="*/ 3292 w 10058"/>
                <a:gd name="connsiteY25" fmla="*/ 10075 h 10198"/>
                <a:gd name="connsiteX26" fmla="*/ 3422 w 10058"/>
                <a:gd name="connsiteY26" fmla="*/ 10139 h 10198"/>
                <a:gd name="connsiteX27" fmla="*/ 3517 w 10058"/>
                <a:gd name="connsiteY27" fmla="*/ 10198 h 10198"/>
                <a:gd name="connsiteX28" fmla="*/ 3619 w 10058"/>
                <a:gd name="connsiteY28" fmla="*/ 10193 h 10198"/>
                <a:gd name="connsiteX29" fmla="*/ 3721 w 10058"/>
                <a:gd name="connsiteY29" fmla="*/ 10139 h 10198"/>
                <a:gd name="connsiteX30" fmla="*/ 3835 w 10058"/>
                <a:gd name="connsiteY30" fmla="*/ 10069 h 10198"/>
                <a:gd name="connsiteX31" fmla="*/ 3981 w 10058"/>
                <a:gd name="connsiteY31" fmla="*/ 10053 h 10198"/>
                <a:gd name="connsiteX32" fmla="*/ 4134 w 10058"/>
                <a:gd name="connsiteY32" fmla="*/ 10139 h 10198"/>
                <a:gd name="connsiteX33" fmla="*/ 4229 w 10058"/>
                <a:gd name="connsiteY33" fmla="*/ 10198 h 10198"/>
                <a:gd name="connsiteX34" fmla="*/ 4335 w 10058"/>
                <a:gd name="connsiteY34" fmla="*/ 10193 h 10198"/>
                <a:gd name="connsiteX35" fmla="*/ 4433 w 10058"/>
                <a:gd name="connsiteY35" fmla="*/ 10193 h 10198"/>
                <a:gd name="connsiteX36" fmla="*/ 4571 w 10058"/>
                <a:gd name="connsiteY36" fmla="*/ 10187 h 10198"/>
                <a:gd name="connsiteX37" fmla="*/ 4709 w 10058"/>
                <a:gd name="connsiteY37" fmla="*/ 10134 h 10198"/>
                <a:gd name="connsiteX38" fmla="*/ 4854 w 10058"/>
                <a:gd name="connsiteY38" fmla="*/ 10075 h 10198"/>
                <a:gd name="connsiteX39" fmla="*/ 5063 w 10058"/>
                <a:gd name="connsiteY39" fmla="*/ 10005 h 10198"/>
                <a:gd name="connsiteX40" fmla="*/ 5169 w 10058"/>
                <a:gd name="connsiteY40" fmla="*/ 10005 h 10198"/>
                <a:gd name="connsiteX41" fmla="*/ 5440 w 10058"/>
                <a:gd name="connsiteY41" fmla="*/ 10005 h 10198"/>
                <a:gd name="connsiteX42" fmla="*/ 5586 w 10058"/>
                <a:gd name="connsiteY42" fmla="*/ 9941 h 10198"/>
                <a:gd name="connsiteX43" fmla="*/ 5692 w 10058"/>
                <a:gd name="connsiteY43" fmla="*/ 9876 h 10198"/>
                <a:gd name="connsiteX44" fmla="*/ 5826 w 10058"/>
                <a:gd name="connsiteY44" fmla="*/ 9871 h 10198"/>
                <a:gd name="connsiteX45" fmla="*/ 5905 w 10058"/>
                <a:gd name="connsiteY45" fmla="*/ 9657 h 10198"/>
                <a:gd name="connsiteX46" fmla="*/ 6349 w 10058"/>
                <a:gd name="connsiteY46" fmla="*/ 9748 h 10198"/>
                <a:gd name="connsiteX47" fmla="*/ 6487 w 10058"/>
                <a:gd name="connsiteY47" fmla="*/ 9748 h 10198"/>
                <a:gd name="connsiteX48" fmla="*/ 6589 w 10058"/>
                <a:gd name="connsiteY48" fmla="*/ 9748 h 10198"/>
                <a:gd name="connsiteX49" fmla="*/ 6691 w 10058"/>
                <a:gd name="connsiteY49" fmla="*/ 9684 h 10198"/>
                <a:gd name="connsiteX50" fmla="*/ 6798 w 10058"/>
                <a:gd name="connsiteY50" fmla="*/ 9684 h 10198"/>
                <a:gd name="connsiteX51" fmla="*/ 6935 w 10058"/>
                <a:gd name="connsiteY51" fmla="*/ 9684 h 10198"/>
                <a:gd name="connsiteX52" fmla="*/ 7069 w 10058"/>
                <a:gd name="connsiteY52" fmla="*/ 9684 h 10198"/>
                <a:gd name="connsiteX53" fmla="*/ 7160 w 10058"/>
                <a:gd name="connsiteY53" fmla="*/ 9657 h 10198"/>
                <a:gd name="connsiteX54" fmla="*/ 7584 w 10058"/>
                <a:gd name="connsiteY54" fmla="*/ 9614 h 10198"/>
                <a:gd name="connsiteX55" fmla="*/ 7714 w 10058"/>
                <a:gd name="connsiteY55" fmla="*/ 9684 h 10198"/>
                <a:gd name="connsiteX56" fmla="*/ 7852 w 10058"/>
                <a:gd name="connsiteY56" fmla="*/ 9684 h 10198"/>
                <a:gd name="connsiteX57" fmla="*/ 8017 w 10058"/>
                <a:gd name="connsiteY57" fmla="*/ 9684 h 10198"/>
                <a:gd name="connsiteX58" fmla="*/ 8131 w 10058"/>
                <a:gd name="connsiteY58" fmla="*/ 9619 h 10198"/>
                <a:gd name="connsiteX59" fmla="*/ 8206 w 10058"/>
                <a:gd name="connsiteY59" fmla="*/ 9657 h 10198"/>
                <a:gd name="connsiteX60" fmla="*/ 8513 w 10058"/>
                <a:gd name="connsiteY60" fmla="*/ 9496 h 10198"/>
                <a:gd name="connsiteX61" fmla="*/ 8662 w 10058"/>
                <a:gd name="connsiteY61" fmla="*/ 9432 h 10198"/>
                <a:gd name="connsiteX62" fmla="*/ 8812 w 10058"/>
                <a:gd name="connsiteY62" fmla="*/ 9298 h 10198"/>
                <a:gd name="connsiteX63" fmla="*/ 8961 w 10058"/>
                <a:gd name="connsiteY63" fmla="*/ 9174 h 10198"/>
                <a:gd name="connsiteX64" fmla="*/ 9079 w 10058"/>
                <a:gd name="connsiteY64" fmla="*/ 8976 h 10198"/>
                <a:gd name="connsiteX65" fmla="*/ 9237 w 10058"/>
                <a:gd name="connsiteY65" fmla="*/ 8789 h 10198"/>
                <a:gd name="connsiteX66" fmla="*/ 9382 w 10058"/>
                <a:gd name="connsiteY66" fmla="*/ 8472 h 10198"/>
                <a:gd name="connsiteX67" fmla="*/ 9677 w 10058"/>
                <a:gd name="connsiteY67" fmla="*/ 7572 h 10198"/>
                <a:gd name="connsiteX68" fmla="*/ 9717 w 10058"/>
                <a:gd name="connsiteY68" fmla="*/ 7293 h 10198"/>
                <a:gd name="connsiteX69" fmla="*/ 9756 w 10058"/>
                <a:gd name="connsiteY69" fmla="*/ 6806 h 10198"/>
                <a:gd name="connsiteX70" fmla="*/ 9787 w 10058"/>
                <a:gd name="connsiteY70" fmla="*/ 6543 h 10198"/>
                <a:gd name="connsiteX71" fmla="*/ 9944 w 10058"/>
                <a:gd name="connsiteY71" fmla="*/ 6109 h 10198"/>
                <a:gd name="connsiteX72" fmla="*/ 9898 w 10058"/>
                <a:gd name="connsiteY72" fmla="*/ 5520 h 10198"/>
                <a:gd name="connsiteX73" fmla="*/ 10022 w 10058"/>
                <a:gd name="connsiteY73" fmla="*/ 5045 h 10198"/>
                <a:gd name="connsiteX74" fmla="*/ 9988 w 10058"/>
                <a:gd name="connsiteY74" fmla="*/ 4689 h 10198"/>
                <a:gd name="connsiteX75" fmla="*/ 10023 w 10058"/>
                <a:gd name="connsiteY75" fmla="*/ 4373 h 10198"/>
                <a:gd name="connsiteX76" fmla="*/ 10043 w 10058"/>
                <a:gd name="connsiteY76" fmla="*/ 4180 h 10198"/>
                <a:gd name="connsiteX77" fmla="*/ 10000 w 10058"/>
                <a:gd name="connsiteY77" fmla="*/ 3981 h 10198"/>
                <a:gd name="connsiteX78" fmla="*/ 9984 w 10058"/>
                <a:gd name="connsiteY78" fmla="*/ 3799 h 10198"/>
                <a:gd name="connsiteX79" fmla="*/ 10016 w 10058"/>
                <a:gd name="connsiteY79" fmla="*/ 3542 h 10198"/>
                <a:gd name="connsiteX80" fmla="*/ 10047 w 10058"/>
                <a:gd name="connsiteY80" fmla="*/ 3221 h 10198"/>
                <a:gd name="connsiteX81" fmla="*/ 9953 w 10058"/>
                <a:gd name="connsiteY81" fmla="*/ 2770 h 10198"/>
                <a:gd name="connsiteX82" fmla="*/ 9739 w 10058"/>
                <a:gd name="connsiteY82" fmla="*/ 2364 h 10198"/>
                <a:gd name="connsiteX83" fmla="*/ 9660 w 10058"/>
                <a:gd name="connsiteY83" fmla="*/ 1921 h 10198"/>
                <a:gd name="connsiteX84" fmla="*/ 9546 w 10058"/>
                <a:gd name="connsiteY84" fmla="*/ 1852 h 10198"/>
                <a:gd name="connsiteX85" fmla="*/ 9401 w 10058"/>
                <a:gd name="connsiteY85" fmla="*/ 1422 h 10198"/>
                <a:gd name="connsiteX86" fmla="*/ 9147 w 10058"/>
                <a:gd name="connsiteY86" fmla="*/ 1417 h 10198"/>
                <a:gd name="connsiteX87" fmla="*/ 8998 w 10058"/>
                <a:gd name="connsiteY87" fmla="*/ 1348 h 10198"/>
                <a:gd name="connsiteX88" fmla="*/ 8796 w 10058"/>
                <a:gd name="connsiteY88" fmla="*/ 1302 h 10198"/>
                <a:gd name="connsiteX89" fmla="*/ 8662 w 10058"/>
                <a:gd name="connsiteY89" fmla="*/ 1302 h 10198"/>
                <a:gd name="connsiteX90" fmla="*/ 8532 w 10058"/>
                <a:gd name="connsiteY90" fmla="*/ 1232 h 10198"/>
                <a:gd name="connsiteX91" fmla="*/ 8403 w 10058"/>
                <a:gd name="connsiteY91" fmla="*/ 1232 h 10198"/>
                <a:gd name="connsiteX92" fmla="*/ 8237 w 10058"/>
                <a:gd name="connsiteY92" fmla="*/ 1168 h 10198"/>
                <a:gd name="connsiteX93" fmla="*/ 8104 w 10058"/>
                <a:gd name="connsiteY93" fmla="*/ 986 h 10198"/>
                <a:gd name="connsiteX94" fmla="*/ 7663 w 10058"/>
                <a:gd name="connsiteY94" fmla="*/ 793 h 10198"/>
                <a:gd name="connsiteX95" fmla="*/ 7529 w 10058"/>
                <a:gd name="connsiteY95" fmla="*/ 787 h 10198"/>
                <a:gd name="connsiteX96" fmla="*/ 7474 w 10058"/>
                <a:gd name="connsiteY96" fmla="*/ 986 h 10198"/>
                <a:gd name="connsiteX97" fmla="*/ 7392 w 10058"/>
                <a:gd name="connsiteY97" fmla="*/ 793 h 10198"/>
                <a:gd name="connsiteX98" fmla="*/ 7191 w 10058"/>
                <a:gd name="connsiteY98" fmla="*/ 793 h 10198"/>
                <a:gd name="connsiteX99" fmla="*/ 7089 w 10058"/>
                <a:gd name="connsiteY99" fmla="*/ 787 h 10198"/>
                <a:gd name="connsiteX100" fmla="*/ 7057 w 10058"/>
                <a:gd name="connsiteY100" fmla="*/ 991 h 10198"/>
                <a:gd name="connsiteX101" fmla="*/ 6896 w 10058"/>
                <a:gd name="connsiteY101" fmla="*/ 664 h 10198"/>
                <a:gd name="connsiteX102" fmla="*/ 6762 w 10058"/>
                <a:gd name="connsiteY102" fmla="*/ 659 h 10198"/>
                <a:gd name="connsiteX103" fmla="*/ 6680 w 10058"/>
                <a:gd name="connsiteY103" fmla="*/ 595 h 10198"/>
                <a:gd name="connsiteX104" fmla="*/ 6282 w 10058"/>
                <a:gd name="connsiteY104" fmla="*/ 407 h 10198"/>
                <a:gd name="connsiteX105" fmla="*/ 6152 w 10058"/>
                <a:gd name="connsiteY105" fmla="*/ 337 h 10198"/>
                <a:gd name="connsiteX106" fmla="*/ 6097 w 10058"/>
                <a:gd name="connsiteY106" fmla="*/ 203 h 10198"/>
                <a:gd name="connsiteX107" fmla="*/ 5759 w 10058"/>
                <a:gd name="connsiteY107" fmla="*/ 219 h 10198"/>
                <a:gd name="connsiteX108" fmla="*/ 5558 w 10058"/>
                <a:gd name="connsiteY108" fmla="*/ 214 h 10198"/>
                <a:gd name="connsiteX109" fmla="*/ 5468 w 10058"/>
                <a:gd name="connsiteY109" fmla="*/ 203 h 10198"/>
                <a:gd name="connsiteX110" fmla="*/ 5248 w 10058"/>
                <a:gd name="connsiteY110" fmla="*/ 214 h 10198"/>
                <a:gd name="connsiteX111" fmla="*/ 5149 w 10058"/>
                <a:gd name="connsiteY111" fmla="*/ 219 h 10198"/>
                <a:gd name="connsiteX112" fmla="*/ 5055 w 10058"/>
                <a:gd name="connsiteY112" fmla="*/ 198 h 10198"/>
                <a:gd name="connsiteX113" fmla="*/ 4976 w 10058"/>
                <a:gd name="connsiteY113" fmla="*/ 219 h 10198"/>
                <a:gd name="connsiteX114" fmla="*/ 4612 w 10058"/>
                <a:gd name="connsiteY114" fmla="*/ 325 h 10198"/>
                <a:gd name="connsiteX115" fmla="*/ 4281 w 10058"/>
                <a:gd name="connsiteY115" fmla="*/ 402 h 10198"/>
                <a:gd name="connsiteX116" fmla="*/ 3922 w 10058"/>
                <a:gd name="connsiteY116" fmla="*/ 219 h 10198"/>
                <a:gd name="connsiteX117" fmla="*/ 3796 w 10058"/>
                <a:gd name="connsiteY117" fmla="*/ 203 h 10198"/>
                <a:gd name="connsiteX118" fmla="*/ 3588 w 10058"/>
                <a:gd name="connsiteY118" fmla="*/ 219 h 10198"/>
                <a:gd name="connsiteX119" fmla="*/ 3450 w 10058"/>
                <a:gd name="connsiteY119" fmla="*/ 219 h 10198"/>
                <a:gd name="connsiteX120" fmla="*/ 3379 w 10058"/>
                <a:gd name="connsiteY120" fmla="*/ 198 h 10198"/>
                <a:gd name="connsiteX121" fmla="*/ 3115 w 10058"/>
                <a:gd name="connsiteY121" fmla="*/ 219 h 10198"/>
                <a:gd name="connsiteX122" fmla="*/ 2978 w 10058"/>
                <a:gd name="connsiteY122" fmla="*/ 214 h 10198"/>
                <a:gd name="connsiteX123" fmla="*/ 2872 w 10058"/>
                <a:gd name="connsiteY123" fmla="*/ 219 h 10198"/>
                <a:gd name="connsiteX124" fmla="*/ 2754 w 10058"/>
                <a:gd name="connsiteY124" fmla="*/ 203 h 10198"/>
                <a:gd name="connsiteX125" fmla="*/ 2337 w 10058"/>
                <a:gd name="connsiteY125" fmla="*/ 203 h 10198"/>
                <a:gd name="connsiteX126" fmla="*/ 1959 w 10058"/>
                <a:gd name="connsiteY126" fmla="*/ 536 h 10198"/>
                <a:gd name="connsiteX127" fmla="*/ 1841 w 10058"/>
                <a:gd name="connsiteY127" fmla="*/ 664 h 10198"/>
                <a:gd name="connsiteX128" fmla="*/ 1739 w 10058"/>
                <a:gd name="connsiteY128" fmla="*/ 664 h 10198"/>
                <a:gd name="connsiteX129" fmla="*/ 1664 w 10058"/>
                <a:gd name="connsiteY129" fmla="*/ 595 h 10198"/>
                <a:gd name="connsiteX130" fmla="*/ 1499 w 10058"/>
                <a:gd name="connsiteY130" fmla="*/ 980 h 10198"/>
                <a:gd name="connsiteX131" fmla="*/ 1357 w 10058"/>
                <a:gd name="connsiteY131" fmla="*/ 1050 h 10198"/>
                <a:gd name="connsiteX132" fmla="*/ 1302 w 10058"/>
                <a:gd name="connsiteY132" fmla="*/ 1238 h 10198"/>
                <a:gd name="connsiteX133" fmla="*/ 1156 w 10058"/>
                <a:gd name="connsiteY133" fmla="*/ 1388 h 10198"/>
                <a:gd name="connsiteX134" fmla="*/ 1137 w 10058"/>
                <a:gd name="connsiteY134" fmla="*/ 1490 h 10198"/>
                <a:gd name="connsiteX135" fmla="*/ 1074 w 10058"/>
                <a:gd name="connsiteY135" fmla="*/ 1757 h 10198"/>
                <a:gd name="connsiteX136" fmla="*/ 948 w 10058"/>
                <a:gd name="connsiteY136" fmla="*/ 2015 h 10198"/>
                <a:gd name="connsiteX137" fmla="*/ 865 w 10058"/>
                <a:gd name="connsiteY137" fmla="*/ 2175 h 10198"/>
                <a:gd name="connsiteX138" fmla="*/ 869 w 10058"/>
                <a:gd name="connsiteY138" fmla="*/ 2711 h 10198"/>
                <a:gd name="connsiteX139" fmla="*/ 846 w 10058"/>
                <a:gd name="connsiteY139" fmla="*/ 2969 h 10198"/>
                <a:gd name="connsiteX140" fmla="*/ 885 w 10058"/>
                <a:gd name="connsiteY140" fmla="*/ 3280 h 10198"/>
                <a:gd name="connsiteX141" fmla="*/ 791 w 10058"/>
                <a:gd name="connsiteY141" fmla="*/ 3478 h 10198"/>
                <a:gd name="connsiteX142" fmla="*/ 692 w 10058"/>
                <a:gd name="connsiteY142" fmla="*/ 3751 h 10198"/>
                <a:gd name="connsiteX143" fmla="*/ 669 w 10058"/>
                <a:gd name="connsiteY143" fmla="*/ 4255 h 10198"/>
                <a:gd name="connsiteX144" fmla="*/ 558 w 10058"/>
                <a:gd name="connsiteY144" fmla="*/ 4308 h 10198"/>
                <a:gd name="connsiteX145" fmla="*/ 606 w 10058"/>
                <a:gd name="connsiteY145" fmla="*/ 4539 h 10198"/>
                <a:gd name="connsiteX146" fmla="*/ 539 w 10058"/>
                <a:gd name="connsiteY146" fmla="*/ 4507 h 10198"/>
                <a:gd name="connsiteX147" fmla="*/ 632 w 10058"/>
                <a:gd name="connsiteY147" fmla="*/ 4785 h 10198"/>
                <a:gd name="connsiteX148" fmla="*/ 562 w 10058"/>
                <a:gd name="connsiteY148" fmla="*/ 4882 h 10198"/>
                <a:gd name="connsiteX149" fmla="*/ 539 w 10058"/>
                <a:gd name="connsiteY149" fmla="*/ 5144 h 10198"/>
                <a:gd name="connsiteX150" fmla="*/ 476 w 10058"/>
                <a:gd name="connsiteY150" fmla="*/ 5718 h 10198"/>
                <a:gd name="connsiteX151" fmla="*/ 460 w 10058"/>
                <a:gd name="connsiteY151" fmla="*/ 5846 h 10198"/>
                <a:gd name="connsiteX152" fmla="*/ 433 w 10058"/>
                <a:gd name="connsiteY152" fmla="*/ 6114 h 10198"/>
                <a:gd name="connsiteX153" fmla="*/ 533 w 10058"/>
                <a:gd name="connsiteY153" fmla="*/ 6561 h 10198"/>
                <a:gd name="connsiteX154" fmla="*/ 350 w 10058"/>
                <a:gd name="connsiteY154" fmla="*/ 6870 h 10198"/>
                <a:gd name="connsiteX155" fmla="*/ 318 w 10058"/>
                <a:gd name="connsiteY155" fmla="*/ 7127 h 10198"/>
                <a:gd name="connsiteX156" fmla="*/ 295 w 10058"/>
                <a:gd name="connsiteY156" fmla="*/ 7379 h 10198"/>
                <a:gd name="connsiteX157" fmla="*/ 271 w 10058"/>
                <a:gd name="connsiteY157" fmla="*/ 7577 h 10198"/>
                <a:gd name="connsiteX158" fmla="*/ 142 w 10058"/>
                <a:gd name="connsiteY158" fmla="*/ 7555 h 10198"/>
                <a:gd name="connsiteX159" fmla="*/ 220 w 10058"/>
                <a:gd name="connsiteY159" fmla="*/ 8081 h 10198"/>
                <a:gd name="connsiteX160" fmla="*/ 193 w 10058"/>
                <a:gd name="connsiteY160" fmla="*/ 8285 h 10198"/>
                <a:gd name="connsiteX161" fmla="*/ 5 w 10058"/>
                <a:gd name="connsiteY161" fmla="*/ 8563 h 10198"/>
                <a:gd name="connsiteX162" fmla="*/ 153 w 10058"/>
                <a:gd name="connsiteY162" fmla="*/ 8660 h 10198"/>
                <a:gd name="connsiteX163" fmla="*/ 141 w 10058"/>
                <a:gd name="connsiteY163" fmla="*/ 8794 h 10198"/>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079 w 10058"/>
                <a:gd name="connsiteY64" fmla="*/ 8919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779 w 10058"/>
                <a:gd name="connsiteY62" fmla="*/ 9454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82"/>
                <a:gd name="connsiteX1" fmla="*/ 217 w 10058"/>
                <a:gd name="connsiteY1" fmla="*/ 8878 h 10182"/>
                <a:gd name="connsiteX2" fmla="*/ 90 w 10058"/>
                <a:gd name="connsiteY2" fmla="*/ 9182 h 10182"/>
                <a:gd name="connsiteX3" fmla="*/ 67 w 10058"/>
                <a:gd name="connsiteY3" fmla="*/ 9375 h 10182"/>
                <a:gd name="connsiteX4" fmla="*/ 47 w 10058"/>
                <a:gd name="connsiteY4" fmla="*/ 9610 h 10182"/>
                <a:gd name="connsiteX5" fmla="*/ 228 w 10058"/>
                <a:gd name="connsiteY5" fmla="*/ 9819 h 10182"/>
                <a:gd name="connsiteX6" fmla="*/ 326 w 10058"/>
                <a:gd name="connsiteY6" fmla="*/ 9819 h 10182"/>
                <a:gd name="connsiteX7" fmla="*/ 492 w 10058"/>
                <a:gd name="connsiteY7" fmla="*/ 9819 h 10182"/>
                <a:gd name="connsiteX8" fmla="*/ 629 w 10058"/>
                <a:gd name="connsiteY8" fmla="*/ 9819 h 10182"/>
                <a:gd name="connsiteX9" fmla="*/ 633 w 10058"/>
                <a:gd name="connsiteY9" fmla="*/ 10002 h 10182"/>
                <a:gd name="connsiteX10" fmla="*/ 938 w 10058"/>
                <a:gd name="connsiteY10" fmla="*/ 9897 h 10182"/>
                <a:gd name="connsiteX11" fmla="*/ 1310 w 10058"/>
                <a:gd name="connsiteY11" fmla="*/ 10141 h 10182"/>
                <a:gd name="connsiteX12" fmla="*/ 1408 w 10058"/>
                <a:gd name="connsiteY12" fmla="*/ 10141 h 10182"/>
                <a:gd name="connsiteX13" fmla="*/ 1514 w 10058"/>
                <a:gd name="connsiteY13" fmla="*/ 10141 h 10182"/>
                <a:gd name="connsiteX14" fmla="*/ 1613 w 10058"/>
                <a:gd name="connsiteY14" fmla="*/ 10141 h 10182"/>
                <a:gd name="connsiteX15" fmla="*/ 1750 w 10058"/>
                <a:gd name="connsiteY15" fmla="*/ 10082 h 10182"/>
                <a:gd name="connsiteX16" fmla="*/ 1888 w 10058"/>
                <a:gd name="connsiteY16" fmla="*/ 9996 h 10182"/>
                <a:gd name="connsiteX17" fmla="*/ 2234 w 10058"/>
                <a:gd name="connsiteY17" fmla="*/ 10082 h 10182"/>
                <a:gd name="connsiteX18" fmla="*/ 2333 w 10058"/>
                <a:gd name="connsiteY18" fmla="*/ 10082 h 10182"/>
                <a:gd name="connsiteX19" fmla="*/ 2474 w 10058"/>
                <a:gd name="connsiteY19" fmla="*/ 10012 h 10182"/>
                <a:gd name="connsiteX20" fmla="*/ 2620 w 10058"/>
                <a:gd name="connsiteY20" fmla="*/ 9948 h 10182"/>
                <a:gd name="connsiteX21" fmla="*/ 2754 w 10058"/>
                <a:gd name="connsiteY21" fmla="*/ 9948 h 10182"/>
                <a:gd name="connsiteX22" fmla="*/ 2860 w 10058"/>
                <a:gd name="connsiteY22" fmla="*/ 9948 h 10182"/>
                <a:gd name="connsiteX23" fmla="*/ 2962 w 10058"/>
                <a:gd name="connsiteY23" fmla="*/ 9948 h 10182"/>
                <a:gd name="connsiteX24" fmla="*/ 3163 w 10058"/>
                <a:gd name="connsiteY24" fmla="*/ 9948 h 10182"/>
                <a:gd name="connsiteX25" fmla="*/ 3292 w 10058"/>
                <a:gd name="connsiteY25" fmla="*/ 10018 h 10182"/>
                <a:gd name="connsiteX26" fmla="*/ 3422 w 10058"/>
                <a:gd name="connsiteY26" fmla="*/ 10082 h 10182"/>
                <a:gd name="connsiteX27" fmla="*/ 3517 w 10058"/>
                <a:gd name="connsiteY27" fmla="*/ 10141 h 10182"/>
                <a:gd name="connsiteX28" fmla="*/ 3619 w 10058"/>
                <a:gd name="connsiteY28" fmla="*/ 10136 h 10182"/>
                <a:gd name="connsiteX29" fmla="*/ 3721 w 10058"/>
                <a:gd name="connsiteY29" fmla="*/ 10082 h 10182"/>
                <a:gd name="connsiteX30" fmla="*/ 3835 w 10058"/>
                <a:gd name="connsiteY30" fmla="*/ 10012 h 10182"/>
                <a:gd name="connsiteX31" fmla="*/ 3981 w 10058"/>
                <a:gd name="connsiteY31" fmla="*/ 9996 h 10182"/>
                <a:gd name="connsiteX32" fmla="*/ 4134 w 10058"/>
                <a:gd name="connsiteY32" fmla="*/ 10082 h 10182"/>
                <a:gd name="connsiteX33" fmla="*/ 4229 w 10058"/>
                <a:gd name="connsiteY33" fmla="*/ 10141 h 10182"/>
                <a:gd name="connsiteX34" fmla="*/ 4335 w 10058"/>
                <a:gd name="connsiteY34" fmla="*/ 10136 h 10182"/>
                <a:gd name="connsiteX35" fmla="*/ 4433 w 10058"/>
                <a:gd name="connsiteY35" fmla="*/ 10136 h 10182"/>
                <a:gd name="connsiteX36" fmla="*/ 4571 w 10058"/>
                <a:gd name="connsiteY36" fmla="*/ 10130 h 10182"/>
                <a:gd name="connsiteX37" fmla="*/ 4709 w 10058"/>
                <a:gd name="connsiteY37" fmla="*/ 10077 h 10182"/>
                <a:gd name="connsiteX38" fmla="*/ 4854 w 10058"/>
                <a:gd name="connsiteY38" fmla="*/ 10018 h 10182"/>
                <a:gd name="connsiteX39" fmla="*/ 5063 w 10058"/>
                <a:gd name="connsiteY39" fmla="*/ 9948 h 10182"/>
                <a:gd name="connsiteX40" fmla="*/ 5169 w 10058"/>
                <a:gd name="connsiteY40" fmla="*/ 9948 h 10182"/>
                <a:gd name="connsiteX41" fmla="*/ 5440 w 10058"/>
                <a:gd name="connsiteY41" fmla="*/ 9948 h 10182"/>
                <a:gd name="connsiteX42" fmla="*/ 5586 w 10058"/>
                <a:gd name="connsiteY42" fmla="*/ 9884 h 10182"/>
                <a:gd name="connsiteX43" fmla="*/ 5692 w 10058"/>
                <a:gd name="connsiteY43" fmla="*/ 9819 h 10182"/>
                <a:gd name="connsiteX44" fmla="*/ 5826 w 10058"/>
                <a:gd name="connsiteY44" fmla="*/ 9814 h 10182"/>
                <a:gd name="connsiteX45" fmla="*/ 5905 w 10058"/>
                <a:gd name="connsiteY45" fmla="*/ 9600 h 10182"/>
                <a:gd name="connsiteX46" fmla="*/ 6119 w 10058"/>
                <a:gd name="connsiteY46" fmla="*/ 9782 h 10182"/>
                <a:gd name="connsiteX47" fmla="*/ 6487 w 10058"/>
                <a:gd name="connsiteY47" fmla="*/ 9691 h 10182"/>
                <a:gd name="connsiteX48" fmla="*/ 6589 w 10058"/>
                <a:gd name="connsiteY48" fmla="*/ 9691 h 10182"/>
                <a:gd name="connsiteX49" fmla="*/ 6691 w 10058"/>
                <a:gd name="connsiteY49" fmla="*/ 9627 h 10182"/>
                <a:gd name="connsiteX50" fmla="*/ 6798 w 10058"/>
                <a:gd name="connsiteY50" fmla="*/ 9627 h 10182"/>
                <a:gd name="connsiteX51" fmla="*/ 6935 w 10058"/>
                <a:gd name="connsiteY51" fmla="*/ 9627 h 10182"/>
                <a:gd name="connsiteX52" fmla="*/ 7069 w 10058"/>
                <a:gd name="connsiteY52" fmla="*/ 9627 h 10182"/>
                <a:gd name="connsiteX53" fmla="*/ 7313 w 10058"/>
                <a:gd name="connsiteY53" fmla="*/ 9630 h 10182"/>
                <a:gd name="connsiteX54" fmla="*/ 7584 w 10058"/>
                <a:gd name="connsiteY54" fmla="*/ 9557 h 10182"/>
                <a:gd name="connsiteX55" fmla="*/ 7714 w 10058"/>
                <a:gd name="connsiteY55" fmla="*/ 9627 h 10182"/>
                <a:gd name="connsiteX56" fmla="*/ 7852 w 10058"/>
                <a:gd name="connsiteY56" fmla="*/ 9627 h 10182"/>
                <a:gd name="connsiteX57" fmla="*/ 8017 w 10058"/>
                <a:gd name="connsiteY57" fmla="*/ 9627 h 10182"/>
                <a:gd name="connsiteX58" fmla="*/ 8131 w 10058"/>
                <a:gd name="connsiteY58" fmla="*/ 9562 h 10182"/>
                <a:gd name="connsiteX59" fmla="*/ 8206 w 10058"/>
                <a:gd name="connsiteY59" fmla="*/ 9600 h 10182"/>
                <a:gd name="connsiteX60" fmla="*/ 8513 w 10058"/>
                <a:gd name="connsiteY60" fmla="*/ 9622 h 10182"/>
                <a:gd name="connsiteX61" fmla="*/ 8662 w 10058"/>
                <a:gd name="connsiteY61" fmla="*/ 9375 h 10182"/>
                <a:gd name="connsiteX62" fmla="*/ 8779 w 10058"/>
                <a:gd name="connsiteY62" fmla="*/ 9454 h 10182"/>
                <a:gd name="connsiteX63" fmla="*/ 9026 w 10058"/>
                <a:gd name="connsiteY63" fmla="*/ 9391 h 10182"/>
                <a:gd name="connsiteX64" fmla="*/ 9188 w 10058"/>
                <a:gd name="connsiteY64" fmla="*/ 9437 h 10182"/>
                <a:gd name="connsiteX65" fmla="*/ 9543 w 10058"/>
                <a:gd name="connsiteY65" fmla="*/ 9280 h 10182"/>
                <a:gd name="connsiteX66" fmla="*/ 9677 w 10058"/>
                <a:gd name="connsiteY66" fmla="*/ 8506 h 10182"/>
                <a:gd name="connsiteX67" fmla="*/ 9677 w 10058"/>
                <a:gd name="connsiteY67" fmla="*/ 7515 h 10182"/>
                <a:gd name="connsiteX68" fmla="*/ 9717 w 10058"/>
                <a:gd name="connsiteY68" fmla="*/ 7236 h 10182"/>
                <a:gd name="connsiteX69" fmla="*/ 9756 w 10058"/>
                <a:gd name="connsiteY69" fmla="*/ 6749 h 10182"/>
                <a:gd name="connsiteX70" fmla="*/ 9787 w 10058"/>
                <a:gd name="connsiteY70" fmla="*/ 6486 h 10182"/>
                <a:gd name="connsiteX71" fmla="*/ 9944 w 10058"/>
                <a:gd name="connsiteY71" fmla="*/ 6052 h 10182"/>
                <a:gd name="connsiteX72" fmla="*/ 9898 w 10058"/>
                <a:gd name="connsiteY72" fmla="*/ 5463 h 10182"/>
                <a:gd name="connsiteX73" fmla="*/ 10022 w 10058"/>
                <a:gd name="connsiteY73" fmla="*/ 4988 h 10182"/>
                <a:gd name="connsiteX74" fmla="*/ 9988 w 10058"/>
                <a:gd name="connsiteY74" fmla="*/ 4632 h 10182"/>
                <a:gd name="connsiteX75" fmla="*/ 10023 w 10058"/>
                <a:gd name="connsiteY75" fmla="*/ 4316 h 10182"/>
                <a:gd name="connsiteX76" fmla="*/ 10043 w 10058"/>
                <a:gd name="connsiteY76" fmla="*/ 4123 h 10182"/>
                <a:gd name="connsiteX77" fmla="*/ 10000 w 10058"/>
                <a:gd name="connsiteY77" fmla="*/ 3924 h 10182"/>
                <a:gd name="connsiteX78" fmla="*/ 9984 w 10058"/>
                <a:gd name="connsiteY78" fmla="*/ 3742 h 10182"/>
                <a:gd name="connsiteX79" fmla="*/ 10016 w 10058"/>
                <a:gd name="connsiteY79" fmla="*/ 3485 h 10182"/>
                <a:gd name="connsiteX80" fmla="*/ 10047 w 10058"/>
                <a:gd name="connsiteY80" fmla="*/ 3164 h 10182"/>
                <a:gd name="connsiteX81" fmla="*/ 9953 w 10058"/>
                <a:gd name="connsiteY81" fmla="*/ 2713 h 10182"/>
                <a:gd name="connsiteX82" fmla="*/ 9739 w 10058"/>
                <a:gd name="connsiteY82" fmla="*/ 2307 h 10182"/>
                <a:gd name="connsiteX83" fmla="*/ 9660 w 10058"/>
                <a:gd name="connsiteY83" fmla="*/ 1864 h 10182"/>
                <a:gd name="connsiteX84" fmla="*/ 9546 w 10058"/>
                <a:gd name="connsiteY84" fmla="*/ 1795 h 10182"/>
                <a:gd name="connsiteX85" fmla="*/ 9401 w 10058"/>
                <a:gd name="connsiteY85" fmla="*/ 1365 h 10182"/>
                <a:gd name="connsiteX86" fmla="*/ 9147 w 10058"/>
                <a:gd name="connsiteY86" fmla="*/ 1360 h 10182"/>
                <a:gd name="connsiteX87" fmla="*/ 8998 w 10058"/>
                <a:gd name="connsiteY87" fmla="*/ 1291 h 10182"/>
                <a:gd name="connsiteX88" fmla="*/ 8796 w 10058"/>
                <a:gd name="connsiteY88" fmla="*/ 1245 h 10182"/>
                <a:gd name="connsiteX89" fmla="*/ 8662 w 10058"/>
                <a:gd name="connsiteY89" fmla="*/ 1245 h 10182"/>
                <a:gd name="connsiteX90" fmla="*/ 8532 w 10058"/>
                <a:gd name="connsiteY90" fmla="*/ 1175 h 10182"/>
                <a:gd name="connsiteX91" fmla="*/ 8403 w 10058"/>
                <a:gd name="connsiteY91" fmla="*/ 1175 h 10182"/>
                <a:gd name="connsiteX92" fmla="*/ 8237 w 10058"/>
                <a:gd name="connsiteY92" fmla="*/ 1111 h 10182"/>
                <a:gd name="connsiteX93" fmla="*/ 8104 w 10058"/>
                <a:gd name="connsiteY93" fmla="*/ 929 h 10182"/>
                <a:gd name="connsiteX94" fmla="*/ 7663 w 10058"/>
                <a:gd name="connsiteY94" fmla="*/ 736 h 10182"/>
                <a:gd name="connsiteX95" fmla="*/ 7529 w 10058"/>
                <a:gd name="connsiteY95" fmla="*/ 730 h 10182"/>
                <a:gd name="connsiteX96" fmla="*/ 7474 w 10058"/>
                <a:gd name="connsiteY96" fmla="*/ 929 h 10182"/>
                <a:gd name="connsiteX97" fmla="*/ 7392 w 10058"/>
                <a:gd name="connsiteY97" fmla="*/ 736 h 10182"/>
                <a:gd name="connsiteX98" fmla="*/ 7191 w 10058"/>
                <a:gd name="connsiteY98" fmla="*/ 736 h 10182"/>
                <a:gd name="connsiteX99" fmla="*/ 7089 w 10058"/>
                <a:gd name="connsiteY99" fmla="*/ 730 h 10182"/>
                <a:gd name="connsiteX100" fmla="*/ 7057 w 10058"/>
                <a:gd name="connsiteY100" fmla="*/ 934 h 10182"/>
                <a:gd name="connsiteX101" fmla="*/ 6896 w 10058"/>
                <a:gd name="connsiteY101" fmla="*/ 607 h 10182"/>
                <a:gd name="connsiteX102" fmla="*/ 6762 w 10058"/>
                <a:gd name="connsiteY102" fmla="*/ 602 h 10182"/>
                <a:gd name="connsiteX103" fmla="*/ 6680 w 10058"/>
                <a:gd name="connsiteY103" fmla="*/ 538 h 10182"/>
                <a:gd name="connsiteX104" fmla="*/ 6282 w 10058"/>
                <a:gd name="connsiteY104" fmla="*/ 350 h 10182"/>
                <a:gd name="connsiteX105" fmla="*/ 6152 w 10058"/>
                <a:gd name="connsiteY105" fmla="*/ 280 h 10182"/>
                <a:gd name="connsiteX106" fmla="*/ 6097 w 10058"/>
                <a:gd name="connsiteY106" fmla="*/ 146 h 10182"/>
                <a:gd name="connsiteX107" fmla="*/ 5759 w 10058"/>
                <a:gd name="connsiteY107" fmla="*/ 162 h 10182"/>
                <a:gd name="connsiteX108" fmla="*/ 5558 w 10058"/>
                <a:gd name="connsiteY108" fmla="*/ 157 h 10182"/>
                <a:gd name="connsiteX109" fmla="*/ 5468 w 10058"/>
                <a:gd name="connsiteY109" fmla="*/ 146 h 10182"/>
                <a:gd name="connsiteX110" fmla="*/ 5248 w 10058"/>
                <a:gd name="connsiteY110" fmla="*/ 157 h 10182"/>
                <a:gd name="connsiteX111" fmla="*/ 5149 w 10058"/>
                <a:gd name="connsiteY111" fmla="*/ 162 h 10182"/>
                <a:gd name="connsiteX112" fmla="*/ 5055 w 10058"/>
                <a:gd name="connsiteY112" fmla="*/ 141 h 10182"/>
                <a:gd name="connsiteX113" fmla="*/ 4976 w 10058"/>
                <a:gd name="connsiteY113" fmla="*/ 162 h 10182"/>
                <a:gd name="connsiteX114" fmla="*/ 4612 w 10058"/>
                <a:gd name="connsiteY114" fmla="*/ 268 h 10182"/>
                <a:gd name="connsiteX115" fmla="*/ 4281 w 10058"/>
                <a:gd name="connsiteY115" fmla="*/ 345 h 10182"/>
                <a:gd name="connsiteX116" fmla="*/ 3922 w 10058"/>
                <a:gd name="connsiteY116" fmla="*/ 162 h 10182"/>
                <a:gd name="connsiteX117" fmla="*/ 3796 w 10058"/>
                <a:gd name="connsiteY117" fmla="*/ 146 h 10182"/>
                <a:gd name="connsiteX118" fmla="*/ 3588 w 10058"/>
                <a:gd name="connsiteY118" fmla="*/ 162 h 10182"/>
                <a:gd name="connsiteX119" fmla="*/ 3450 w 10058"/>
                <a:gd name="connsiteY119" fmla="*/ 162 h 10182"/>
                <a:gd name="connsiteX120" fmla="*/ 3379 w 10058"/>
                <a:gd name="connsiteY120" fmla="*/ 141 h 10182"/>
                <a:gd name="connsiteX121" fmla="*/ 3115 w 10058"/>
                <a:gd name="connsiteY121" fmla="*/ 162 h 10182"/>
                <a:gd name="connsiteX122" fmla="*/ 2978 w 10058"/>
                <a:gd name="connsiteY122" fmla="*/ 157 h 10182"/>
                <a:gd name="connsiteX123" fmla="*/ 2872 w 10058"/>
                <a:gd name="connsiteY123" fmla="*/ 162 h 10182"/>
                <a:gd name="connsiteX124" fmla="*/ 2754 w 10058"/>
                <a:gd name="connsiteY124" fmla="*/ 146 h 10182"/>
                <a:gd name="connsiteX125" fmla="*/ 2337 w 10058"/>
                <a:gd name="connsiteY125" fmla="*/ 146 h 10182"/>
                <a:gd name="connsiteX126" fmla="*/ 1959 w 10058"/>
                <a:gd name="connsiteY126" fmla="*/ 479 h 10182"/>
                <a:gd name="connsiteX127" fmla="*/ 1841 w 10058"/>
                <a:gd name="connsiteY127" fmla="*/ 607 h 10182"/>
                <a:gd name="connsiteX128" fmla="*/ 1739 w 10058"/>
                <a:gd name="connsiteY128" fmla="*/ 607 h 10182"/>
                <a:gd name="connsiteX129" fmla="*/ 1664 w 10058"/>
                <a:gd name="connsiteY129" fmla="*/ 538 h 10182"/>
                <a:gd name="connsiteX130" fmla="*/ 1499 w 10058"/>
                <a:gd name="connsiteY130" fmla="*/ 923 h 10182"/>
                <a:gd name="connsiteX131" fmla="*/ 1357 w 10058"/>
                <a:gd name="connsiteY131" fmla="*/ 993 h 10182"/>
                <a:gd name="connsiteX132" fmla="*/ 1302 w 10058"/>
                <a:gd name="connsiteY132" fmla="*/ 1181 h 10182"/>
                <a:gd name="connsiteX133" fmla="*/ 1156 w 10058"/>
                <a:gd name="connsiteY133" fmla="*/ 1331 h 10182"/>
                <a:gd name="connsiteX134" fmla="*/ 1137 w 10058"/>
                <a:gd name="connsiteY134" fmla="*/ 1433 h 10182"/>
                <a:gd name="connsiteX135" fmla="*/ 1074 w 10058"/>
                <a:gd name="connsiteY135" fmla="*/ 1700 h 10182"/>
                <a:gd name="connsiteX136" fmla="*/ 948 w 10058"/>
                <a:gd name="connsiteY136" fmla="*/ 1958 h 10182"/>
                <a:gd name="connsiteX137" fmla="*/ 865 w 10058"/>
                <a:gd name="connsiteY137" fmla="*/ 2118 h 10182"/>
                <a:gd name="connsiteX138" fmla="*/ 869 w 10058"/>
                <a:gd name="connsiteY138" fmla="*/ 2654 h 10182"/>
                <a:gd name="connsiteX139" fmla="*/ 846 w 10058"/>
                <a:gd name="connsiteY139" fmla="*/ 2912 h 10182"/>
                <a:gd name="connsiteX140" fmla="*/ 885 w 10058"/>
                <a:gd name="connsiteY140" fmla="*/ 3223 h 10182"/>
                <a:gd name="connsiteX141" fmla="*/ 791 w 10058"/>
                <a:gd name="connsiteY141" fmla="*/ 3421 h 10182"/>
                <a:gd name="connsiteX142" fmla="*/ 692 w 10058"/>
                <a:gd name="connsiteY142" fmla="*/ 3694 h 10182"/>
                <a:gd name="connsiteX143" fmla="*/ 669 w 10058"/>
                <a:gd name="connsiteY143" fmla="*/ 4198 h 10182"/>
                <a:gd name="connsiteX144" fmla="*/ 558 w 10058"/>
                <a:gd name="connsiteY144" fmla="*/ 4251 h 10182"/>
                <a:gd name="connsiteX145" fmla="*/ 606 w 10058"/>
                <a:gd name="connsiteY145" fmla="*/ 4482 h 10182"/>
                <a:gd name="connsiteX146" fmla="*/ 539 w 10058"/>
                <a:gd name="connsiteY146" fmla="*/ 4450 h 10182"/>
                <a:gd name="connsiteX147" fmla="*/ 632 w 10058"/>
                <a:gd name="connsiteY147" fmla="*/ 4728 h 10182"/>
                <a:gd name="connsiteX148" fmla="*/ 562 w 10058"/>
                <a:gd name="connsiteY148" fmla="*/ 4825 h 10182"/>
                <a:gd name="connsiteX149" fmla="*/ 539 w 10058"/>
                <a:gd name="connsiteY149" fmla="*/ 5087 h 10182"/>
                <a:gd name="connsiteX150" fmla="*/ 476 w 10058"/>
                <a:gd name="connsiteY150" fmla="*/ 5661 h 10182"/>
                <a:gd name="connsiteX151" fmla="*/ 460 w 10058"/>
                <a:gd name="connsiteY151" fmla="*/ 5789 h 10182"/>
                <a:gd name="connsiteX152" fmla="*/ 433 w 10058"/>
                <a:gd name="connsiteY152" fmla="*/ 6057 h 10182"/>
                <a:gd name="connsiteX153" fmla="*/ 533 w 10058"/>
                <a:gd name="connsiteY153" fmla="*/ 6504 h 10182"/>
                <a:gd name="connsiteX154" fmla="*/ 350 w 10058"/>
                <a:gd name="connsiteY154" fmla="*/ 6813 h 10182"/>
                <a:gd name="connsiteX155" fmla="*/ 318 w 10058"/>
                <a:gd name="connsiteY155" fmla="*/ 7070 h 10182"/>
                <a:gd name="connsiteX156" fmla="*/ 295 w 10058"/>
                <a:gd name="connsiteY156" fmla="*/ 7322 h 10182"/>
                <a:gd name="connsiteX157" fmla="*/ 271 w 10058"/>
                <a:gd name="connsiteY157" fmla="*/ 7520 h 10182"/>
                <a:gd name="connsiteX158" fmla="*/ 142 w 10058"/>
                <a:gd name="connsiteY158" fmla="*/ 7498 h 10182"/>
                <a:gd name="connsiteX159" fmla="*/ 220 w 10058"/>
                <a:gd name="connsiteY159" fmla="*/ 8024 h 10182"/>
                <a:gd name="connsiteX160" fmla="*/ 193 w 10058"/>
                <a:gd name="connsiteY160" fmla="*/ 8228 h 10182"/>
                <a:gd name="connsiteX161" fmla="*/ 5 w 10058"/>
                <a:gd name="connsiteY161" fmla="*/ 8506 h 10182"/>
                <a:gd name="connsiteX162" fmla="*/ 153 w 10058"/>
                <a:gd name="connsiteY162" fmla="*/ 8603 h 10182"/>
                <a:gd name="connsiteX163" fmla="*/ 141 w 10058"/>
                <a:gd name="connsiteY163" fmla="*/ 8737 h 10182"/>
                <a:gd name="connsiteX0" fmla="*/ 141 w 10058"/>
                <a:gd name="connsiteY0" fmla="*/ 8737 h 10191"/>
                <a:gd name="connsiteX1" fmla="*/ 217 w 10058"/>
                <a:gd name="connsiteY1" fmla="*/ 8878 h 10191"/>
                <a:gd name="connsiteX2" fmla="*/ 90 w 10058"/>
                <a:gd name="connsiteY2" fmla="*/ 9182 h 10191"/>
                <a:gd name="connsiteX3" fmla="*/ 67 w 10058"/>
                <a:gd name="connsiteY3" fmla="*/ 9375 h 10191"/>
                <a:gd name="connsiteX4" fmla="*/ 47 w 10058"/>
                <a:gd name="connsiteY4" fmla="*/ 9610 h 10191"/>
                <a:gd name="connsiteX5" fmla="*/ 228 w 10058"/>
                <a:gd name="connsiteY5" fmla="*/ 9819 h 10191"/>
                <a:gd name="connsiteX6" fmla="*/ 326 w 10058"/>
                <a:gd name="connsiteY6" fmla="*/ 9819 h 10191"/>
                <a:gd name="connsiteX7" fmla="*/ 492 w 10058"/>
                <a:gd name="connsiteY7" fmla="*/ 9819 h 10191"/>
                <a:gd name="connsiteX8" fmla="*/ 629 w 10058"/>
                <a:gd name="connsiteY8" fmla="*/ 9819 h 10191"/>
                <a:gd name="connsiteX9" fmla="*/ 633 w 10058"/>
                <a:gd name="connsiteY9" fmla="*/ 10002 h 10191"/>
                <a:gd name="connsiteX10" fmla="*/ 938 w 10058"/>
                <a:gd name="connsiteY10" fmla="*/ 9897 h 10191"/>
                <a:gd name="connsiteX11" fmla="*/ 1310 w 10058"/>
                <a:gd name="connsiteY11" fmla="*/ 10141 h 10191"/>
                <a:gd name="connsiteX12" fmla="*/ 1408 w 10058"/>
                <a:gd name="connsiteY12" fmla="*/ 10141 h 10191"/>
                <a:gd name="connsiteX13" fmla="*/ 1514 w 10058"/>
                <a:gd name="connsiteY13" fmla="*/ 10141 h 10191"/>
                <a:gd name="connsiteX14" fmla="*/ 1613 w 10058"/>
                <a:gd name="connsiteY14" fmla="*/ 10141 h 10191"/>
                <a:gd name="connsiteX15" fmla="*/ 1750 w 10058"/>
                <a:gd name="connsiteY15" fmla="*/ 10082 h 10191"/>
                <a:gd name="connsiteX16" fmla="*/ 1888 w 10058"/>
                <a:gd name="connsiteY16" fmla="*/ 9996 h 10191"/>
                <a:gd name="connsiteX17" fmla="*/ 2234 w 10058"/>
                <a:gd name="connsiteY17" fmla="*/ 10082 h 10191"/>
                <a:gd name="connsiteX18" fmla="*/ 2333 w 10058"/>
                <a:gd name="connsiteY18" fmla="*/ 10082 h 10191"/>
                <a:gd name="connsiteX19" fmla="*/ 2474 w 10058"/>
                <a:gd name="connsiteY19" fmla="*/ 10012 h 10191"/>
                <a:gd name="connsiteX20" fmla="*/ 2620 w 10058"/>
                <a:gd name="connsiteY20" fmla="*/ 9948 h 10191"/>
                <a:gd name="connsiteX21" fmla="*/ 2754 w 10058"/>
                <a:gd name="connsiteY21" fmla="*/ 9948 h 10191"/>
                <a:gd name="connsiteX22" fmla="*/ 2860 w 10058"/>
                <a:gd name="connsiteY22" fmla="*/ 9948 h 10191"/>
                <a:gd name="connsiteX23" fmla="*/ 2962 w 10058"/>
                <a:gd name="connsiteY23" fmla="*/ 9948 h 10191"/>
                <a:gd name="connsiteX24" fmla="*/ 3163 w 10058"/>
                <a:gd name="connsiteY24" fmla="*/ 9948 h 10191"/>
                <a:gd name="connsiteX25" fmla="*/ 3292 w 10058"/>
                <a:gd name="connsiteY25" fmla="*/ 10018 h 10191"/>
                <a:gd name="connsiteX26" fmla="*/ 3422 w 10058"/>
                <a:gd name="connsiteY26" fmla="*/ 10082 h 10191"/>
                <a:gd name="connsiteX27" fmla="*/ 3517 w 10058"/>
                <a:gd name="connsiteY27" fmla="*/ 10141 h 10191"/>
                <a:gd name="connsiteX28" fmla="*/ 3619 w 10058"/>
                <a:gd name="connsiteY28" fmla="*/ 10136 h 10191"/>
                <a:gd name="connsiteX29" fmla="*/ 3721 w 10058"/>
                <a:gd name="connsiteY29" fmla="*/ 10082 h 10191"/>
                <a:gd name="connsiteX30" fmla="*/ 3835 w 10058"/>
                <a:gd name="connsiteY30" fmla="*/ 10012 h 10191"/>
                <a:gd name="connsiteX31" fmla="*/ 3981 w 10058"/>
                <a:gd name="connsiteY31" fmla="*/ 9996 h 10191"/>
                <a:gd name="connsiteX32" fmla="*/ 4134 w 10058"/>
                <a:gd name="connsiteY32" fmla="*/ 10082 h 10191"/>
                <a:gd name="connsiteX33" fmla="*/ 4229 w 10058"/>
                <a:gd name="connsiteY33" fmla="*/ 10141 h 10191"/>
                <a:gd name="connsiteX34" fmla="*/ 4335 w 10058"/>
                <a:gd name="connsiteY34" fmla="*/ 10136 h 10191"/>
                <a:gd name="connsiteX35" fmla="*/ 4433 w 10058"/>
                <a:gd name="connsiteY35" fmla="*/ 10136 h 10191"/>
                <a:gd name="connsiteX36" fmla="*/ 4571 w 10058"/>
                <a:gd name="connsiteY36" fmla="*/ 10130 h 10191"/>
                <a:gd name="connsiteX37" fmla="*/ 4709 w 10058"/>
                <a:gd name="connsiteY37" fmla="*/ 10077 h 10191"/>
                <a:gd name="connsiteX38" fmla="*/ 4854 w 10058"/>
                <a:gd name="connsiteY38" fmla="*/ 10018 h 10191"/>
                <a:gd name="connsiteX39" fmla="*/ 5063 w 10058"/>
                <a:gd name="connsiteY39" fmla="*/ 9948 h 10191"/>
                <a:gd name="connsiteX40" fmla="*/ 5169 w 10058"/>
                <a:gd name="connsiteY40" fmla="*/ 9948 h 10191"/>
                <a:gd name="connsiteX41" fmla="*/ 5440 w 10058"/>
                <a:gd name="connsiteY41" fmla="*/ 9948 h 10191"/>
                <a:gd name="connsiteX42" fmla="*/ 5586 w 10058"/>
                <a:gd name="connsiteY42" fmla="*/ 9884 h 10191"/>
                <a:gd name="connsiteX43" fmla="*/ 5692 w 10058"/>
                <a:gd name="connsiteY43" fmla="*/ 9819 h 10191"/>
                <a:gd name="connsiteX44" fmla="*/ 5826 w 10058"/>
                <a:gd name="connsiteY44" fmla="*/ 9814 h 10191"/>
                <a:gd name="connsiteX45" fmla="*/ 5905 w 10058"/>
                <a:gd name="connsiteY45" fmla="*/ 9600 h 10191"/>
                <a:gd name="connsiteX46" fmla="*/ 6119 w 10058"/>
                <a:gd name="connsiteY46" fmla="*/ 9782 h 10191"/>
                <a:gd name="connsiteX47" fmla="*/ 6487 w 10058"/>
                <a:gd name="connsiteY47" fmla="*/ 9691 h 10191"/>
                <a:gd name="connsiteX48" fmla="*/ 6589 w 10058"/>
                <a:gd name="connsiteY48" fmla="*/ 9691 h 10191"/>
                <a:gd name="connsiteX49" fmla="*/ 6691 w 10058"/>
                <a:gd name="connsiteY49" fmla="*/ 9627 h 10191"/>
                <a:gd name="connsiteX50" fmla="*/ 6798 w 10058"/>
                <a:gd name="connsiteY50" fmla="*/ 9627 h 10191"/>
                <a:gd name="connsiteX51" fmla="*/ 6935 w 10058"/>
                <a:gd name="connsiteY51" fmla="*/ 9627 h 10191"/>
                <a:gd name="connsiteX52" fmla="*/ 7069 w 10058"/>
                <a:gd name="connsiteY52" fmla="*/ 9627 h 10191"/>
                <a:gd name="connsiteX53" fmla="*/ 7313 w 10058"/>
                <a:gd name="connsiteY53" fmla="*/ 9630 h 10191"/>
                <a:gd name="connsiteX54" fmla="*/ 7584 w 10058"/>
                <a:gd name="connsiteY54" fmla="*/ 9557 h 10191"/>
                <a:gd name="connsiteX55" fmla="*/ 7714 w 10058"/>
                <a:gd name="connsiteY55" fmla="*/ 9627 h 10191"/>
                <a:gd name="connsiteX56" fmla="*/ 7852 w 10058"/>
                <a:gd name="connsiteY56" fmla="*/ 9627 h 10191"/>
                <a:gd name="connsiteX57" fmla="*/ 8017 w 10058"/>
                <a:gd name="connsiteY57" fmla="*/ 9627 h 10191"/>
                <a:gd name="connsiteX58" fmla="*/ 8131 w 10058"/>
                <a:gd name="connsiteY58" fmla="*/ 9562 h 10191"/>
                <a:gd name="connsiteX59" fmla="*/ 8206 w 10058"/>
                <a:gd name="connsiteY59" fmla="*/ 9600 h 10191"/>
                <a:gd name="connsiteX60" fmla="*/ 8513 w 10058"/>
                <a:gd name="connsiteY60" fmla="*/ 9622 h 10191"/>
                <a:gd name="connsiteX61" fmla="*/ 8662 w 10058"/>
                <a:gd name="connsiteY61" fmla="*/ 9375 h 10191"/>
                <a:gd name="connsiteX62" fmla="*/ 8779 w 10058"/>
                <a:gd name="connsiteY62" fmla="*/ 9454 h 10191"/>
                <a:gd name="connsiteX63" fmla="*/ 9026 w 10058"/>
                <a:gd name="connsiteY63" fmla="*/ 9391 h 10191"/>
                <a:gd name="connsiteX64" fmla="*/ 9188 w 10058"/>
                <a:gd name="connsiteY64" fmla="*/ 9437 h 10191"/>
                <a:gd name="connsiteX65" fmla="*/ 9543 w 10058"/>
                <a:gd name="connsiteY65" fmla="*/ 9280 h 10191"/>
                <a:gd name="connsiteX66" fmla="*/ 9677 w 10058"/>
                <a:gd name="connsiteY66" fmla="*/ 8506 h 10191"/>
                <a:gd name="connsiteX67" fmla="*/ 9677 w 10058"/>
                <a:gd name="connsiteY67" fmla="*/ 7515 h 10191"/>
                <a:gd name="connsiteX68" fmla="*/ 9717 w 10058"/>
                <a:gd name="connsiteY68" fmla="*/ 7236 h 10191"/>
                <a:gd name="connsiteX69" fmla="*/ 9756 w 10058"/>
                <a:gd name="connsiteY69" fmla="*/ 6749 h 10191"/>
                <a:gd name="connsiteX70" fmla="*/ 9787 w 10058"/>
                <a:gd name="connsiteY70" fmla="*/ 6486 h 10191"/>
                <a:gd name="connsiteX71" fmla="*/ 9944 w 10058"/>
                <a:gd name="connsiteY71" fmla="*/ 6052 h 10191"/>
                <a:gd name="connsiteX72" fmla="*/ 9898 w 10058"/>
                <a:gd name="connsiteY72" fmla="*/ 5463 h 10191"/>
                <a:gd name="connsiteX73" fmla="*/ 10022 w 10058"/>
                <a:gd name="connsiteY73" fmla="*/ 4988 h 10191"/>
                <a:gd name="connsiteX74" fmla="*/ 9988 w 10058"/>
                <a:gd name="connsiteY74" fmla="*/ 4632 h 10191"/>
                <a:gd name="connsiteX75" fmla="*/ 10023 w 10058"/>
                <a:gd name="connsiteY75" fmla="*/ 4316 h 10191"/>
                <a:gd name="connsiteX76" fmla="*/ 10043 w 10058"/>
                <a:gd name="connsiteY76" fmla="*/ 4123 h 10191"/>
                <a:gd name="connsiteX77" fmla="*/ 10000 w 10058"/>
                <a:gd name="connsiteY77" fmla="*/ 3924 h 10191"/>
                <a:gd name="connsiteX78" fmla="*/ 9984 w 10058"/>
                <a:gd name="connsiteY78" fmla="*/ 3742 h 10191"/>
                <a:gd name="connsiteX79" fmla="*/ 10016 w 10058"/>
                <a:gd name="connsiteY79" fmla="*/ 3485 h 10191"/>
                <a:gd name="connsiteX80" fmla="*/ 10047 w 10058"/>
                <a:gd name="connsiteY80" fmla="*/ 3164 h 10191"/>
                <a:gd name="connsiteX81" fmla="*/ 9953 w 10058"/>
                <a:gd name="connsiteY81" fmla="*/ 2713 h 10191"/>
                <a:gd name="connsiteX82" fmla="*/ 9739 w 10058"/>
                <a:gd name="connsiteY82" fmla="*/ 2307 h 10191"/>
                <a:gd name="connsiteX83" fmla="*/ 9660 w 10058"/>
                <a:gd name="connsiteY83" fmla="*/ 1864 h 10191"/>
                <a:gd name="connsiteX84" fmla="*/ 9546 w 10058"/>
                <a:gd name="connsiteY84" fmla="*/ 1795 h 10191"/>
                <a:gd name="connsiteX85" fmla="*/ 9401 w 10058"/>
                <a:gd name="connsiteY85" fmla="*/ 1365 h 10191"/>
                <a:gd name="connsiteX86" fmla="*/ 9147 w 10058"/>
                <a:gd name="connsiteY86" fmla="*/ 1360 h 10191"/>
                <a:gd name="connsiteX87" fmla="*/ 8998 w 10058"/>
                <a:gd name="connsiteY87" fmla="*/ 1291 h 10191"/>
                <a:gd name="connsiteX88" fmla="*/ 8796 w 10058"/>
                <a:gd name="connsiteY88" fmla="*/ 1245 h 10191"/>
                <a:gd name="connsiteX89" fmla="*/ 8662 w 10058"/>
                <a:gd name="connsiteY89" fmla="*/ 1245 h 10191"/>
                <a:gd name="connsiteX90" fmla="*/ 8532 w 10058"/>
                <a:gd name="connsiteY90" fmla="*/ 1175 h 10191"/>
                <a:gd name="connsiteX91" fmla="*/ 8403 w 10058"/>
                <a:gd name="connsiteY91" fmla="*/ 1175 h 10191"/>
                <a:gd name="connsiteX92" fmla="*/ 8237 w 10058"/>
                <a:gd name="connsiteY92" fmla="*/ 1111 h 10191"/>
                <a:gd name="connsiteX93" fmla="*/ 8104 w 10058"/>
                <a:gd name="connsiteY93" fmla="*/ 929 h 10191"/>
                <a:gd name="connsiteX94" fmla="*/ 7663 w 10058"/>
                <a:gd name="connsiteY94" fmla="*/ 736 h 10191"/>
                <a:gd name="connsiteX95" fmla="*/ 7529 w 10058"/>
                <a:gd name="connsiteY95" fmla="*/ 730 h 10191"/>
                <a:gd name="connsiteX96" fmla="*/ 7474 w 10058"/>
                <a:gd name="connsiteY96" fmla="*/ 929 h 10191"/>
                <a:gd name="connsiteX97" fmla="*/ 7392 w 10058"/>
                <a:gd name="connsiteY97" fmla="*/ 736 h 10191"/>
                <a:gd name="connsiteX98" fmla="*/ 7191 w 10058"/>
                <a:gd name="connsiteY98" fmla="*/ 736 h 10191"/>
                <a:gd name="connsiteX99" fmla="*/ 7089 w 10058"/>
                <a:gd name="connsiteY99" fmla="*/ 730 h 10191"/>
                <a:gd name="connsiteX100" fmla="*/ 7057 w 10058"/>
                <a:gd name="connsiteY100" fmla="*/ 934 h 10191"/>
                <a:gd name="connsiteX101" fmla="*/ 6896 w 10058"/>
                <a:gd name="connsiteY101" fmla="*/ 607 h 10191"/>
                <a:gd name="connsiteX102" fmla="*/ 6762 w 10058"/>
                <a:gd name="connsiteY102" fmla="*/ 602 h 10191"/>
                <a:gd name="connsiteX103" fmla="*/ 6680 w 10058"/>
                <a:gd name="connsiteY103" fmla="*/ 538 h 10191"/>
                <a:gd name="connsiteX104" fmla="*/ 6282 w 10058"/>
                <a:gd name="connsiteY104" fmla="*/ 350 h 10191"/>
                <a:gd name="connsiteX105" fmla="*/ 6152 w 10058"/>
                <a:gd name="connsiteY105" fmla="*/ 280 h 10191"/>
                <a:gd name="connsiteX106" fmla="*/ 6097 w 10058"/>
                <a:gd name="connsiteY106" fmla="*/ 146 h 10191"/>
                <a:gd name="connsiteX107" fmla="*/ 5759 w 10058"/>
                <a:gd name="connsiteY107" fmla="*/ 162 h 10191"/>
                <a:gd name="connsiteX108" fmla="*/ 5558 w 10058"/>
                <a:gd name="connsiteY108" fmla="*/ 157 h 10191"/>
                <a:gd name="connsiteX109" fmla="*/ 5468 w 10058"/>
                <a:gd name="connsiteY109" fmla="*/ 146 h 10191"/>
                <a:gd name="connsiteX110" fmla="*/ 5248 w 10058"/>
                <a:gd name="connsiteY110" fmla="*/ 157 h 10191"/>
                <a:gd name="connsiteX111" fmla="*/ 5149 w 10058"/>
                <a:gd name="connsiteY111" fmla="*/ 162 h 10191"/>
                <a:gd name="connsiteX112" fmla="*/ 5055 w 10058"/>
                <a:gd name="connsiteY112" fmla="*/ 141 h 10191"/>
                <a:gd name="connsiteX113" fmla="*/ 4976 w 10058"/>
                <a:gd name="connsiteY113" fmla="*/ 162 h 10191"/>
                <a:gd name="connsiteX114" fmla="*/ 4612 w 10058"/>
                <a:gd name="connsiteY114" fmla="*/ 268 h 10191"/>
                <a:gd name="connsiteX115" fmla="*/ 4281 w 10058"/>
                <a:gd name="connsiteY115" fmla="*/ 345 h 10191"/>
                <a:gd name="connsiteX116" fmla="*/ 3922 w 10058"/>
                <a:gd name="connsiteY116" fmla="*/ 162 h 10191"/>
                <a:gd name="connsiteX117" fmla="*/ 3796 w 10058"/>
                <a:gd name="connsiteY117" fmla="*/ 146 h 10191"/>
                <a:gd name="connsiteX118" fmla="*/ 3588 w 10058"/>
                <a:gd name="connsiteY118" fmla="*/ 162 h 10191"/>
                <a:gd name="connsiteX119" fmla="*/ 3450 w 10058"/>
                <a:gd name="connsiteY119" fmla="*/ 162 h 10191"/>
                <a:gd name="connsiteX120" fmla="*/ 3379 w 10058"/>
                <a:gd name="connsiteY120" fmla="*/ 141 h 10191"/>
                <a:gd name="connsiteX121" fmla="*/ 3115 w 10058"/>
                <a:gd name="connsiteY121" fmla="*/ 162 h 10191"/>
                <a:gd name="connsiteX122" fmla="*/ 2978 w 10058"/>
                <a:gd name="connsiteY122" fmla="*/ 157 h 10191"/>
                <a:gd name="connsiteX123" fmla="*/ 2872 w 10058"/>
                <a:gd name="connsiteY123" fmla="*/ 162 h 10191"/>
                <a:gd name="connsiteX124" fmla="*/ 2754 w 10058"/>
                <a:gd name="connsiteY124" fmla="*/ 146 h 10191"/>
                <a:gd name="connsiteX125" fmla="*/ 2337 w 10058"/>
                <a:gd name="connsiteY125" fmla="*/ 146 h 10191"/>
                <a:gd name="connsiteX126" fmla="*/ 1959 w 10058"/>
                <a:gd name="connsiteY126" fmla="*/ 479 h 10191"/>
                <a:gd name="connsiteX127" fmla="*/ 1841 w 10058"/>
                <a:gd name="connsiteY127" fmla="*/ 607 h 10191"/>
                <a:gd name="connsiteX128" fmla="*/ 1739 w 10058"/>
                <a:gd name="connsiteY128" fmla="*/ 607 h 10191"/>
                <a:gd name="connsiteX129" fmla="*/ 1664 w 10058"/>
                <a:gd name="connsiteY129" fmla="*/ 538 h 10191"/>
                <a:gd name="connsiteX130" fmla="*/ 1499 w 10058"/>
                <a:gd name="connsiteY130" fmla="*/ 923 h 10191"/>
                <a:gd name="connsiteX131" fmla="*/ 1357 w 10058"/>
                <a:gd name="connsiteY131" fmla="*/ 993 h 10191"/>
                <a:gd name="connsiteX132" fmla="*/ 1302 w 10058"/>
                <a:gd name="connsiteY132" fmla="*/ 1181 h 10191"/>
                <a:gd name="connsiteX133" fmla="*/ 1156 w 10058"/>
                <a:gd name="connsiteY133" fmla="*/ 1331 h 10191"/>
                <a:gd name="connsiteX134" fmla="*/ 1137 w 10058"/>
                <a:gd name="connsiteY134" fmla="*/ 1433 h 10191"/>
                <a:gd name="connsiteX135" fmla="*/ 1074 w 10058"/>
                <a:gd name="connsiteY135" fmla="*/ 1700 h 10191"/>
                <a:gd name="connsiteX136" fmla="*/ 948 w 10058"/>
                <a:gd name="connsiteY136" fmla="*/ 1958 h 10191"/>
                <a:gd name="connsiteX137" fmla="*/ 865 w 10058"/>
                <a:gd name="connsiteY137" fmla="*/ 2118 h 10191"/>
                <a:gd name="connsiteX138" fmla="*/ 869 w 10058"/>
                <a:gd name="connsiteY138" fmla="*/ 2654 h 10191"/>
                <a:gd name="connsiteX139" fmla="*/ 846 w 10058"/>
                <a:gd name="connsiteY139" fmla="*/ 2912 h 10191"/>
                <a:gd name="connsiteX140" fmla="*/ 885 w 10058"/>
                <a:gd name="connsiteY140" fmla="*/ 3223 h 10191"/>
                <a:gd name="connsiteX141" fmla="*/ 791 w 10058"/>
                <a:gd name="connsiteY141" fmla="*/ 3421 h 10191"/>
                <a:gd name="connsiteX142" fmla="*/ 692 w 10058"/>
                <a:gd name="connsiteY142" fmla="*/ 3694 h 10191"/>
                <a:gd name="connsiteX143" fmla="*/ 669 w 10058"/>
                <a:gd name="connsiteY143" fmla="*/ 4198 h 10191"/>
                <a:gd name="connsiteX144" fmla="*/ 558 w 10058"/>
                <a:gd name="connsiteY144" fmla="*/ 4251 h 10191"/>
                <a:gd name="connsiteX145" fmla="*/ 606 w 10058"/>
                <a:gd name="connsiteY145" fmla="*/ 4482 h 10191"/>
                <a:gd name="connsiteX146" fmla="*/ 539 w 10058"/>
                <a:gd name="connsiteY146" fmla="*/ 4450 h 10191"/>
                <a:gd name="connsiteX147" fmla="*/ 632 w 10058"/>
                <a:gd name="connsiteY147" fmla="*/ 4728 h 10191"/>
                <a:gd name="connsiteX148" fmla="*/ 562 w 10058"/>
                <a:gd name="connsiteY148" fmla="*/ 4825 h 10191"/>
                <a:gd name="connsiteX149" fmla="*/ 539 w 10058"/>
                <a:gd name="connsiteY149" fmla="*/ 5087 h 10191"/>
                <a:gd name="connsiteX150" fmla="*/ 476 w 10058"/>
                <a:gd name="connsiteY150" fmla="*/ 5661 h 10191"/>
                <a:gd name="connsiteX151" fmla="*/ 460 w 10058"/>
                <a:gd name="connsiteY151" fmla="*/ 5789 h 10191"/>
                <a:gd name="connsiteX152" fmla="*/ 433 w 10058"/>
                <a:gd name="connsiteY152" fmla="*/ 6057 h 10191"/>
                <a:gd name="connsiteX153" fmla="*/ 533 w 10058"/>
                <a:gd name="connsiteY153" fmla="*/ 6504 h 10191"/>
                <a:gd name="connsiteX154" fmla="*/ 350 w 10058"/>
                <a:gd name="connsiteY154" fmla="*/ 6813 h 10191"/>
                <a:gd name="connsiteX155" fmla="*/ 318 w 10058"/>
                <a:gd name="connsiteY155" fmla="*/ 7070 h 10191"/>
                <a:gd name="connsiteX156" fmla="*/ 295 w 10058"/>
                <a:gd name="connsiteY156" fmla="*/ 7322 h 10191"/>
                <a:gd name="connsiteX157" fmla="*/ 271 w 10058"/>
                <a:gd name="connsiteY157" fmla="*/ 7520 h 10191"/>
                <a:gd name="connsiteX158" fmla="*/ 142 w 10058"/>
                <a:gd name="connsiteY158" fmla="*/ 7498 h 10191"/>
                <a:gd name="connsiteX159" fmla="*/ 220 w 10058"/>
                <a:gd name="connsiteY159" fmla="*/ 8024 h 10191"/>
                <a:gd name="connsiteX160" fmla="*/ 193 w 10058"/>
                <a:gd name="connsiteY160" fmla="*/ 8228 h 10191"/>
                <a:gd name="connsiteX161" fmla="*/ 5 w 10058"/>
                <a:gd name="connsiteY161" fmla="*/ 8506 h 10191"/>
                <a:gd name="connsiteX162" fmla="*/ 153 w 10058"/>
                <a:gd name="connsiteY162" fmla="*/ 8603 h 10191"/>
                <a:gd name="connsiteX163" fmla="*/ 141 w 10058"/>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86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428 w 10011"/>
                <a:gd name="connsiteY161" fmla="*/ 8725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161" fmla="*/ 94 w 10011"/>
                <a:gd name="connsiteY161" fmla="*/ 8737 h 10191"/>
                <a:gd name="connsiteX0" fmla="*/ 428 w 10011"/>
                <a:gd name="connsiteY0" fmla="*/ 8725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0" fmla="*/ 428 w 10011"/>
                <a:gd name="connsiteY0" fmla="*/ 8725 h 10191"/>
                <a:gd name="connsiteX1" fmla="*/ 43 w 10011"/>
                <a:gd name="connsiteY1" fmla="*/ 9182 h 10191"/>
                <a:gd name="connsiteX2" fmla="*/ 20 w 10011"/>
                <a:gd name="connsiteY2" fmla="*/ 9375 h 10191"/>
                <a:gd name="connsiteX3" fmla="*/ 0 w 10011"/>
                <a:gd name="connsiteY3" fmla="*/ 9610 h 10191"/>
                <a:gd name="connsiteX4" fmla="*/ 181 w 10011"/>
                <a:gd name="connsiteY4" fmla="*/ 9819 h 10191"/>
                <a:gd name="connsiteX5" fmla="*/ 279 w 10011"/>
                <a:gd name="connsiteY5" fmla="*/ 9819 h 10191"/>
                <a:gd name="connsiteX6" fmla="*/ 445 w 10011"/>
                <a:gd name="connsiteY6" fmla="*/ 9819 h 10191"/>
                <a:gd name="connsiteX7" fmla="*/ 582 w 10011"/>
                <a:gd name="connsiteY7" fmla="*/ 9819 h 10191"/>
                <a:gd name="connsiteX8" fmla="*/ 586 w 10011"/>
                <a:gd name="connsiteY8" fmla="*/ 10002 h 10191"/>
                <a:gd name="connsiteX9" fmla="*/ 891 w 10011"/>
                <a:gd name="connsiteY9" fmla="*/ 9897 h 10191"/>
                <a:gd name="connsiteX10" fmla="*/ 1263 w 10011"/>
                <a:gd name="connsiteY10" fmla="*/ 10141 h 10191"/>
                <a:gd name="connsiteX11" fmla="*/ 1361 w 10011"/>
                <a:gd name="connsiteY11" fmla="*/ 10141 h 10191"/>
                <a:gd name="connsiteX12" fmla="*/ 1467 w 10011"/>
                <a:gd name="connsiteY12" fmla="*/ 10141 h 10191"/>
                <a:gd name="connsiteX13" fmla="*/ 1566 w 10011"/>
                <a:gd name="connsiteY13" fmla="*/ 10141 h 10191"/>
                <a:gd name="connsiteX14" fmla="*/ 1703 w 10011"/>
                <a:gd name="connsiteY14" fmla="*/ 10082 h 10191"/>
                <a:gd name="connsiteX15" fmla="*/ 1841 w 10011"/>
                <a:gd name="connsiteY15" fmla="*/ 9996 h 10191"/>
                <a:gd name="connsiteX16" fmla="*/ 2187 w 10011"/>
                <a:gd name="connsiteY16" fmla="*/ 10082 h 10191"/>
                <a:gd name="connsiteX17" fmla="*/ 2286 w 10011"/>
                <a:gd name="connsiteY17" fmla="*/ 10082 h 10191"/>
                <a:gd name="connsiteX18" fmla="*/ 2427 w 10011"/>
                <a:gd name="connsiteY18" fmla="*/ 10012 h 10191"/>
                <a:gd name="connsiteX19" fmla="*/ 2573 w 10011"/>
                <a:gd name="connsiteY19" fmla="*/ 9948 h 10191"/>
                <a:gd name="connsiteX20" fmla="*/ 2707 w 10011"/>
                <a:gd name="connsiteY20" fmla="*/ 9948 h 10191"/>
                <a:gd name="connsiteX21" fmla="*/ 2813 w 10011"/>
                <a:gd name="connsiteY21" fmla="*/ 9948 h 10191"/>
                <a:gd name="connsiteX22" fmla="*/ 2915 w 10011"/>
                <a:gd name="connsiteY22" fmla="*/ 9948 h 10191"/>
                <a:gd name="connsiteX23" fmla="*/ 3116 w 10011"/>
                <a:gd name="connsiteY23" fmla="*/ 9948 h 10191"/>
                <a:gd name="connsiteX24" fmla="*/ 3245 w 10011"/>
                <a:gd name="connsiteY24" fmla="*/ 10018 h 10191"/>
                <a:gd name="connsiteX25" fmla="*/ 3375 w 10011"/>
                <a:gd name="connsiteY25" fmla="*/ 10082 h 10191"/>
                <a:gd name="connsiteX26" fmla="*/ 3470 w 10011"/>
                <a:gd name="connsiteY26" fmla="*/ 10141 h 10191"/>
                <a:gd name="connsiteX27" fmla="*/ 3572 w 10011"/>
                <a:gd name="connsiteY27" fmla="*/ 10136 h 10191"/>
                <a:gd name="connsiteX28" fmla="*/ 3674 w 10011"/>
                <a:gd name="connsiteY28" fmla="*/ 10082 h 10191"/>
                <a:gd name="connsiteX29" fmla="*/ 3788 w 10011"/>
                <a:gd name="connsiteY29" fmla="*/ 10012 h 10191"/>
                <a:gd name="connsiteX30" fmla="*/ 3934 w 10011"/>
                <a:gd name="connsiteY30" fmla="*/ 9996 h 10191"/>
                <a:gd name="connsiteX31" fmla="*/ 4087 w 10011"/>
                <a:gd name="connsiteY31" fmla="*/ 10082 h 10191"/>
                <a:gd name="connsiteX32" fmla="*/ 4182 w 10011"/>
                <a:gd name="connsiteY32" fmla="*/ 10141 h 10191"/>
                <a:gd name="connsiteX33" fmla="*/ 4288 w 10011"/>
                <a:gd name="connsiteY33" fmla="*/ 10136 h 10191"/>
                <a:gd name="connsiteX34" fmla="*/ 4386 w 10011"/>
                <a:gd name="connsiteY34" fmla="*/ 10136 h 10191"/>
                <a:gd name="connsiteX35" fmla="*/ 4524 w 10011"/>
                <a:gd name="connsiteY35" fmla="*/ 10130 h 10191"/>
                <a:gd name="connsiteX36" fmla="*/ 4662 w 10011"/>
                <a:gd name="connsiteY36" fmla="*/ 10077 h 10191"/>
                <a:gd name="connsiteX37" fmla="*/ 4807 w 10011"/>
                <a:gd name="connsiteY37" fmla="*/ 10018 h 10191"/>
                <a:gd name="connsiteX38" fmla="*/ 5016 w 10011"/>
                <a:gd name="connsiteY38" fmla="*/ 9948 h 10191"/>
                <a:gd name="connsiteX39" fmla="*/ 5122 w 10011"/>
                <a:gd name="connsiteY39" fmla="*/ 9948 h 10191"/>
                <a:gd name="connsiteX40" fmla="*/ 5393 w 10011"/>
                <a:gd name="connsiteY40" fmla="*/ 9948 h 10191"/>
                <a:gd name="connsiteX41" fmla="*/ 5539 w 10011"/>
                <a:gd name="connsiteY41" fmla="*/ 9884 h 10191"/>
                <a:gd name="connsiteX42" fmla="*/ 5645 w 10011"/>
                <a:gd name="connsiteY42" fmla="*/ 9819 h 10191"/>
                <a:gd name="connsiteX43" fmla="*/ 5779 w 10011"/>
                <a:gd name="connsiteY43" fmla="*/ 9814 h 10191"/>
                <a:gd name="connsiteX44" fmla="*/ 5858 w 10011"/>
                <a:gd name="connsiteY44" fmla="*/ 9600 h 10191"/>
                <a:gd name="connsiteX45" fmla="*/ 6072 w 10011"/>
                <a:gd name="connsiteY45" fmla="*/ 9782 h 10191"/>
                <a:gd name="connsiteX46" fmla="*/ 6440 w 10011"/>
                <a:gd name="connsiteY46" fmla="*/ 9691 h 10191"/>
                <a:gd name="connsiteX47" fmla="*/ 6542 w 10011"/>
                <a:gd name="connsiteY47" fmla="*/ 9691 h 10191"/>
                <a:gd name="connsiteX48" fmla="*/ 6644 w 10011"/>
                <a:gd name="connsiteY48" fmla="*/ 9627 h 10191"/>
                <a:gd name="connsiteX49" fmla="*/ 6751 w 10011"/>
                <a:gd name="connsiteY49" fmla="*/ 9627 h 10191"/>
                <a:gd name="connsiteX50" fmla="*/ 6888 w 10011"/>
                <a:gd name="connsiteY50" fmla="*/ 9627 h 10191"/>
                <a:gd name="connsiteX51" fmla="*/ 7022 w 10011"/>
                <a:gd name="connsiteY51" fmla="*/ 9627 h 10191"/>
                <a:gd name="connsiteX52" fmla="*/ 7266 w 10011"/>
                <a:gd name="connsiteY52" fmla="*/ 9630 h 10191"/>
                <a:gd name="connsiteX53" fmla="*/ 7537 w 10011"/>
                <a:gd name="connsiteY53" fmla="*/ 9557 h 10191"/>
                <a:gd name="connsiteX54" fmla="*/ 7667 w 10011"/>
                <a:gd name="connsiteY54" fmla="*/ 9627 h 10191"/>
                <a:gd name="connsiteX55" fmla="*/ 7805 w 10011"/>
                <a:gd name="connsiteY55" fmla="*/ 9627 h 10191"/>
                <a:gd name="connsiteX56" fmla="*/ 7970 w 10011"/>
                <a:gd name="connsiteY56" fmla="*/ 9627 h 10191"/>
                <a:gd name="connsiteX57" fmla="*/ 8084 w 10011"/>
                <a:gd name="connsiteY57" fmla="*/ 9562 h 10191"/>
                <a:gd name="connsiteX58" fmla="*/ 8159 w 10011"/>
                <a:gd name="connsiteY58" fmla="*/ 9600 h 10191"/>
                <a:gd name="connsiteX59" fmla="*/ 8466 w 10011"/>
                <a:gd name="connsiteY59" fmla="*/ 9622 h 10191"/>
                <a:gd name="connsiteX60" fmla="*/ 8615 w 10011"/>
                <a:gd name="connsiteY60" fmla="*/ 9375 h 10191"/>
                <a:gd name="connsiteX61" fmla="*/ 8732 w 10011"/>
                <a:gd name="connsiteY61" fmla="*/ 9454 h 10191"/>
                <a:gd name="connsiteX62" fmla="*/ 8979 w 10011"/>
                <a:gd name="connsiteY62" fmla="*/ 9391 h 10191"/>
                <a:gd name="connsiteX63" fmla="*/ 9141 w 10011"/>
                <a:gd name="connsiteY63" fmla="*/ 9437 h 10191"/>
                <a:gd name="connsiteX64" fmla="*/ 9496 w 10011"/>
                <a:gd name="connsiteY64" fmla="*/ 9280 h 10191"/>
                <a:gd name="connsiteX65" fmla="*/ 9630 w 10011"/>
                <a:gd name="connsiteY65" fmla="*/ 8506 h 10191"/>
                <a:gd name="connsiteX66" fmla="*/ 9630 w 10011"/>
                <a:gd name="connsiteY66" fmla="*/ 7515 h 10191"/>
                <a:gd name="connsiteX67" fmla="*/ 9670 w 10011"/>
                <a:gd name="connsiteY67" fmla="*/ 7236 h 10191"/>
                <a:gd name="connsiteX68" fmla="*/ 9709 w 10011"/>
                <a:gd name="connsiteY68" fmla="*/ 6749 h 10191"/>
                <a:gd name="connsiteX69" fmla="*/ 9740 w 10011"/>
                <a:gd name="connsiteY69" fmla="*/ 6486 h 10191"/>
                <a:gd name="connsiteX70" fmla="*/ 9897 w 10011"/>
                <a:gd name="connsiteY70" fmla="*/ 6052 h 10191"/>
                <a:gd name="connsiteX71" fmla="*/ 9851 w 10011"/>
                <a:gd name="connsiteY71" fmla="*/ 5463 h 10191"/>
                <a:gd name="connsiteX72" fmla="*/ 9975 w 10011"/>
                <a:gd name="connsiteY72" fmla="*/ 4988 h 10191"/>
                <a:gd name="connsiteX73" fmla="*/ 9941 w 10011"/>
                <a:gd name="connsiteY73" fmla="*/ 4632 h 10191"/>
                <a:gd name="connsiteX74" fmla="*/ 9976 w 10011"/>
                <a:gd name="connsiteY74" fmla="*/ 4316 h 10191"/>
                <a:gd name="connsiteX75" fmla="*/ 9996 w 10011"/>
                <a:gd name="connsiteY75" fmla="*/ 4123 h 10191"/>
                <a:gd name="connsiteX76" fmla="*/ 9953 w 10011"/>
                <a:gd name="connsiteY76" fmla="*/ 3924 h 10191"/>
                <a:gd name="connsiteX77" fmla="*/ 9937 w 10011"/>
                <a:gd name="connsiteY77" fmla="*/ 3742 h 10191"/>
                <a:gd name="connsiteX78" fmla="*/ 9969 w 10011"/>
                <a:gd name="connsiteY78" fmla="*/ 3485 h 10191"/>
                <a:gd name="connsiteX79" fmla="*/ 10000 w 10011"/>
                <a:gd name="connsiteY79" fmla="*/ 3164 h 10191"/>
                <a:gd name="connsiteX80" fmla="*/ 9906 w 10011"/>
                <a:gd name="connsiteY80" fmla="*/ 2713 h 10191"/>
                <a:gd name="connsiteX81" fmla="*/ 9692 w 10011"/>
                <a:gd name="connsiteY81" fmla="*/ 2307 h 10191"/>
                <a:gd name="connsiteX82" fmla="*/ 9700 w 10011"/>
                <a:gd name="connsiteY82" fmla="*/ 1103 h 10191"/>
                <a:gd name="connsiteX83" fmla="*/ 9521 w 10011"/>
                <a:gd name="connsiteY83" fmla="*/ 1125 h 10191"/>
                <a:gd name="connsiteX84" fmla="*/ 9354 w 10011"/>
                <a:gd name="connsiteY84" fmla="*/ 878 h 10191"/>
                <a:gd name="connsiteX85" fmla="*/ 9056 w 10011"/>
                <a:gd name="connsiteY85" fmla="*/ 1025 h 10191"/>
                <a:gd name="connsiteX86" fmla="*/ 8951 w 10011"/>
                <a:gd name="connsiteY86" fmla="*/ 1291 h 10191"/>
                <a:gd name="connsiteX87" fmla="*/ 8749 w 10011"/>
                <a:gd name="connsiteY87" fmla="*/ 1245 h 10191"/>
                <a:gd name="connsiteX88" fmla="*/ 8615 w 10011"/>
                <a:gd name="connsiteY88" fmla="*/ 1245 h 10191"/>
                <a:gd name="connsiteX89" fmla="*/ 8485 w 10011"/>
                <a:gd name="connsiteY89" fmla="*/ 1175 h 10191"/>
                <a:gd name="connsiteX90" fmla="*/ 8356 w 10011"/>
                <a:gd name="connsiteY90" fmla="*/ 1175 h 10191"/>
                <a:gd name="connsiteX91" fmla="*/ 8190 w 10011"/>
                <a:gd name="connsiteY91" fmla="*/ 1111 h 10191"/>
                <a:gd name="connsiteX92" fmla="*/ 8057 w 10011"/>
                <a:gd name="connsiteY92" fmla="*/ 929 h 10191"/>
                <a:gd name="connsiteX93" fmla="*/ 7616 w 10011"/>
                <a:gd name="connsiteY93" fmla="*/ 736 h 10191"/>
                <a:gd name="connsiteX94" fmla="*/ 7482 w 10011"/>
                <a:gd name="connsiteY94" fmla="*/ 730 h 10191"/>
                <a:gd name="connsiteX95" fmla="*/ 7427 w 10011"/>
                <a:gd name="connsiteY95" fmla="*/ 929 h 10191"/>
                <a:gd name="connsiteX96" fmla="*/ 7345 w 10011"/>
                <a:gd name="connsiteY96" fmla="*/ 736 h 10191"/>
                <a:gd name="connsiteX97" fmla="*/ 7144 w 10011"/>
                <a:gd name="connsiteY97" fmla="*/ 736 h 10191"/>
                <a:gd name="connsiteX98" fmla="*/ 7042 w 10011"/>
                <a:gd name="connsiteY98" fmla="*/ 730 h 10191"/>
                <a:gd name="connsiteX99" fmla="*/ 7010 w 10011"/>
                <a:gd name="connsiteY99" fmla="*/ 934 h 10191"/>
                <a:gd name="connsiteX100" fmla="*/ 6849 w 10011"/>
                <a:gd name="connsiteY100" fmla="*/ 607 h 10191"/>
                <a:gd name="connsiteX101" fmla="*/ 6715 w 10011"/>
                <a:gd name="connsiteY101" fmla="*/ 602 h 10191"/>
                <a:gd name="connsiteX102" fmla="*/ 6633 w 10011"/>
                <a:gd name="connsiteY102" fmla="*/ 538 h 10191"/>
                <a:gd name="connsiteX103" fmla="*/ 6235 w 10011"/>
                <a:gd name="connsiteY103" fmla="*/ 350 h 10191"/>
                <a:gd name="connsiteX104" fmla="*/ 6105 w 10011"/>
                <a:gd name="connsiteY104" fmla="*/ 280 h 10191"/>
                <a:gd name="connsiteX105" fmla="*/ 6050 w 10011"/>
                <a:gd name="connsiteY105" fmla="*/ 146 h 10191"/>
                <a:gd name="connsiteX106" fmla="*/ 5712 w 10011"/>
                <a:gd name="connsiteY106" fmla="*/ 162 h 10191"/>
                <a:gd name="connsiteX107" fmla="*/ 5511 w 10011"/>
                <a:gd name="connsiteY107" fmla="*/ 157 h 10191"/>
                <a:gd name="connsiteX108" fmla="*/ 5421 w 10011"/>
                <a:gd name="connsiteY108" fmla="*/ 146 h 10191"/>
                <a:gd name="connsiteX109" fmla="*/ 5201 w 10011"/>
                <a:gd name="connsiteY109" fmla="*/ 157 h 10191"/>
                <a:gd name="connsiteX110" fmla="*/ 5102 w 10011"/>
                <a:gd name="connsiteY110" fmla="*/ 162 h 10191"/>
                <a:gd name="connsiteX111" fmla="*/ 5008 w 10011"/>
                <a:gd name="connsiteY111" fmla="*/ 141 h 10191"/>
                <a:gd name="connsiteX112" fmla="*/ 4929 w 10011"/>
                <a:gd name="connsiteY112" fmla="*/ 162 h 10191"/>
                <a:gd name="connsiteX113" fmla="*/ 4565 w 10011"/>
                <a:gd name="connsiteY113" fmla="*/ 268 h 10191"/>
                <a:gd name="connsiteX114" fmla="*/ 4234 w 10011"/>
                <a:gd name="connsiteY114" fmla="*/ 345 h 10191"/>
                <a:gd name="connsiteX115" fmla="*/ 3875 w 10011"/>
                <a:gd name="connsiteY115" fmla="*/ 162 h 10191"/>
                <a:gd name="connsiteX116" fmla="*/ 3749 w 10011"/>
                <a:gd name="connsiteY116" fmla="*/ 146 h 10191"/>
                <a:gd name="connsiteX117" fmla="*/ 3541 w 10011"/>
                <a:gd name="connsiteY117" fmla="*/ 162 h 10191"/>
                <a:gd name="connsiteX118" fmla="*/ 3403 w 10011"/>
                <a:gd name="connsiteY118" fmla="*/ 162 h 10191"/>
                <a:gd name="connsiteX119" fmla="*/ 3332 w 10011"/>
                <a:gd name="connsiteY119" fmla="*/ 141 h 10191"/>
                <a:gd name="connsiteX120" fmla="*/ 3068 w 10011"/>
                <a:gd name="connsiteY120" fmla="*/ 162 h 10191"/>
                <a:gd name="connsiteX121" fmla="*/ 2931 w 10011"/>
                <a:gd name="connsiteY121" fmla="*/ 157 h 10191"/>
                <a:gd name="connsiteX122" fmla="*/ 2825 w 10011"/>
                <a:gd name="connsiteY122" fmla="*/ 162 h 10191"/>
                <a:gd name="connsiteX123" fmla="*/ 2707 w 10011"/>
                <a:gd name="connsiteY123" fmla="*/ 146 h 10191"/>
                <a:gd name="connsiteX124" fmla="*/ 2290 w 10011"/>
                <a:gd name="connsiteY124" fmla="*/ 146 h 10191"/>
                <a:gd name="connsiteX125" fmla="*/ 1912 w 10011"/>
                <a:gd name="connsiteY125" fmla="*/ 479 h 10191"/>
                <a:gd name="connsiteX126" fmla="*/ 1794 w 10011"/>
                <a:gd name="connsiteY126" fmla="*/ 607 h 10191"/>
                <a:gd name="connsiteX127" fmla="*/ 1692 w 10011"/>
                <a:gd name="connsiteY127" fmla="*/ 607 h 10191"/>
                <a:gd name="connsiteX128" fmla="*/ 1617 w 10011"/>
                <a:gd name="connsiteY128" fmla="*/ 538 h 10191"/>
                <a:gd name="connsiteX129" fmla="*/ 1452 w 10011"/>
                <a:gd name="connsiteY129" fmla="*/ 923 h 10191"/>
                <a:gd name="connsiteX130" fmla="*/ 1310 w 10011"/>
                <a:gd name="connsiteY130" fmla="*/ 993 h 10191"/>
                <a:gd name="connsiteX131" fmla="*/ 1255 w 10011"/>
                <a:gd name="connsiteY131" fmla="*/ 1181 h 10191"/>
                <a:gd name="connsiteX132" fmla="*/ 1109 w 10011"/>
                <a:gd name="connsiteY132" fmla="*/ 1331 h 10191"/>
                <a:gd name="connsiteX133" fmla="*/ 1090 w 10011"/>
                <a:gd name="connsiteY133" fmla="*/ 1433 h 10191"/>
                <a:gd name="connsiteX134" fmla="*/ 1027 w 10011"/>
                <a:gd name="connsiteY134" fmla="*/ 1700 h 10191"/>
                <a:gd name="connsiteX135" fmla="*/ 901 w 10011"/>
                <a:gd name="connsiteY135" fmla="*/ 1958 h 10191"/>
                <a:gd name="connsiteX136" fmla="*/ 818 w 10011"/>
                <a:gd name="connsiteY136" fmla="*/ 2118 h 10191"/>
                <a:gd name="connsiteX137" fmla="*/ 822 w 10011"/>
                <a:gd name="connsiteY137" fmla="*/ 2654 h 10191"/>
                <a:gd name="connsiteX138" fmla="*/ 799 w 10011"/>
                <a:gd name="connsiteY138" fmla="*/ 2912 h 10191"/>
                <a:gd name="connsiteX139" fmla="*/ 838 w 10011"/>
                <a:gd name="connsiteY139" fmla="*/ 3223 h 10191"/>
                <a:gd name="connsiteX140" fmla="*/ 744 w 10011"/>
                <a:gd name="connsiteY140" fmla="*/ 3421 h 10191"/>
                <a:gd name="connsiteX141" fmla="*/ 645 w 10011"/>
                <a:gd name="connsiteY141" fmla="*/ 3694 h 10191"/>
                <a:gd name="connsiteX142" fmla="*/ 622 w 10011"/>
                <a:gd name="connsiteY142" fmla="*/ 4198 h 10191"/>
                <a:gd name="connsiteX143" fmla="*/ 511 w 10011"/>
                <a:gd name="connsiteY143" fmla="*/ 4251 h 10191"/>
                <a:gd name="connsiteX144" fmla="*/ 559 w 10011"/>
                <a:gd name="connsiteY144" fmla="*/ 4482 h 10191"/>
                <a:gd name="connsiteX145" fmla="*/ 492 w 10011"/>
                <a:gd name="connsiteY145" fmla="*/ 4450 h 10191"/>
                <a:gd name="connsiteX146" fmla="*/ 585 w 10011"/>
                <a:gd name="connsiteY146" fmla="*/ 4728 h 10191"/>
                <a:gd name="connsiteX147" fmla="*/ 515 w 10011"/>
                <a:gd name="connsiteY147" fmla="*/ 4825 h 10191"/>
                <a:gd name="connsiteX148" fmla="*/ 492 w 10011"/>
                <a:gd name="connsiteY148" fmla="*/ 5087 h 10191"/>
                <a:gd name="connsiteX149" fmla="*/ 429 w 10011"/>
                <a:gd name="connsiteY149" fmla="*/ 5661 h 10191"/>
                <a:gd name="connsiteX150" fmla="*/ 413 w 10011"/>
                <a:gd name="connsiteY150" fmla="*/ 5789 h 10191"/>
                <a:gd name="connsiteX151" fmla="*/ 386 w 10011"/>
                <a:gd name="connsiteY151" fmla="*/ 6057 h 10191"/>
                <a:gd name="connsiteX152" fmla="*/ 420 w 10011"/>
                <a:gd name="connsiteY152" fmla="*/ 6504 h 10191"/>
                <a:gd name="connsiteX153" fmla="*/ 303 w 10011"/>
                <a:gd name="connsiteY153" fmla="*/ 6813 h 10191"/>
                <a:gd name="connsiteX154" fmla="*/ 271 w 10011"/>
                <a:gd name="connsiteY154" fmla="*/ 7070 h 10191"/>
                <a:gd name="connsiteX155" fmla="*/ 508 w 10011"/>
                <a:gd name="connsiteY155" fmla="*/ 7322 h 10191"/>
                <a:gd name="connsiteX156" fmla="*/ 556 w 10011"/>
                <a:gd name="connsiteY156" fmla="*/ 7611 h 10191"/>
                <a:gd name="connsiteX157" fmla="*/ 505 w 10011"/>
                <a:gd name="connsiteY157" fmla="*/ 8054 h 10191"/>
                <a:gd name="connsiteX158" fmla="*/ 561 w 10011"/>
                <a:gd name="connsiteY158" fmla="*/ 8289 h 10191"/>
                <a:gd name="connsiteX159" fmla="*/ 428 w 10011"/>
                <a:gd name="connsiteY159" fmla="*/ 8725 h 10191"/>
                <a:gd name="connsiteX0" fmla="*/ 456 w 10039"/>
                <a:gd name="connsiteY0" fmla="*/ 8725 h 10191"/>
                <a:gd name="connsiteX1" fmla="*/ 71 w 10039"/>
                <a:gd name="connsiteY1" fmla="*/ 9182 h 10191"/>
                <a:gd name="connsiteX2" fmla="*/ 28 w 10039"/>
                <a:gd name="connsiteY2" fmla="*/ 9610 h 10191"/>
                <a:gd name="connsiteX3" fmla="*/ 209 w 10039"/>
                <a:gd name="connsiteY3" fmla="*/ 9819 h 10191"/>
                <a:gd name="connsiteX4" fmla="*/ 307 w 10039"/>
                <a:gd name="connsiteY4" fmla="*/ 9819 h 10191"/>
                <a:gd name="connsiteX5" fmla="*/ 473 w 10039"/>
                <a:gd name="connsiteY5" fmla="*/ 9819 h 10191"/>
                <a:gd name="connsiteX6" fmla="*/ 610 w 10039"/>
                <a:gd name="connsiteY6" fmla="*/ 9819 h 10191"/>
                <a:gd name="connsiteX7" fmla="*/ 614 w 10039"/>
                <a:gd name="connsiteY7" fmla="*/ 10002 h 10191"/>
                <a:gd name="connsiteX8" fmla="*/ 919 w 10039"/>
                <a:gd name="connsiteY8" fmla="*/ 9897 h 10191"/>
                <a:gd name="connsiteX9" fmla="*/ 1291 w 10039"/>
                <a:gd name="connsiteY9" fmla="*/ 10141 h 10191"/>
                <a:gd name="connsiteX10" fmla="*/ 1389 w 10039"/>
                <a:gd name="connsiteY10" fmla="*/ 10141 h 10191"/>
                <a:gd name="connsiteX11" fmla="*/ 1495 w 10039"/>
                <a:gd name="connsiteY11" fmla="*/ 10141 h 10191"/>
                <a:gd name="connsiteX12" fmla="*/ 1594 w 10039"/>
                <a:gd name="connsiteY12" fmla="*/ 10141 h 10191"/>
                <a:gd name="connsiteX13" fmla="*/ 1731 w 10039"/>
                <a:gd name="connsiteY13" fmla="*/ 10082 h 10191"/>
                <a:gd name="connsiteX14" fmla="*/ 1869 w 10039"/>
                <a:gd name="connsiteY14" fmla="*/ 9996 h 10191"/>
                <a:gd name="connsiteX15" fmla="*/ 2215 w 10039"/>
                <a:gd name="connsiteY15" fmla="*/ 10082 h 10191"/>
                <a:gd name="connsiteX16" fmla="*/ 2314 w 10039"/>
                <a:gd name="connsiteY16" fmla="*/ 10082 h 10191"/>
                <a:gd name="connsiteX17" fmla="*/ 2455 w 10039"/>
                <a:gd name="connsiteY17" fmla="*/ 10012 h 10191"/>
                <a:gd name="connsiteX18" fmla="*/ 2601 w 10039"/>
                <a:gd name="connsiteY18" fmla="*/ 9948 h 10191"/>
                <a:gd name="connsiteX19" fmla="*/ 2735 w 10039"/>
                <a:gd name="connsiteY19" fmla="*/ 9948 h 10191"/>
                <a:gd name="connsiteX20" fmla="*/ 2841 w 10039"/>
                <a:gd name="connsiteY20" fmla="*/ 9948 h 10191"/>
                <a:gd name="connsiteX21" fmla="*/ 2943 w 10039"/>
                <a:gd name="connsiteY21" fmla="*/ 9948 h 10191"/>
                <a:gd name="connsiteX22" fmla="*/ 3144 w 10039"/>
                <a:gd name="connsiteY22" fmla="*/ 9948 h 10191"/>
                <a:gd name="connsiteX23" fmla="*/ 3273 w 10039"/>
                <a:gd name="connsiteY23" fmla="*/ 10018 h 10191"/>
                <a:gd name="connsiteX24" fmla="*/ 3403 w 10039"/>
                <a:gd name="connsiteY24" fmla="*/ 10082 h 10191"/>
                <a:gd name="connsiteX25" fmla="*/ 3498 w 10039"/>
                <a:gd name="connsiteY25" fmla="*/ 10141 h 10191"/>
                <a:gd name="connsiteX26" fmla="*/ 3600 w 10039"/>
                <a:gd name="connsiteY26" fmla="*/ 10136 h 10191"/>
                <a:gd name="connsiteX27" fmla="*/ 3702 w 10039"/>
                <a:gd name="connsiteY27" fmla="*/ 10082 h 10191"/>
                <a:gd name="connsiteX28" fmla="*/ 3816 w 10039"/>
                <a:gd name="connsiteY28" fmla="*/ 10012 h 10191"/>
                <a:gd name="connsiteX29" fmla="*/ 3962 w 10039"/>
                <a:gd name="connsiteY29" fmla="*/ 9996 h 10191"/>
                <a:gd name="connsiteX30" fmla="*/ 4115 w 10039"/>
                <a:gd name="connsiteY30" fmla="*/ 10082 h 10191"/>
                <a:gd name="connsiteX31" fmla="*/ 4210 w 10039"/>
                <a:gd name="connsiteY31" fmla="*/ 10141 h 10191"/>
                <a:gd name="connsiteX32" fmla="*/ 4316 w 10039"/>
                <a:gd name="connsiteY32" fmla="*/ 10136 h 10191"/>
                <a:gd name="connsiteX33" fmla="*/ 4414 w 10039"/>
                <a:gd name="connsiteY33" fmla="*/ 10136 h 10191"/>
                <a:gd name="connsiteX34" fmla="*/ 4552 w 10039"/>
                <a:gd name="connsiteY34" fmla="*/ 10130 h 10191"/>
                <a:gd name="connsiteX35" fmla="*/ 4690 w 10039"/>
                <a:gd name="connsiteY35" fmla="*/ 10077 h 10191"/>
                <a:gd name="connsiteX36" fmla="*/ 4835 w 10039"/>
                <a:gd name="connsiteY36" fmla="*/ 10018 h 10191"/>
                <a:gd name="connsiteX37" fmla="*/ 5044 w 10039"/>
                <a:gd name="connsiteY37" fmla="*/ 9948 h 10191"/>
                <a:gd name="connsiteX38" fmla="*/ 5150 w 10039"/>
                <a:gd name="connsiteY38" fmla="*/ 9948 h 10191"/>
                <a:gd name="connsiteX39" fmla="*/ 5421 w 10039"/>
                <a:gd name="connsiteY39" fmla="*/ 9948 h 10191"/>
                <a:gd name="connsiteX40" fmla="*/ 5567 w 10039"/>
                <a:gd name="connsiteY40" fmla="*/ 9884 h 10191"/>
                <a:gd name="connsiteX41" fmla="*/ 5673 w 10039"/>
                <a:gd name="connsiteY41" fmla="*/ 9819 h 10191"/>
                <a:gd name="connsiteX42" fmla="*/ 5807 w 10039"/>
                <a:gd name="connsiteY42" fmla="*/ 9814 h 10191"/>
                <a:gd name="connsiteX43" fmla="*/ 5886 w 10039"/>
                <a:gd name="connsiteY43" fmla="*/ 9600 h 10191"/>
                <a:gd name="connsiteX44" fmla="*/ 6100 w 10039"/>
                <a:gd name="connsiteY44" fmla="*/ 9782 h 10191"/>
                <a:gd name="connsiteX45" fmla="*/ 6468 w 10039"/>
                <a:gd name="connsiteY45" fmla="*/ 9691 h 10191"/>
                <a:gd name="connsiteX46" fmla="*/ 6570 w 10039"/>
                <a:gd name="connsiteY46" fmla="*/ 9691 h 10191"/>
                <a:gd name="connsiteX47" fmla="*/ 6672 w 10039"/>
                <a:gd name="connsiteY47" fmla="*/ 9627 h 10191"/>
                <a:gd name="connsiteX48" fmla="*/ 6779 w 10039"/>
                <a:gd name="connsiteY48" fmla="*/ 9627 h 10191"/>
                <a:gd name="connsiteX49" fmla="*/ 6916 w 10039"/>
                <a:gd name="connsiteY49" fmla="*/ 9627 h 10191"/>
                <a:gd name="connsiteX50" fmla="*/ 7050 w 10039"/>
                <a:gd name="connsiteY50" fmla="*/ 9627 h 10191"/>
                <a:gd name="connsiteX51" fmla="*/ 7294 w 10039"/>
                <a:gd name="connsiteY51" fmla="*/ 9630 h 10191"/>
                <a:gd name="connsiteX52" fmla="*/ 7565 w 10039"/>
                <a:gd name="connsiteY52" fmla="*/ 9557 h 10191"/>
                <a:gd name="connsiteX53" fmla="*/ 7695 w 10039"/>
                <a:gd name="connsiteY53" fmla="*/ 9627 h 10191"/>
                <a:gd name="connsiteX54" fmla="*/ 7833 w 10039"/>
                <a:gd name="connsiteY54" fmla="*/ 9627 h 10191"/>
                <a:gd name="connsiteX55" fmla="*/ 7998 w 10039"/>
                <a:gd name="connsiteY55" fmla="*/ 9627 h 10191"/>
                <a:gd name="connsiteX56" fmla="*/ 8112 w 10039"/>
                <a:gd name="connsiteY56" fmla="*/ 9562 h 10191"/>
                <a:gd name="connsiteX57" fmla="*/ 8187 w 10039"/>
                <a:gd name="connsiteY57" fmla="*/ 9600 h 10191"/>
                <a:gd name="connsiteX58" fmla="*/ 8494 w 10039"/>
                <a:gd name="connsiteY58" fmla="*/ 9622 h 10191"/>
                <a:gd name="connsiteX59" fmla="*/ 8643 w 10039"/>
                <a:gd name="connsiteY59" fmla="*/ 9375 h 10191"/>
                <a:gd name="connsiteX60" fmla="*/ 8760 w 10039"/>
                <a:gd name="connsiteY60" fmla="*/ 9454 h 10191"/>
                <a:gd name="connsiteX61" fmla="*/ 9007 w 10039"/>
                <a:gd name="connsiteY61" fmla="*/ 9391 h 10191"/>
                <a:gd name="connsiteX62" fmla="*/ 9169 w 10039"/>
                <a:gd name="connsiteY62" fmla="*/ 9437 h 10191"/>
                <a:gd name="connsiteX63" fmla="*/ 9524 w 10039"/>
                <a:gd name="connsiteY63" fmla="*/ 9280 h 10191"/>
                <a:gd name="connsiteX64" fmla="*/ 9658 w 10039"/>
                <a:gd name="connsiteY64" fmla="*/ 8506 h 10191"/>
                <a:gd name="connsiteX65" fmla="*/ 9658 w 10039"/>
                <a:gd name="connsiteY65" fmla="*/ 7515 h 10191"/>
                <a:gd name="connsiteX66" fmla="*/ 9698 w 10039"/>
                <a:gd name="connsiteY66" fmla="*/ 7236 h 10191"/>
                <a:gd name="connsiteX67" fmla="*/ 9737 w 10039"/>
                <a:gd name="connsiteY67" fmla="*/ 6749 h 10191"/>
                <a:gd name="connsiteX68" fmla="*/ 9768 w 10039"/>
                <a:gd name="connsiteY68" fmla="*/ 6486 h 10191"/>
                <a:gd name="connsiteX69" fmla="*/ 9925 w 10039"/>
                <a:gd name="connsiteY69" fmla="*/ 6052 h 10191"/>
                <a:gd name="connsiteX70" fmla="*/ 9879 w 10039"/>
                <a:gd name="connsiteY70" fmla="*/ 5463 h 10191"/>
                <a:gd name="connsiteX71" fmla="*/ 10003 w 10039"/>
                <a:gd name="connsiteY71" fmla="*/ 4988 h 10191"/>
                <a:gd name="connsiteX72" fmla="*/ 9969 w 10039"/>
                <a:gd name="connsiteY72" fmla="*/ 4632 h 10191"/>
                <a:gd name="connsiteX73" fmla="*/ 10004 w 10039"/>
                <a:gd name="connsiteY73" fmla="*/ 4316 h 10191"/>
                <a:gd name="connsiteX74" fmla="*/ 10024 w 10039"/>
                <a:gd name="connsiteY74" fmla="*/ 4123 h 10191"/>
                <a:gd name="connsiteX75" fmla="*/ 9981 w 10039"/>
                <a:gd name="connsiteY75" fmla="*/ 3924 h 10191"/>
                <a:gd name="connsiteX76" fmla="*/ 9965 w 10039"/>
                <a:gd name="connsiteY76" fmla="*/ 3742 h 10191"/>
                <a:gd name="connsiteX77" fmla="*/ 9997 w 10039"/>
                <a:gd name="connsiteY77" fmla="*/ 3485 h 10191"/>
                <a:gd name="connsiteX78" fmla="*/ 10028 w 10039"/>
                <a:gd name="connsiteY78" fmla="*/ 3164 h 10191"/>
                <a:gd name="connsiteX79" fmla="*/ 9934 w 10039"/>
                <a:gd name="connsiteY79" fmla="*/ 2713 h 10191"/>
                <a:gd name="connsiteX80" fmla="*/ 9720 w 10039"/>
                <a:gd name="connsiteY80" fmla="*/ 2307 h 10191"/>
                <a:gd name="connsiteX81" fmla="*/ 9728 w 10039"/>
                <a:gd name="connsiteY81" fmla="*/ 1103 h 10191"/>
                <a:gd name="connsiteX82" fmla="*/ 9549 w 10039"/>
                <a:gd name="connsiteY82" fmla="*/ 1125 h 10191"/>
                <a:gd name="connsiteX83" fmla="*/ 9382 w 10039"/>
                <a:gd name="connsiteY83" fmla="*/ 878 h 10191"/>
                <a:gd name="connsiteX84" fmla="*/ 9084 w 10039"/>
                <a:gd name="connsiteY84" fmla="*/ 1025 h 10191"/>
                <a:gd name="connsiteX85" fmla="*/ 8979 w 10039"/>
                <a:gd name="connsiteY85" fmla="*/ 1291 h 10191"/>
                <a:gd name="connsiteX86" fmla="*/ 8777 w 10039"/>
                <a:gd name="connsiteY86" fmla="*/ 1245 h 10191"/>
                <a:gd name="connsiteX87" fmla="*/ 8643 w 10039"/>
                <a:gd name="connsiteY87" fmla="*/ 1245 h 10191"/>
                <a:gd name="connsiteX88" fmla="*/ 8513 w 10039"/>
                <a:gd name="connsiteY88" fmla="*/ 1175 h 10191"/>
                <a:gd name="connsiteX89" fmla="*/ 8384 w 10039"/>
                <a:gd name="connsiteY89" fmla="*/ 1175 h 10191"/>
                <a:gd name="connsiteX90" fmla="*/ 8218 w 10039"/>
                <a:gd name="connsiteY90" fmla="*/ 1111 h 10191"/>
                <a:gd name="connsiteX91" fmla="*/ 8085 w 10039"/>
                <a:gd name="connsiteY91" fmla="*/ 929 h 10191"/>
                <a:gd name="connsiteX92" fmla="*/ 7644 w 10039"/>
                <a:gd name="connsiteY92" fmla="*/ 736 h 10191"/>
                <a:gd name="connsiteX93" fmla="*/ 7510 w 10039"/>
                <a:gd name="connsiteY93" fmla="*/ 730 h 10191"/>
                <a:gd name="connsiteX94" fmla="*/ 7455 w 10039"/>
                <a:gd name="connsiteY94" fmla="*/ 929 h 10191"/>
                <a:gd name="connsiteX95" fmla="*/ 7373 w 10039"/>
                <a:gd name="connsiteY95" fmla="*/ 736 h 10191"/>
                <a:gd name="connsiteX96" fmla="*/ 7172 w 10039"/>
                <a:gd name="connsiteY96" fmla="*/ 736 h 10191"/>
                <a:gd name="connsiteX97" fmla="*/ 7070 w 10039"/>
                <a:gd name="connsiteY97" fmla="*/ 730 h 10191"/>
                <a:gd name="connsiteX98" fmla="*/ 7038 w 10039"/>
                <a:gd name="connsiteY98" fmla="*/ 934 h 10191"/>
                <a:gd name="connsiteX99" fmla="*/ 6877 w 10039"/>
                <a:gd name="connsiteY99" fmla="*/ 607 h 10191"/>
                <a:gd name="connsiteX100" fmla="*/ 6743 w 10039"/>
                <a:gd name="connsiteY100" fmla="*/ 602 h 10191"/>
                <a:gd name="connsiteX101" fmla="*/ 6661 w 10039"/>
                <a:gd name="connsiteY101" fmla="*/ 538 h 10191"/>
                <a:gd name="connsiteX102" fmla="*/ 6263 w 10039"/>
                <a:gd name="connsiteY102" fmla="*/ 350 h 10191"/>
                <a:gd name="connsiteX103" fmla="*/ 6133 w 10039"/>
                <a:gd name="connsiteY103" fmla="*/ 280 h 10191"/>
                <a:gd name="connsiteX104" fmla="*/ 6078 w 10039"/>
                <a:gd name="connsiteY104" fmla="*/ 146 h 10191"/>
                <a:gd name="connsiteX105" fmla="*/ 5740 w 10039"/>
                <a:gd name="connsiteY105" fmla="*/ 162 h 10191"/>
                <a:gd name="connsiteX106" fmla="*/ 5539 w 10039"/>
                <a:gd name="connsiteY106" fmla="*/ 157 h 10191"/>
                <a:gd name="connsiteX107" fmla="*/ 5449 w 10039"/>
                <a:gd name="connsiteY107" fmla="*/ 146 h 10191"/>
                <a:gd name="connsiteX108" fmla="*/ 5229 w 10039"/>
                <a:gd name="connsiteY108" fmla="*/ 157 h 10191"/>
                <a:gd name="connsiteX109" fmla="*/ 5130 w 10039"/>
                <a:gd name="connsiteY109" fmla="*/ 162 h 10191"/>
                <a:gd name="connsiteX110" fmla="*/ 5036 w 10039"/>
                <a:gd name="connsiteY110" fmla="*/ 141 h 10191"/>
                <a:gd name="connsiteX111" fmla="*/ 4957 w 10039"/>
                <a:gd name="connsiteY111" fmla="*/ 162 h 10191"/>
                <a:gd name="connsiteX112" fmla="*/ 4593 w 10039"/>
                <a:gd name="connsiteY112" fmla="*/ 268 h 10191"/>
                <a:gd name="connsiteX113" fmla="*/ 4262 w 10039"/>
                <a:gd name="connsiteY113" fmla="*/ 345 h 10191"/>
                <a:gd name="connsiteX114" fmla="*/ 3903 w 10039"/>
                <a:gd name="connsiteY114" fmla="*/ 162 h 10191"/>
                <a:gd name="connsiteX115" fmla="*/ 3777 w 10039"/>
                <a:gd name="connsiteY115" fmla="*/ 146 h 10191"/>
                <a:gd name="connsiteX116" fmla="*/ 3569 w 10039"/>
                <a:gd name="connsiteY116" fmla="*/ 162 h 10191"/>
                <a:gd name="connsiteX117" fmla="*/ 3431 w 10039"/>
                <a:gd name="connsiteY117" fmla="*/ 162 h 10191"/>
                <a:gd name="connsiteX118" fmla="*/ 3360 w 10039"/>
                <a:gd name="connsiteY118" fmla="*/ 141 h 10191"/>
                <a:gd name="connsiteX119" fmla="*/ 3096 w 10039"/>
                <a:gd name="connsiteY119" fmla="*/ 162 h 10191"/>
                <a:gd name="connsiteX120" fmla="*/ 2959 w 10039"/>
                <a:gd name="connsiteY120" fmla="*/ 157 h 10191"/>
                <a:gd name="connsiteX121" fmla="*/ 2853 w 10039"/>
                <a:gd name="connsiteY121" fmla="*/ 162 h 10191"/>
                <a:gd name="connsiteX122" fmla="*/ 2735 w 10039"/>
                <a:gd name="connsiteY122" fmla="*/ 146 h 10191"/>
                <a:gd name="connsiteX123" fmla="*/ 2318 w 10039"/>
                <a:gd name="connsiteY123" fmla="*/ 146 h 10191"/>
                <a:gd name="connsiteX124" fmla="*/ 1940 w 10039"/>
                <a:gd name="connsiteY124" fmla="*/ 479 h 10191"/>
                <a:gd name="connsiteX125" fmla="*/ 1822 w 10039"/>
                <a:gd name="connsiteY125" fmla="*/ 607 h 10191"/>
                <a:gd name="connsiteX126" fmla="*/ 1720 w 10039"/>
                <a:gd name="connsiteY126" fmla="*/ 607 h 10191"/>
                <a:gd name="connsiteX127" fmla="*/ 1645 w 10039"/>
                <a:gd name="connsiteY127" fmla="*/ 538 h 10191"/>
                <a:gd name="connsiteX128" fmla="*/ 1480 w 10039"/>
                <a:gd name="connsiteY128" fmla="*/ 923 h 10191"/>
                <a:gd name="connsiteX129" fmla="*/ 1338 w 10039"/>
                <a:gd name="connsiteY129" fmla="*/ 993 h 10191"/>
                <a:gd name="connsiteX130" fmla="*/ 1283 w 10039"/>
                <a:gd name="connsiteY130" fmla="*/ 1181 h 10191"/>
                <a:gd name="connsiteX131" fmla="*/ 1137 w 10039"/>
                <a:gd name="connsiteY131" fmla="*/ 1331 h 10191"/>
                <a:gd name="connsiteX132" fmla="*/ 1118 w 10039"/>
                <a:gd name="connsiteY132" fmla="*/ 1433 h 10191"/>
                <a:gd name="connsiteX133" fmla="*/ 1055 w 10039"/>
                <a:gd name="connsiteY133" fmla="*/ 1700 h 10191"/>
                <a:gd name="connsiteX134" fmla="*/ 929 w 10039"/>
                <a:gd name="connsiteY134" fmla="*/ 1958 h 10191"/>
                <a:gd name="connsiteX135" fmla="*/ 846 w 10039"/>
                <a:gd name="connsiteY135" fmla="*/ 2118 h 10191"/>
                <a:gd name="connsiteX136" fmla="*/ 850 w 10039"/>
                <a:gd name="connsiteY136" fmla="*/ 2654 h 10191"/>
                <a:gd name="connsiteX137" fmla="*/ 827 w 10039"/>
                <a:gd name="connsiteY137" fmla="*/ 2912 h 10191"/>
                <a:gd name="connsiteX138" fmla="*/ 866 w 10039"/>
                <a:gd name="connsiteY138" fmla="*/ 3223 h 10191"/>
                <a:gd name="connsiteX139" fmla="*/ 772 w 10039"/>
                <a:gd name="connsiteY139" fmla="*/ 3421 h 10191"/>
                <a:gd name="connsiteX140" fmla="*/ 673 w 10039"/>
                <a:gd name="connsiteY140" fmla="*/ 3694 h 10191"/>
                <a:gd name="connsiteX141" fmla="*/ 650 w 10039"/>
                <a:gd name="connsiteY141" fmla="*/ 4198 h 10191"/>
                <a:gd name="connsiteX142" fmla="*/ 539 w 10039"/>
                <a:gd name="connsiteY142" fmla="*/ 4251 h 10191"/>
                <a:gd name="connsiteX143" fmla="*/ 587 w 10039"/>
                <a:gd name="connsiteY143" fmla="*/ 4482 h 10191"/>
                <a:gd name="connsiteX144" fmla="*/ 520 w 10039"/>
                <a:gd name="connsiteY144" fmla="*/ 4450 h 10191"/>
                <a:gd name="connsiteX145" fmla="*/ 613 w 10039"/>
                <a:gd name="connsiteY145" fmla="*/ 4728 h 10191"/>
                <a:gd name="connsiteX146" fmla="*/ 543 w 10039"/>
                <a:gd name="connsiteY146" fmla="*/ 4825 h 10191"/>
                <a:gd name="connsiteX147" fmla="*/ 520 w 10039"/>
                <a:gd name="connsiteY147" fmla="*/ 5087 h 10191"/>
                <a:gd name="connsiteX148" fmla="*/ 457 w 10039"/>
                <a:gd name="connsiteY148" fmla="*/ 5661 h 10191"/>
                <a:gd name="connsiteX149" fmla="*/ 441 w 10039"/>
                <a:gd name="connsiteY149" fmla="*/ 5789 h 10191"/>
                <a:gd name="connsiteX150" fmla="*/ 414 w 10039"/>
                <a:gd name="connsiteY150" fmla="*/ 6057 h 10191"/>
                <a:gd name="connsiteX151" fmla="*/ 448 w 10039"/>
                <a:gd name="connsiteY151" fmla="*/ 6504 h 10191"/>
                <a:gd name="connsiteX152" fmla="*/ 331 w 10039"/>
                <a:gd name="connsiteY152" fmla="*/ 6813 h 10191"/>
                <a:gd name="connsiteX153" fmla="*/ 299 w 10039"/>
                <a:gd name="connsiteY153" fmla="*/ 7070 h 10191"/>
                <a:gd name="connsiteX154" fmla="*/ 536 w 10039"/>
                <a:gd name="connsiteY154" fmla="*/ 7322 h 10191"/>
                <a:gd name="connsiteX155" fmla="*/ 584 w 10039"/>
                <a:gd name="connsiteY155" fmla="*/ 7611 h 10191"/>
                <a:gd name="connsiteX156" fmla="*/ 533 w 10039"/>
                <a:gd name="connsiteY156" fmla="*/ 8054 h 10191"/>
                <a:gd name="connsiteX157" fmla="*/ 589 w 10039"/>
                <a:gd name="connsiteY157" fmla="*/ 8289 h 10191"/>
                <a:gd name="connsiteX158" fmla="*/ 456 w 10039"/>
                <a:gd name="connsiteY158" fmla="*/ 8725 h 10191"/>
                <a:gd name="connsiteX0" fmla="*/ 428 w 10011"/>
                <a:gd name="connsiteY0" fmla="*/ 8725 h 10191"/>
                <a:gd name="connsiteX1" fmla="*/ 0 w 10011"/>
                <a:gd name="connsiteY1" fmla="*/ 9610 h 10191"/>
                <a:gd name="connsiteX2" fmla="*/ 181 w 10011"/>
                <a:gd name="connsiteY2" fmla="*/ 9819 h 10191"/>
                <a:gd name="connsiteX3" fmla="*/ 279 w 10011"/>
                <a:gd name="connsiteY3" fmla="*/ 9819 h 10191"/>
                <a:gd name="connsiteX4" fmla="*/ 445 w 10011"/>
                <a:gd name="connsiteY4" fmla="*/ 9819 h 10191"/>
                <a:gd name="connsiteX5" fmla="*/ 582 w 10011"/>
                <a:gd name="connsiteY5" fmla="*/ 9819 h 10191"/>
                <a:gd name="connsiteX6" fmla="*/ 586 w 10011"/>
                <a:gd name="connsiteY6" fmla="*/ 10002 h 10191"/>
                <a:gd name="connsiteX7" fmla="*/ 891 w 10011"/>
                <a:gd name="connsiteY7" fmla="*/ 9897 h 10191"/>
                <a:gd name="connsiteX8" fmla="*/ 1263 w 10011"/>
                <a:gd name="connsiteY8" fmla="*/ 10141 h 10191"/>
                <a:gd name="connsiteX9" fmla="*/ 1361 w 10011"/>
                <a:gd name="connsiteY9" fmla="*/ 10141 h 10191"/>
                <a:gd name="connsiteX10" fmla="*/ 1467 w 10011"/>
                <a:gd name="connsiteY10" fmla="*/ 10141 h 10191"/>
                <a:gd name="connsiteX11" fmla="*/ 1566 w 10011"/>
                <a:gd name="connsiteY11" fmla="*/ 10141 h 10191"/>
                <a:gd name="connsiteX12" fmla="*/ 1703 w 10011"/>
                <a:gd name="connsiteY12" fmla="*/ 10082 h 10191"/>
                <a:gd name="connsiteX13" fmla="*/ 1841 w 10011"/>
                <a:gd name="connsiteY13" fmla="*/ 9996 h 10191"/>
                <a:gd name="connsiteX14" fmla="*/ 2187 w 10011"/>
                <a:gd name="connsiteY14" fmla="*/ 10082 h 10191"/>
                <a:gd name="connsiteX15" fmla="*/ 2286 w 10011"/>
                <a:gd name="connsiteY15" fmla="*/ 10082 h 10191"/>
                <a:gd name="connsiteX16" fmla="*/ 2427 w 10011"/>
                <a:gd name="connsiteY16" fmla="*/ 10012 h 10191"/>
                <a:gd name="connsiteX17" fmla="*/ 2573 w 10011"/>
                <a:gd name="connsiteY17" fmla="*/ 9948 h 10191"/>
                <a:gd name="connsiteX18" fmla="*/ 2707 w 10011"/>
                <a:gd name="connsiteY18" fmla="*/ 9948 h 10191"/>
                <a:gd name="connsiteX19" fmla="*/ 2813 w 10011"/>
                <a:gd name="connsiteY19" fmla="*/ 9948 h 10191"/>
                <a:gd name="connsiteX20" fmla="*/ 2915 w 10011"/>
                <a:gd name="connsiteY20" fmla="*/ 9948 h 10191"/>
                <a:gd name="connsiteX21" fmla="*/ 3116 w 10011"/>
                <a:gd name="connsiteY21" fmla="*/ 9948 h 10191"/>
                <a:gd name="connsiteX22" fmla="*/ 3245 w 10011"/>
                <a:gd name="connsiteY22" fmla="*/ 10018 h 10191"/>
                <a:gd name="connsiteX23" fmla="*/ 3375 w 10011"/>
                <a:gd name="connsiteY23" fmla="*/ 10082 h 10191"/>
                <a:gd name="connsiteX24" fmla="*/ 3470 w 10011"/>
                <a:gd name="connsiteY24" fmla="*/ 10141 h 10191"/>
                <a:gd name="connsiteX25" fmla="*/ 3572 w 10011"/>
                <a:gd name="connsiteY25" fmla="*/ 10136 h 10191"/>
                <a:gd name="connsiteX26" fmla="*/ 3674 w 10011"/>
                <a:gd name="connsiteY26" fmla="*/ 10082 h 10191"/>
                <a:gd name="connsiteX27" fmla="*/ 3788 w 10011"/>
                <a:gd name="connsiteY27" fmla="*/ 10012 h 10191"/>
                <a:gd name="connsiteX28" fmla="*/ 3934 w 10011"/>
                <a:gd name="connsiteY28" fmla="*/ 9996 h 10191"/>
                <a:gd name="connsiteX29" fmla="*/ 4087 w 10011"/>
                <a:gd name="connsiteY29" fmla="*/ 10082 h 10191"/>
                <a:gd name="connsiteX30" fmla="*/ 4182 w 10011"/>
                <a:gd name="connsiteY30" fmla="*/ 10141 h 10191"/>
                <a:gd name="connsiteX31" fmla="*/ 4288 w 10011"/>
                <a:gd name="connsiteY31" fmla="*/ 10136 h 10191"/>
                <a:gd name="connsiteX32" fmla="*/ 4386 w 10011"/>
                <a:gd name="connsiteY32" fmla="*/ 10136 h 10191"/>
                <a:gd name="connsiteX33" fmla="*/ 4524 w 10011"/>
                <a:gd name="connsiteY33" fmla="*/ 10130 h 10191"/>
                <a:gd name="connsiteX34" fmla="*/ 4662 w 10011"/>
                <a:gd name="connsiteY34" fmla="*/ 10077 h 10191"/>
                <a:gd name="connsiteX35" fmla="*/ 4807 w 10011"/>
                <a:gd name="connsiteY35" fmla="*/ 10018 h 10191"/>
                <a:gd name="connsiteX36" fmla="*/ 5016 w 10011"/>
                <a:gd name="connsiteY36" fmla="*/ 9948 h 10191"/>
                <a:gd name="connsiteX37" fmla="*/ 5122 w 10011"/>
                <a:gd name="connsiteY37" fmla="*/ 9948 h 10191"/>
                <a:gd name="connsiteX38" fmla="*/ 5393 w 10011"/>
                <a:gd name="connsiteY38" fmla="*/ 9948 h 10191"/>
                <a:gd name="connsiteX39" fmla="*/ 5539 w 10011"/>
                <a:gd name="connsiteY39" fmla="*/ 9884 h 10191"/>
                <a:gd name="connsiteX40" fmla="*/ 5645 w 10011"/>
                <a:gd name="connsiteY40" fmla="*/ 9819 h 10191"/>
                <a:gd name="connsiteX41" fmla="*/ 5779 w 10011"/>
                <a:gd name="connsiteY41" fmla="*/ 9814 h 10191"/>
                <a:gd name="connsiteX42" fmla="*/ 5858 w 10011"/>
                <a:gd name="connsiteY42" fmla="*/ 9600 h 10191"/>
                <a:gd name="connsiteX43" fmla="*/ 6072 w 10011"/>
                <a:gd name="connsiteY43" fmla="*/ 9782 h 10191"/>
                <a:gd name="connsiteX44" fmla="*/ 6440 w 10011"/>
                <a:gd name="connsiteY44" fmla="*/ 9691 h 10191"/>
                <a:gd name="connsiteX45" fmla="*/ 6542 w 10011"/>
                <a:gd name="connsiteY45" fmla="*/ 9691 h 10191"/>
                <a:gd name="connsiteX46" fmla="*/ 6644 w 10011"/>
                <a:gd name="connsiteY46" fmla="*/ 9627 h 10191"/>
                <a:gd name="connsiteX47" fmla="*/ 6751 w 10011"/>
                <a:gd name="connsiteY47" fmla="*/ 9627 h 10191"/>
                <a:gd name="connsiteX48" fmla="*/ 6888 w 10011"/>
                <a:gd name="connsiteY48" fmla="*/ 9627 h 10191"/>
                <a:gd name="connsiteX49" fmla="*/ 7022 w 10011"/>
                <a:gd name="connsiteY49" fmla="*/ 9627 h 10191"/>
                <a:gd name="connsiteX50" fmla="*/ 7266 w 10011"/>
                <a:gd name="connsiteY50" fmla="*/ 9630 h 10191"/>
                <a:gd name="connsiteX51" fmla="*/ 7537 w 10011"/>
                <a:gd name="connsiteY51" fmla="*/ 9557 h 10191"/>
                <a:gd name="connsiteX52" fmla="*/ 7667 w 10011"/>
                <a:gd name="connsiteY52" fmla="*/ 9627 h 10191"/>
                <a:gd name="connsiteX53" fmla="*/ 7805 w 10011"/>
                <a:gd name="connsiteY53" fmla="*/ 9627 h 10191"/>
                <a:gd name="connsiteX54" fmla="*/ 7970 w 10011"/>
                <a:gd name="connsiteY54" fmla="*/ 9627 h 10191"/>
                <a:gd name="connsiteX55" fmla="*/ 8084 w 10011"/>
                <a:gd name="connsiteY55" fmla="*/ 9562 h 10191"/>
                <a:gd name="connsiteX56" fmla="*/ 8159 w 10011"/>
                <a:gd name="connsiteY56" fmla="*/ 9600 h 10191"/>
                <a:gd name="connsiteX57" fmla="*/ 8466 w 10011"/>
                <a:gd name="connsiteY57" fmla="*/ 9622 h 10191"/>
                <a:gd name="connsiteX58" fmla="*/ 8615 w 10011"/>
                <a:gd name="connsiteY58" fmla="*/ 9375 h 10191"/>
                <a:gd name="connsiteX59" fmla="*/ 8732 w 10011"/>
                <a:gd name="connsiteY59" fmla="*/ 9454 h 10191"/>
                <a:gd name="connsiteX60" fmla="*/ 8979 w 10011"/>
                <a:gd name="connsiteY60" fmla="*/ 9391 h 10191"/>
                <a:gd name="connsiteX61" fmla="*/ 9141 w 10011"/>
                <a:gd name="connsiteY61" fmla="*/ 9437 h 10191"/>
                <a:gd name="connsiteX62" fmla="*/ 9496 w 10011"/>
                <a:gd name="connsiteY62" fmla="*/ 9280 h 10191"/>
                <a:gd name="connsiteX63" fmla="*/ 9630 w 10011"/>
                <a:gd name="connsiteY63" fmla="*/ 8506 h 10191"/>
                <a:gd name="connsiteX64" fmla="*/ 9630 w 10011"/>
                <a:gd name="connsiteY64" fmla="*/ 7515 h 10191"/>
                <a:gd name="connsiteX65" fmla="*/ 9670 w 10011"/>
                <a:gd name="connsiteY65" fmla="*/ 7236 h 10191"/>
                <a:gd name="connsiteX66" fmla="*/ 9709 w 10011"/>
                <a:gd name="connsiteY66" fmla="*/ 6749 h 10191"/>
                <a:gd name="connsiteX67" fmla="*/ 9740 w 10011"/>
                <a:gd name="connsiteY67" fmla="*/ 6486 h 10191"/>
                <a:gd name="connsiteX68" fmla="*/ 9897 w 10011"/>
                <a:gd name="connsiteY68" fmla="*/ 6052 h 10191"/>
                <a:gd name="connsiteX69" fmla="*/ 9851 w 10011"/>
                <a:gd name="connsiteY69" fmla="*/ 5463 h 10191"/>
                <a:gd name="connsiteX70" fmla="*/ 9975 w 10011"/>
                <a:gd name="connsiteY70" fmla="*/ 4988 h 10191"/>
                <a:gd name="connsiteX71" fmla="*/ 9941 w 10011"/>
                <a:gd name="connsiteY71" fmla="*/ 4632 h 10191"/>
                <a:gd name="connsiteX72" fmla="*/ 9976 w 10011"/>
                <a:gd name="connsiteY72" fmla="*/ 4316 h 10191"/>
                <a:gd name="connsiteX73" fmla="*/ 9996 w 10011"/>
                <a:gd name="connsiteY73" fmla="*/ 4123 h 10191"/>
                <a:gd name="connsiteX74" fmla="*/ 9953 w 10011"/>
                <a:gd name="connsiteY74" fmla="*/ 3924 h 10191"/>
                <a:gd name="connsiteX75" fmla="*/ 9937 w 10011"/>
                <a:gd name="connsiteY75" fmla="*/ 3742 h 10191"/>
                <a:gd name="connsiteX76" fmla="*/ 9969 w 10011"/>
                <a:gd name="connsiteY76" fmla="*/ 3485 h 10191"/>
                <a:gd name="connsiteX77" fmla="*/ 10000 w 10011"/>
                <a:gd name="connsiteY77" fmla="*/ 3164 h 10191"/>
                <a:gd name="connsiteX78" fmla="*/ 9906 w 10011"/>
                <a:gd name="connsiteY78" fmla="*/ 2713 h 10191"/>
                <a:gd name="connsiteX79" fmla="*/ 9692 w 10011"/>
                <a:gd name="connsiteY79" fmla="*/ 2307 h 10191"/>
                <a:gd name="connsiteX80" fmla="*/ 9700 w 10011"/>
                <a:gd name="connsiteY80" fmla="*/ 1103 h 10191"/>
                <a:gd name="connsiteX81" fmla="*/ 9521 w 10011"/>
                <a:gd name="connsiteY81" fmla="*/ 1125 h 10191"/>
                <a:gd name="connsiteX82" fmla="*/ 9354 w 10011"/>
                <a:gd name="connsiteY82" fmla="*/ 878 h 10191"/>
                <a:gd name="connsiteX83" fmla="*/ 9056 w 10011"/>
                <a:gd name="connsiteY83" fmla="*/ 1025 h 10191"/>
                <a:gd name="connsiteX84" fmla="*/ 8951 w 10011"/>
                <a:gd name="connsiteY84" fmla="*/ 1291 h 10191"/>
                <a:gd name="connsiteX85" fmla="*/ 8749 w 10011"/>
                <a:gd name="connsiteY85" fmla="*/ 1245 h 10191"/>
                <a:gd name="connsiteX86" fmla="*/ 8615 w 10011"/>
                <a:gd name="connsiteY86" fmla="*/ 1245 h 10191"/>
                <a:gd name="connsiteX87" fmla="*/ 8485 w 10011"/>
                <a:gd name="connsiteY87" fmla="*/ 1175 h 10191"/>
                <a:gd name="connsiteX88" fmla="*/ 8356 w 10011"/>
                <a:gd name="connsiteY88" fmla="*/ 1175 h 10191"/>
                <a:gd name="connsiteX89" fmla="*/ 8190 w 10011"/>
                <a:gd name="connsiteY89" fmla="*/ 1111 h 10191"/>
                <a:gd name="connsiteX90" fmla="*/ 8057 w 10011"/>
                <a:gd name="connsiteY90" fmla="*/ 929 h 10191"/>
                <a:gd name="connsiteX91" fmla="*/ 7616 w 10011"/>
                <a:gd name="connsiteY91" fmla="*/ 736 h 10191"/>
                <a:gd name="connsiteX92" fmla="*/ 7482 w 10011"/>
                <a:gd name="connsiteY92" fmla="*/ 730 h 10191"/>
                <a:gd name="connsiteX93" fmla="*/ 7427 w 10011"/>
                <a:gd name="connsiteY93" fmla="*/ 929 h 10191"/>
                <a:gd name="connsiteX94" fmla="*/ 7345 w 10011"/>
                <a:gd name="connsiteY94" fmla="*/ 736 h 10191"/>
                <a:gd name="connsiteX95" fmla="*/ 7144 w 10011"/>
                <a:gd name="connsiteY95" fmla="*/ 736 h 10191"/>
                <a:gd name="connsiteX96" fmla="*/ 7042 w 10011"/>
                <a:gd name="connsiteY96" fmla="*/ 730 h 10191"/>
                <a:gd name="connsiteX97" fmla="*/ 7010 w 10011"/>
                <a:gd name="connsiteY97" fmla="*/ 934 h 10191"/>
                <a:gd name="connsiteX98" fmla="*/ 6849 w 10011"/>
                <a:gd name="connsiteY98" fmla="*/ 607 h 10191"/>
                <a:gd name="connsiteX99" fmla="*/ 6715 w 10011"/>
                <a:gd name="connsiteY99" fmla="*/ 602 h 10191"/>
                <a:gd name="connsiteX100" fmla="*/ 6633 w 10011"/>
                <a:gd name="connsiteY100" fmla="*/ 538 h 10191"/>
                <a:gd name="connsiteX101" fmla="*/ 6235 w 10011"/>
                <a:gd name="connsiteY101" fmla="*/ 350 h 10191"/>
                <a:gd name="connsiteX102" fmla="*/ 6105 w 10011"/>
                <a:gd name="connsiteY102" fmla="*/ 280 h 10191"/>
                <a:gd name="connsiteX103" fmla="*/ 6050 w 10011"/>
                <a:gd name="connsiteY103" fmla="*/ 146 h 10191"/>
                <a:gd name="connsiteX104" fmla="*/ 5712 w 10011"/>
                <a:gd name="connsiteY104" fmla="*/ 162 h 10191"/>
                <a:gd name="connsiteX105" fmla="*/ 5511 w 10011"/>
                <a:gd name="connsiteY105" fmla="*/ 157 h 10191"/>
                <a:gd name="connsiteX106" fmla="*/ 5421 w 10011"/>
                <a:gd name="connsiteY106" fmla="*/ 146 h 10191"/>
                <a:gd name="connsiteX107" fmla="*/ 5201 w 10011"/>
                <a:gd name="connsiteY107" fmla="*/ 157 h 10191"/>
                <a:gd name="connsiteX108" fmla="*/ 5102 w 10011"/>
                <a:gd name="connsiteY108" fmla="*/ 162 h 10191"/>
                <a:gd name="connsiteX109" fmla="*/ 5008 w 10011"/>
                <a:gd name="connsiteY109" fmla="*/ 141 h 10191"/>
                <a:gd name="connsiteX110" fmla="*/ 4929 w 10011"/>
                <a:gd name="connsiteY110" fmla="*/ 162 h 10191"/>
                <a:gd name="connsiteX111" fmla="*/ 4565 w 10011"/>
                <a:gd name="connsiteY111" fmla="*/ 268 h 10191"/>
                <a:gd name="connsiteX112" fmla="*/ 4234 w 10011"/>
                <a:gd name="connsiteY112" fmla="*/ 345 h 10191"/>
                <a:gd name="connsiteX113" fmla="*/ 3875 w 10011"/>
                <a:gd name="connsiteY113" fmla="*/ 162 h 10191"/>
                <a:gd name="connsiteX114" fmla="*/ 3749 w 10011"/>
                <a:gd name="connsiteY114" fmla="*/ 146 h 10191"/>
                <a:gd name="connsiteX115" fmla="*/ 3541 w 10011"/>
                <a:gd name="connsiteY115" fmla="*/ 162 h 10191"/>
                <a:gd name="connsiteX116" fmla="*/ 3403 w 10011"/>
                <a:gd name="connsiteY116" fmla="*/ 162 h 10191"/>
                <a:gd name="connsiteX117" fmla="*/ 3332 w 10011"/>
                <a:gd name="connsiteY117" fmla="*/ 141 h 10191"/>
                <a:gd name="connsiteX118" fmla="*/ 3068 w 10011"/>
                <a:gd name="connsiteY118" fmla="*/ 162 h 10191"/>
                <a:gd name="connsiteX119" fmla="*/ 2931 w 10011"/>
                <a:gd name="connsiteY119" fmla="*/ 157 h 10191"/>
                <a:gd name="connsiteX120" fmla="*/ 2825 w 10011"/>
                <a:gd name="connsiteY120" fmla="*/ 162 h 10191"/>
                <a:gd name="connsiteX121" fmla="*/ 2707 w 10011"/>
                <a:gd name="connsiteY121" fmla="*/ 146 h 10191"/>
                <a:gd name="connsiteX122" fmla="*/ 2290 w 10011"/>
                <a:gd name="connsiteY122" fmla="*/ 146 h 10191"/>
                <a:gd name="connsiteX123" fmla="*/ 1912 w 10011"/>
                <a:gd name="connsiteY123" fmla="*/ 479 h 10191"/>
                <a:gd name="connsiteX124" fmla="*/ 1794 w 10011"/>
                <a:gd name="connsiteY124" fmla="*/ 607 h 10191"/>
                <a:gd name="connsiteX125" fmla="*/ 1692 w 10011"/>
                <a:gd name="connsiteY125" fmla="*/ 607 h 10191"/>
                <a:gd name="connsiteX126" fmla="*/ 1617 w 10011"/>
                <a:gd name="connsiteY126" fmla="*/ 538 h 10191"/>
                <a:gd name="connsiteX127" fmla="*/ 1452 w 10011"/>
                <a:gd name="connsiteY127" fmla="*/ 923 h 10191"/>
                <a:gd name="connsiteX128" fmla="*/ 1310 w 10011"/>
                <a:gd name="connsiteY128" fmla="*/ 993 h 10191"/>
                <a:gd name="connsiteX129" fmla="*/ 1255 w 10011"/>
                <a:gd name="connsiteY129" fmla="*/ 1181 h 10191"/>
                <a:gd name="connsiteX130" fmla="*/ 1109 w 10011"/>
                <a:gd name="connsiteY130" fmla="*/ 1331 h 10191"/>
                <a:gd name="connsiteX131" fmla="*/ 1090 w 10011"/>
                <a:gd name="connsiteY131" fmla="*/ 1433 h 10191"/>
                <a:gd name="connsiteX132" fmla="*/ 1027 w 10011"/>
                <a:gd name="connsiteY132" fmla="*/ 1700 h 10191"/>
                <a:gd name="connsiteX133" fmla="*/ 901 w 10011"/>
                <a:gd name="connsiteY133" fmla="*/ 1958 h 10191"/>
                <a:gd name="connsiteX134" fmla="*/ 818 w 10011"/>
                <a:gd name="connsiteY134" fmla="*/ 2118 h 10191"/>
                <a:gd name="connsiteX135" fmla="*/ 822 w 10011"/>
                <a:gd name="connsiteY135" fmla="*/ 2654 h 10191"/>
                <a:gd name="connsiteX136" fmla="*/ 799 w 10011"/>
                <a:gd name="connsiteY136" fmla="*/ 2912 h 10191"/>
                <a:gd name="connsiteX137" fmla="*/ 838 w 10011"/>
                <a:gd name="connsiteY137" fmla="*/ 3223 h 10191"/>
                <a:gd name="connsiteX138" fmla="*/ 744 w 10011"/>
                <a:gd name="connsiteY138" fmla="*/ 3421 h 10191"/>
                <a:gd name="connsiteX139" fmla="*/ 645 w 10011"/>
                <a:gd name="connsiteY139" fmla="*/ 3694 h 10191"/>
                <a:gd name="connsiteX140" fmla="*/ 622 w 10011"/>
                <a:gd name="connsiteY140" fmla="*/ 4198 h 10191"/>
                <a:gd name="connsiteX141" fmla="*/ 511 w 10011"/>
                <a:gd name="connsiteY141" fmla="*/ 4251 h 10191"/>
                <a:gd name="connsiteX142" fmla="*/ 559 w 10011"/>
                <a:gd name="connsiteY142" fmla="*/ 4482 h 10191"/>
                <a:gd name="connsiteX143" fmla="*/ 492 w 10011"/>
                <a:gd name="connsiteY143" fmla="*/ 4450 h 10191"/>
                <a:gd name="connsiteX144" fmla="*/ 585 w 10011"/>
                <a:gd name="connsiteY144" fmla="*/ 4728 h 10191"/>
                <a:gd name="connsiteX145" fmla="*/ 515 w 10011"/>
                <a:gd name="connsiteY145" fmla="*/ 4825 h 10191"/>
                <a:gd name="connsiteX146" fmla="*/ 492 w 10011"/>
                <a:gd name="connsiteY146" fmla="*/ 5087 h 10191"/>
                <a:gd name="connsiteX147" fmla="*/ 429 w 10011"/>
                <a:gd name="connsiteY147" fmla="*/ 5661 h 10191"/>
                <a:gd name="connsiteX148" fmla="*/ 413 w 10011"/>
                <a:gd name="connsiteY148" fmla="*/ 5789 h 10191"/>
                <a:gd name="connsiteX149" fmla="*/ 386 w 10011"/>
                <a:gd name="connsiteY149" fmla="*/ 6057 h 10191"/>
                <a:gd name="connsiteX150" fmla="*/ 420 w 10011"/>
                <a:gd name="connsiteY150" fmla="*/ 6504 h 10191"/>
                <a:gd name="connsiteX151" fmla="*/ 303 w 10011"/>
                <a:gd name="connsiteY151" fmla="*/ 6813 h 10191"/>
                <a:gd name="connsiteX152" fmla="*/ 271 w 10011"/>
                <a:gd name="connsiteY152" fmla="*/ 7070 h 10191"/>
                <a:gd name="connsiteX153" fmla="*/ 508 w 10011"/>
                <a:gd name="connsiteY153" fmla="*/ 7322 h 10191"/>
                <a:gd name="connsiteX154" fmla="*/ 556 w 10011"/>
                <a:gd name="connsiteY154" fmla="*/ 7611 h 10191"/>
                <a:gd name="connsiteX155" fmla="*/ 505 w 10011"/>
                <a:gd name="connsiteY155" fmla="*/ 8054 h 10191"/>
                <a:gd name="connsiteX156" fmla="*/ 561 w 10011"/>
                <a:gd name="connsiteY156" fmla="*/ 8289 h 10191"/>
                <a:gd name="connsiteX157" fmla="*/ 428 w 10011"/>
                <a:gd name="connsiteY157" fmla="*/ 8725 h 10191"/>
                <a:gd name="connsiteX0" fmla="*/ 247 w 9830"/>
                <a:gd name="connsiteY0" fmla="*/ 8725 h 10191"/>
                <a:gd name="connsiteX1" fmla="*/ 0 w 9830"/>
                <a:gd name="connsiteY1" fmla="*/ 9819 h 10191"/>
                <a:gd name="connsiteX2" fmla="*/ 98 w 9830"/>
                <a:gd name="connsiteY2" fmla="*/ 9819 h 10191"/>
                <a:gd name="connsiteX3" fmla="*/ 264 w 9830"/>
                <a:gd name="connsiteY3" fmla="*/ 9819 h 10191"/>
                <a:gd name="connsiteX4" fmla="*/ 401 w 9830"/>
                <a:gd name="connsiteY4" fmla="*/ 9819 h 10191"/>
                <a:gd name="connsiteX5" fmla="*/ 405 w 9830"/>
                <a:gd name="connsiteY5" fmla="*/ 10002 h 10191"/>
                <a:gd name="connsiteX6" fmla="*/ 710 w 9830"/>
                <a:gd name="connsiteY6" fmla="*/ 9897 h 10191"/>
                <a:gd name="connsiteX7" fmla="*/ 1082 w 9830"/>
                <a:gd name="connsiteY7" fmla="*/ 10141 h 10191"/>
                <a:gd name="connsiteX8" fmla="*/ 1180 w 9830"/>
                <a:gd name="connsiteY8" fmla="*/ 10141 h 10191"/>
                <a:gd name="connsiteX9" fmla="*/ 1286 w 9830"/>
                <a:gd name="connsiteY9" fmla="*/ 10141 h 10191"/>
                <a:gd name="connsiteX10" fmla="*/ 1385 w 9830"/>
                <a:gd name="connsiteY10" fmla="*/ 10141 h 10191"/>
                <a:gd name="connsiteX11" fmla="*/ 1522 w 9830"/>
                <a:gd name="connsiteY11" fmla="*/ 10082 h 10191"/>
                <a:gd name="connsiteX12" fmla="*/ 1660 w 9830"/>
                <a:gd name="connsiteY12" fmla="*/ 9996 h 10191"/>
                <a:gd name="connsiteX13" fmla="*/ 2006 w 9830"/>
                <a:gd name="connsiteY13" fmla="*/ 10082 h 10191"/>
                <a:gd name="connsiteX14" fmla="*/ 2105 w 9830"/>
                <a:gd name="connsiteY14" fmla="*/ 10082 h 10191"/>
                <a:gd name="connsiteX15" fmla="*/ 2246 w 9830"/>
                <a:gd name="connsiteY15" fmla="*/ 10012 h 10191"/>
                <a:gd name="connsiteX16" fmla="*/ 2392 w 9830"/>
                <a:gd name="connsiteY16" fmla="*/ 9948 h 10191"/>
                <a:gd name="connsiteX17" fmla="*/ 2526 w 9830"/>
                <a:gd name="connsiteY17" fmla="*/ 9948 h 10191"/>
                <a:gd name="connsiteX18" fmla="*/ 2632 w 9830"/>
                <a:gd name="connsiteY18" fmla="*/ 9948 h 10191"/>
                <a:gd name="connsiteX19" fmla="*/ 2734 w 9830"/>
                <a:gd name="connsiteY19" fmla="*/ 9948 h 10191"/>
                <a:gd name="connsiteX20" fmla="*/ 2935 w 9830"/>
                <a:gd name="connsiteY20" fmla="*/ 9948 h 10191"/>
                <a:gd name="connsiteX21" fmla="*/ 3064 w 9830"/>
                <a:gd name="connsiteY21" fmla="*/ 10018 h 10191"/>
                <a:gd name="connsiteX22" fmla="*/ 3194 w 9830"/>
                <a:gd name="connsiteY22" fmla="*/ 10082 h 10191"/>
                <a:gd name="connsiteX23" fmla="*/ 3289 w 9830"/>
                <a:gd name="connsiteY23" fmla="*/ 10141 h 10191"/>
                <a:gd name="connsiteX24" fmla="*/ 3391 w 9830"/>
                <a:gd name="connsiteY24" fmla="*/ 10136 h 10191"/>
                <a:gd name="connsiteX25" fmla="*/ 3493 w 9830"/>
                <a:gd name="connsiteY25" fmla="*/ 10082 h 10191"/>
                <a:gd name="connsiteX26" fmla="*/ 3607 w 9830"/>
                <a:gd name="connsiteY26" fmla="*/ 10012 h 10191"/>
                <a:gd name="connsiteX27" fmla="*/ 3753 w 9830"/>
                <a:gd name="connsiteY27" fmla="*/ 9996 h 10191"/>
                <a:gd name="connsiteX28" fmla="*/ 3906 w 9830"/>
                <a:gd name="connsiteY28" fmla="*/ 10082 h 10191"/>
                <a:gd name="connsiteX29" fmla="*/ 4001 w 9830"/>
                <a:gd name="connsiteY29" fmla="*/ 10141 h 10191"/>
                <a:gd name="connsiteX30" fmla="*/ 4107 w 9830"/>
                <a:gd name="connsiteY30" fmla="*/ 10136 h 10191"/>
                <a:gd name="connsiteX31" fmla="*/ 4205 w 9830"/>
                <a:gd name="connsiteY31" fmla="*/ 10136 h 10191"/>
                <a:gd name="connsiteX32" fmla="*/ 4343 w 9830"/>
                <a:gd name="connsiteY32" fmla="*/ 10130 h 10191"/>
                <a:gd name="connsiteX33" fmla="*/ 4481 w 9830"/>
                <a:gd name="connsiteY33" fmla="*/ 10077 h 10191"/>
                <a:gd name="connsiteX34" fmla="*/ 4626 w 9830"/>
                <a:gd name="connsiteY34" fmla="*/ 10018 h 10191"/>
                <a:gd name="connsiteX35" fmla="*/ 4835 w 9830"/>
                <a:gd name="connsiteY35" fmla="*/ 9948 h 10191"/>
                <a:gd name="connsiteX36" fmla="*/ 4941 w 9830"/>
                <a:gd name="connsiteY36" fmla="*/ 9948 h 10191"/>
                <a:gd name="connsiteX37" fmla="*/ 5212 w 9830"/>
                <a:gd name="connsiteY37" fmla="*/ 9948 h 10191"/>
                <a:gd name="connsiteX38" fmla="*/ 5358 w 9830"/>
                <a:gd name="connsiteY38" fmla="*/ 9884 h 10191"/>
                <a:gd name="connsiteX39" fmla="*/ 5464 w 9830"/>
                <a:gd name="connsiteY39" fmla="*/ 9819 h 10191"/>
                <a:gd name="connsiteX40" fmla="*/ 5598 w 9830"/>
                <a:gd name="connsiteY40" fmla="*/ 9814 h 10191"/>
                <a:gd name="connsiteX41" fmla="*/ 5677 w 9830"/>
                <a:gd name="connsiteY41" fmla="*/ 9600 h 10191"/>
                <a:gd name="connsiteX42" fmla="*/ 5891 w 9830"/>
                <a:gd name="connsiteY42" fmla="*/ 9782 h 10191"/>
                <a:gd name="connsiteX43" fmla="*/ 6259 w 9830"/>
                <a:gd name="connsiteY43" fmla="*/ 9691 h 10191"/>
                <a:gd name="connsiteX44" fmla="*/ 6361 w 9830"/>
                <a:gd name="connsiteY44" fmla="*/ 9691 h 10191"/>
                <a:gd name="connsiteX45" fmla="*/ 6463 w 9830"/>
                <a:gd name="connsiteY45" fmla="*/ 9627 h 10191"/>
                <a:gd name="connsiteX46" fmla="*/ 6570 w 9830"/>
                <a:gd name="connsiteY46" fmla="*/ 9627 h 10191"/>
                <a:gd name="connsiteX47" fmla="*/ 6707 w 9830"/>
                <a:gd name="connsiteY47" fmla="*/ 9627 h 10191"/>
                <a:gd name="connsiteX48" fmla="*/ 6841 w 9830"/>
                <a:gd name="connsiteY48" fmla="*/ 9627 h 10191"/>
                <a:gd name="connsiteX49" fmla="*/ 7085 w 9830"/>
                <a:gd name="connsiteY49" fmla="*/ 9630 h 10191"/>
                <a:gd name="connsiteX50" fmla="*/ 7356 w 9830"/>
                <a:gd name="connsiteY50" fmla="*/ 9557 h 10191"/>
                <a:gd name="connsiteX51" fmla="*/ 7486 w 9830"/>
                <a:gd name="connsiteY51" fmla="*/ 9627 h 10191"/>
                <a:gd name="connsiteX52" fmla="*/ 7624 w 9830"/>
                <a:gd name="connsiteY52" fmla="*/ 9627 h 10191"/>
                <a:gd name="connsiteX53" fmla="*/ 7789 w 9830"/>
                <a:gd name="connsiteY53" fmla="*/ 9627 h 10191"/>
                <a:gd name="connsiteX54" fmla="*/ 7903 w 9830"/>
                <a:gd name="connsiteY54" fmla="*/ 9562 h 10191"/>
                <a:gd name="connsiteX55" fmla="*/ 7978 w 9830"/>
                <a:gd name="connsiteY55" fmla="*/ 9600 h 10191"/>
                <a:gd name="connsiteX56" fmla="*/ 8285 w 9830"/>
                <a:gd name="connsiteY56" fmla="*/ 9622 h 10191"/>
                <a:gd name="connsiteX57" fmla="*/ 8434 w 9830"/>
                <a:gd name="connsiteY57" fmla="*/ 9375 h 10191"/>
                <a:gd name="connsiteX58" fmla="*/ 8551 w 9830"/>
                <a:gd name="connsiteY58" fmla="*/ 9454 h 10191"/>
                <a:gd name="connsiteX59" fmla="*/ 8798 w 9830"/>
                <a:gd name="connsiteY59" fmla="*/ 9391 h 10191"/>
                <a:gd name="connsiteX60" fmla="*/ 8960 w 9830"/>
                <a:gd name="connsiteY60" fmla="*/ 9437 h 10191"/>
                <a:gd name="connsiteX61" fmla="*/ 9315 w 9830"/>
                <a:gd name="connsiteY61" fmla="*/ 9280 h 10191"/>
                <a:gd name="connsiteX62" fmla="*/ 9449 w 9830"/>
                <a:gd name="connsiteY62" fmla="*/ 8506 h 10191"/>
                <a:gd name="connsiteX63" fmla="*/ 9449 w 9830"/>
                <a:gd name="connsiteY63" fmla="*/ 7515 h 10191"/>
                <a:gd name="connsiteX64" fmla="*/ 9489 w 9830"/>
                <a:gd name="connsiteY64" fmla="*/ 7236 h 10191"/>
                <a:gd name="connsiteX65" fmla="*/ 9528 w 9830"/>
                <a:gd name="connsiteY65" fmla="*/ 6749 h 10191"/>
                <a:gd name="connsiteX66" fmla="*/ 9559 w 9830"/>
                <a:gd name="connsiteY66" fmla="*/ 6486 h 10191"/>
                <a:gd name="connsiteX67" fmla="*/ 9716 w 9830"/>
                <a:gd name="connsiteY67" fmla="*/ 6052 h 10191"/>
                <a:gd name="connsiteX68" fmla="*/ 9670 w 9830"/>
                <a:gd name="connsiteY68" fmla="*/ 5463 h 10191"/>
                <a:gd name="connsiteX69" fmla="*/ 9794 w 9830"/>
                <a:gd name="connsiteY69" fmla="*/ 4988 h 10191"/>
                <a:gd name="connsiteX70" fmla="*/ 9760 w 9830"/>
                <a:gd name="connsiteY70" fmla="*/ 4632 h 10191"/>
                <a:gd name="connsiteX71" fmla="*/ 9795 w 9830"/>
                <a:gd name="connsiteY71" fmla="*/ 4316 h 10191"/>
                <a:gd name="connsiteX72" fmla="*/ 9815 w 9830"/>
                <a:gd name="connsiteY72" fmla="*/ 4123 h 10191"/>
                <a:gd name="connsiteX73" fmla="*/ 9772 w 9830"/>
                <a:gd name="connsiteY73" fmla="*/ 3924 h 10191"/>
                <a:gd name="connsiteX74" fmla="*/ 9756 w 9830"/>
                <a:gd name="connsiteY74" fmla="*/ 3742 h 10191"/>
                <a:gd name="connsiteX75" fmla="*/ 9788 w 9830"/>
                <a:gd name="connsiteY75" fmla="*/ 3485 h 10191"/>
                <a:gd name="connsiteX76" fmla="*/ 9819 w 9830"/>
                <a:gd name="connsiteY76" fmla="*/ 3164 h 10191"/>
                <a:gd name="connsiteX77" fmla="*/ 9725 w 9830"/>
                <a:gd name="connsiteY77" fmla="*/ 2713 h 10191"/>
                <a:gd name="connsiteX78" fmla="*/ 9511 w 9830"/>
                <a:gd name="connsiteY78" fmla="*/ 2307 h 10191"/>
                <a:gd name="connsiteX79" fmla="*/ 9519 w 9830"/>
                <a:gd name="connsiteY79" fmla="*/ 1103 h 10191"/>
                <a:gd name="connsiteX80" fmla="*/ 9340 w 9830"/>
                <a:gd name="connsiteY80" fmla="*/ 1125 h 10191"/>
                <a:gd name="connsiteX81" fmla="*/ 9173 w 9830"/>
                <a:gd name="connsiteY81" fmla="*/ 878 h 10191"/>
                <a:gd name="connsiteX82" fmla="*/ 8875 w 9830"/>
                <a:gd name="connsiteY82" fmla="*/ 1025 h 10191"/>
                <a:gd name="connsiteX83" fmla="*/ 8770 w 9830"/>
                <a:gd name="connsiteY83" fmla="*/ 1291 h 10191"/>
                <a:gd name="connsiteX84" fmla="*/ 8568 w 9830"/>
                <a:gd name="connsiteY84" fmla="*/ 1245 h 10191"/>
                <a:gd name="connsiteX85" fmla="*/ 8434 w 9830"/>
                <a:gd name="connsiteY85" fmla="*/ 1245 h 10191"/>
                <a:gd name="connsiteX86" fmla="*/ 8304 w 9830"/>
                <a:gd name="connsiteY86" fmla="*/ 1175 h 10191"/>
                <a:gd name="connsiteX87" fmla="*/ 8175 w 9830"/>
                <a:gd name="connsiteY87" fmla="*/ 1175 h 10191"/>
                <a:gd name="connsiteX88" fmla="*/ 8009 w 9830"/>
                <a:gd name="connsiteY88" fmla="*/ 1111 h 10191"/>
                <a:gd name="connsiteX89" fmla="*/ 7876 w 9830"/>
                <a:gd name="connsiteY89" fmla="*/ 929 h 10191"/>
                <a:gd name="connsiteX90" fmla="*/ 7435 w 9830"/>
                <a:gd name="connsiteY90" fmla="*/ 736 h 10191"/>
                <a:gd name="connsiteX91" fmla="*/ 7301 w 9830"/>
                <a:gd name="connsiteY91" fmla="*/ 730 h 10191"/>
                <a:gd name="connsiteX92" fmla="*/ 7246 w 9830"/>
                <a:gd name="connsiteY92" fmla="*/ 929 h 10191"/>
                <a:gd name="connsiteX93" fmla="*/ 7164 w 9830"/>
                <a:gd name="connsiteY93" fmla="*/ 736 h 10191"/>
                <a:gd name="connsiteX94" fmla="*/ 6963 w 9830"/>
                <a:gd name="connsiteY94" fmla="*/ 736 h 10191"/>
                <a:gd name="connsiteX95" fmla="*/ 6861 w 9830"/>
                <a:gd name="connsiteY95" fmla="*/ 730 h 10191"/>
                <a:gd name="connsiteX96" fmla="*/ 6829 w 9830"/>
                <a:gd name="connsiteY96" fmla="*/ 934 h 10191"/>
                <a:gd name="connsiteX97" fmla="*/ 6668 w 9830"/>
                <a:gd name="connsiteY97" fmla="*/ 607 h 10191"/>
                <a:gd name="connsiteX98" fmla="*/ 6534 w 9830"/>
                <a:gd name="connsiteY98" fmla="*/ 602 h 10191"/>
                <a:gd name="connsiteX99" fmla="*/ 6452 w 9830"/>
                <a:gd name="connsiteY99" fmla="*/ 538 h 10191"/>
                <a:gd name="connsiteX100" fmla="*/ 6054 w 9830"/>
                <a:gd name="connsiteY100" fmla="*/ 350 h 10191"/>
                <a:gd name="connsiteX101" fmla="*/ 5924 w 9830"/>
                <a:gd name="connsiteY101" fmla="*/ 280 h 10191"/>
                <a:gd name="connsiteX102" fmla="*/ 5869 w 9830"/>
                <a:gd name="connsiteY102" fmla="*/ 146 h 10191"/>
                <a:gd name="connsiteX103" fmla="*/ 5531 w 9830"/>
                <a:gd name="connsiteY103" fmla="*/ 162 h 10191"/>
                <a:gd name="connsiteX104" fmla="*/ 5330 w 9830"/>
                <a:gd name="connsiteY104" fmla="*/ 157 h 10191"/>
                <a:gd name="connsiteX105" fmla="*/ 5240 w 9830"/>
                <a:gd name="connsiteY105" fmla="*/ 146 h 10191"/>
                <a:gd name="connsiteX106" fmla="*/ 5020 w 9830"/>
                <a:gd name="connsiteY106" fmla="*/ 157 h 10191"/>
                <a:gd name="connsiteX107" fmla="*/ 4921 w 9830"/>
                <a:gd name="connsiteY107" fmla="*/ 162 h 10191"/>
                <a:gd name="connsiteX108" fmla="*/ 4827 w 9830"/>
                <a:gd name="connsiteY108" fmla="*/ 141 h 10191"/>
                <a:gd name="connsiteX109" fmla="*/ 4748 w 9830"/>
                <a:gd name="connsiteY109" fmla="*/ 162 h 10191"/>
                <a:gd name="connsiteX110" fmla="*/ 4384 w 9830"/>
                <a:gd name="connsiteY110" fmla="*/ 268 h 10191"/>
                <a:gd name="connsiteX111" fmla="*/ 4053 w 9830"/>
                <a:gd name="connsiteY111" fmla="*/ 345 h 10191"/>
                <a:gd name="connsiteX112" fmla="*/ 3694 w 9830"/>
                <a:gd name="connsiteY112" fmla="*/ 162 h 10191"/>
                <a:gd name="connsiteX113" fmla="*/ 3568 w 9830"/>
                <a:gd name="connsiteY113" fmla="*/ 146 h 10191"/>
                <a:gd name="connsiteX114" fmla="*/ 3360 w 9830"/>
                <a:gd name="connsiteY114" fmla="*/ 162 h 10191"/>
                <a:gd name="connsiteX115" fmla="*/ 3222 w 9830"/>
                <a:gd name="connsiteY115" fmla="*/ 162 h 10191"/>
                <a:gd name="connsiteX116" fmla="*/ 3151 w 9830"/>
                <a:gd name="connsiteY116" fmla="*/ 141 h 10191"/>
                <a:gd name="connsiteX117" fmla="*/ 2887 w 9830"/>
                <a:gd name="connsiteY117" fmla="*/ 162 h 10191"/>
                <a:gd name="connsiteX118" fmla="*/ 2750 w 9830"/>
                <a:gd name="connsiteY118" fmla="*/ 157 h 10191"/>
                <a:gd name="connsiteX119" fmla="*/ 2644 w 9830"/>
                <a:gd name="connsiteY119" fmla="*/ 162 h 10191"/>
                <a:gd name="connsiteX120" fmla="*/ 2526 w 9830"/>
                <a:gd name="connsiteY120" fmla="*/ 146 h 10191"/>
                <a:gd name="connsiteX121" fmla="*/ 2109 w 9830"/>
                <a:gd name="connsiteY121" fmla="*/ 146 h 10191"/>
                <a:gd name="connsiteX122" fmla="*/ 1731 w 9830"/>
                <a:gd name="connsiteY122" fmla="*/ 479 h 10191"/>
                <a:gd name="connsiteX123" fmla="*/ 1613 w 9830"/>
                <a:gd name="connsiteY123" fmla="*/ 607 h 10191"/>
                <a:gd name="connsiteX124" fmla="*/ 1511 w 9830"/>
                <a:gd name="connsiteY124" fmla="*/ 607 h 10191"/>
                <a:gd name="connsiteX125" fmla="*/ 1436 w 9830"/>
                <a:gd name="connsiteY125" fmla="*/ 538 h 10191"/>
                <a:gd name="connsiteX126" fmla="*/ 1271 w 9830"/>
                <a:gd name="connsiteY126" fmla="*/ 923 h 10191"/>
                <a:gd name="connsiteX127" fmla="*/ 1129 w 9830"/>
                <a:gd name="connsiteY127" fmla="*/ 993 h 10191"/>
                <a:gd name="connsiteX128" fmla="*/ 1074 w 9830"/>
                <a:gd name="connsiteY128" fmla="*/ 1181 h 10191"/>
                <a:gd name="connsiteX129" fmla="*/ 928 w 9830"/>
                <a:gd name="connsiteY129" fmla="*/ 1331 h 10191"/>
                <a:gd name="connsiteX130" fmla="*/ 909 w 9830"/>
                <a:gd name="connsiteY130" fmla="*/ 1433 h 10191"/>
                <a:gd name="connsiteX131" fmla="*/ 846 w 9830"/>
                <a:gd name="connsiteY131" fmla="*/ 1700 h 10191"/>
                <a:gd name="connsiteX132" fmla="*/ 720 w 9830"/>
                <a:gd name="connsiteY132" fmla="*/ 1958 h 10191"/>
                <a:gd name="connsiteX133" fmla="*/ 637 w 9830"/>
                <a:gd name="connsiteY133" fmla="*/ 2118 h 10191"/>
                <a:gd name="connsiteX134" fmla="*/ 641 w 9830"/>
                <a:gd name="connsiteY134" fmla="*/ 2654 h 10191"/>
                <a:gd name="connsiteX135" fmla="*/ 618 w 9830"/>
                <a:gd name="connsiteY135" fmla="*/ 2912 h 10191"/>
                <a:gd name="connsiteX136" fmla="*/ 657 w 9830"/>
                <a:gd name="connsiteY136" fmla="*/ 3223 h 10191"/>
                <a:gd name="connsiteX137" fmla="*/ 563 w 9830"/>
                <a:gd name="connsiteY137" fmla="*/ 3421 h 10191"/>
                <a:gd name="connsiteX138" fmla="*/ 464 w 9830"/>
                <a:gd name="connsiteY138" fmla="*/ 3694 h 10191"/>
                <a:gd name="connsiteX139" fmla="*/ 441 w 9830"/>
                <a:gd name="connsiteY139" fmla="*/ 4198 h 10191"/>
                <a:gd name="connsiteX140" fmla="*/ 330 w 9830"/>
                <a:gd name="connsiteY140" fmla="*/ 4251 h 10191"/>
                <a:gd name="connsiteX141" fmla="*/ 378 w 9830"/>
                <a:gd name="connsiteY141" fmla="*/ 4482 h 10191"/>
                <a:gd name="connsiteX142" fmla="*/ 311 w 9830"/>
                <a:gd name="connsiteY142" fmla="*/ 4450 h 10191"/>
                <a:gd name="connsiteX143" fmla="*/ 404 w 9830"/>
                <a:gd name="connsiteY143" fmla="*/ 4728 h 10191"/>
                <a:gd name="connsiteX144" fmla="*/ 334 w 9830"/>
                <a:gd name="connsiteY144" fmla="*/ 4825 h 10191"/>
                <a:gd name="connsiteX145" fmla="*/ 311 w 9830"/>
                <a:gd name="connsiteY145" fmla="*/ 5087 h 10191"/>
                <a:gd name="connsiteX146" fmla="*/ 248 w 9830"/>
                <a:gd name="connsiteY146" fmla="*/ 5661 h 10191"/>
                <a:gd name="connsiteX147" fmla="*/ 232 w 9830"/>
                <a:gd name="connsiteY147" fmla="*/ 5789 h 10191"/>
                <a:gd name="connsiteX148" fmla="*/ 205 w 9830"/>
                <a:gd name="connsiteY148" fmla="*/ 6057 h 10191"/>
                <a:gd name="connsiteX149" fmla="*/ 239 w 9830"/>
                <a:gd name="connsiteY149" fmla="*/ 6504 h 10191"/>
                <a:gd name="connsiteX150" fmla="*/ 122 w 9830"/>
                <a:gd name="connsiteY150" fmla="*/ 6813 h 10191"/>
                <a:gd name="connsiteX151" fmla="*/ 90 w 9830"/>
                <a:gd name="connsiteY151" fmla="*/ 7070 h 10191"/>
                <a:gd name="connsiteX152" fmla="*/ 327 w 9830"/>
                <a:gd name="connsiteY152" fmla="*/ 7322 h 10191"/>
                <a:gd name="connsiteX153" fmla="*/ 375 w 9830"/>
                <a:gd name="connsiteY153" fmla="*/ 7611 h 10191"/>
                <a:gd name="connsiteX154" fmla="*/ 324 w 9830"/>
                <a:gd name="connsiteY154" fmla="*/ 8054 h 10191"/>
                <a:gd name="connsiteX155" fmla="*/ 380 w 9830"/>
                <a:gd name="connsiteY155" fmla="*/ 8289 h 10191"/>
                <a:gd name="connsiteX156" fmla="*/ 247 w 9830"/>
                <a:gd name="connsiteY156" fmla="*/ 8725 h 10191"/>
                <a:gd name="connsiteX0" fmla="*/ 168 w 9917"/>
                <a:gd name="connsiteY0" fmla="*/ 8561 h 10000"/>
                <a:gd name="connsiteX1" fmla="*/ 17 w 9917"/>
                <a:gd name="connsiteY1" fmla="*/ 9635 h 10000"/>
                <a:gd name="connsiteX2" fmla="*/ 186 w 9917"/>
                <a:gd name="connsiteY2" fmla="*/ 9635 h 10000"/>
                <a:gd name="connsiteX3" fmla="*/ 325 w 9917"/>
                <a:gd name="connsiteY3" fmla="*/ 9635 h 10000"/>
                <a:gd name="connsiteX4" fmla="*/ 329 w 9917"/>
                <a:gd name="connsiteY4" fmla="*/ 9815 h 10000"/>
                <a:gd name="connsiteX5" fmla="*/ 639 w 9917"/>
                <a:gd name="connsiteY5" fmla="*/ 9712 h 10000"/>
                <a:gd name="connsiteX6" fmla="*/ 1018 w 9917"/>
                <a:gd name="connsiteY6" fmla="*/ 9951 h 10000"/>
                <a:gd name="connsiteX7" fmla="*/ 1117 w 9917"/>
                <a:gd name="connsiteY7" fmla="*/ 9951 h 10000"/>
                <a:gd name="connsiteX8" fmla="*/ 1225 w 9917"/>
                <a:gd name="connsiteY8" fmla="*/ 9951 h 10000"/>
                <a:gd name="connsiteX9" fmla="*/ 1326 w 9917"/>
                <a:gd name="connsiteY9" fmla="*/ 9951 h 10000"/>
                <a:gd name="connsiteX10" fmla="*/ 1465 w 9917"/>
                <a:gd name="connsiteY10" fmla="*/ 9893 h 10000"/>
                <a:gd name="connsiteX11" fmla="*/ 1606 w 9917"/>
                <a:gd name="connsiteY11" fmla="*/ 9809 h 10000"/>
                <a:gd name="connsiteX12" fmla="*/ 1958 w 9917"/>
                <a:gd name="connsiteY12" fmla="*/ 9893 h 10000"/>
                <a:gd name="connsiteX13" fmla="*/ 2058 w 9917"/>
                <a:gd name="connsiteY13" fmla="*/ 9893 h 10000"/>
                <a:gd name="connsiteX14" fmla="*/ 2202 w 9917"/>
                <a:gd name="connsiteY14" fmla="*/ 9824 h 10000"/>
                <a:gd name="connsiteX15" fmla="*/ 2350 w 9917"/>
                <a:gd name="connsiteY15" fmla="*/ 9762 h 10000"/>
                <a:gd name="connsiteX16" fmla="*/ 2487 w 9917"/>
                <a:gd name="connsiteY16" fmla="*/ 9762 h 10000"/>
                <a:gd name="connsiteX17" fmla="*/ 2595 w 9917"/>
                <a:gd name="connsiteY17" fmla="*/ 9762 h 10000"/>
                <a:gd name="connsiteX18" fmla="*/ 2698 w 9917"/>
                <a:gd name="connsiteY18" fmla="*/ 9762 h 10000"/>
                <a:gd name="connsiteX19" fmla="*/ 2903 w 9917"/>
                <a:gd name="connsiteY19" fmla="*/ 9762 h 10000"/>
                <a:gd name="connsiteX20" fmla="*/ 3034 w 9917"/>
                <a:gd name="connsiteY20" fmla="*/ 9830 h 10000"/>
                <a:gd name="connsiteX21" fmla="*/ 3166 w 9917"/>
                <a:gd name="connsiteY21" fmla="*/ 9893 h 10000"/>
                <a:gd name="connsiteX22" fmla="*/ 3263 w 9917"/>
                <a:gd name="connsiteY22" fmla="*/ 9951 h 10000"/>
                <a:gd name="connsiteX23" fmla="*/ 3367 w 9917"/>
                <a:gd name="connsiteY23" fmla="*/ 9946 h 10000"/>
                <a:gd name="connsiteX24" fmla="*/ 3470 w 9917"/>
                <a:gd name="connsiteY24" fmla="*/ 9893 h 10000"/>
                <a:gd name="connsiteX25" fmla="*/ 3586 w 9917"/>
                <a:gd name="connsiteY25" fmla="*/ 9824 h 10000"/>
                <a:gd name="connsiteX26" fmla="*/ 3735 w 9917"/>
                <a:gd name="connsiteY26" fmla="*/ 9809 h 10000"/>
                <a:gd name="connsiteX27" fmla="*/ 3891 w 9917"/>
                <a:gd name="connsiteY27" fmla="*/ 9893 h 10000"/>
                <a:gd name="connsiteX28" fmla="*/ 3987 w 9917"/>
                <a:gd name="connsiteY28" fmla="*/ 9951 h 10000"/>
                <a:gd name="connsiteX29" fmla="*/ 4095 w 9917"/>
                <a:gd name="connsiteY29" fmla="*/ 9946 h 10000"/>
                <a:gd name="connsiteX30" fmla="*/ 4195 w 9917"/>
                <a:gd name="connsiteY30" fmla="*/ 9946 h 10000"/>
                <a:gd name="connsiteX31" fmla="*/ 4335 w 9917"/>
                <a:gd name="connsiteY31" fmla="*/ 9940 h 10000"/>
                <a:gd name="connsiteX32" fmla="*/ 4475 w 9917"/>
                <a:gd name="connsiteY32" fmla="*/ 9888 h 10000"/>
                <a:gd name="connsiteX33" fmla="*/ 4623 w 9917"/>
                <a:gd name="connsiteY33" fmla="*/ 9830 h 10000"/>
                <a:gd name="connsiteX34" fmla="*/ 4836 w 9917"/>
                <a:gd name="connsiteY34" fmla="*/ 9762 h 10000"/>
                <a:gd name="connsiteX35" fmla="*/ 4943 w 9917"/>
                <a:gd name="connsiteY35" fmla="*/ 9762 h 10000"/>
                <a:gd name="connsiteX36" fmla="*/ 5219 w 9917"/>
                <a:gd name="connsiteY36" fmla="*/ 9762 h 10000"/>
                <a:gd name="connsiteX37" fmla="*/ 5368 w 9917"/>
                <a:gd name="connsiteY37" fmla="*/ 9699 h 10000"/>
                <a:gd name="connsiteX38" fmla="*/ 5475 w 9917"/>
                <a:gd name="connsiteY38" fmla="*/ 9635 h 10000"/>
                <a:gd name="connsiteX39" fmla="*/ 5612 w 9917"/>
                <a:gd name="connsiteY39" fmla="*/ 9630 h 10000"/>
                <a:gd name="connsiteX40" fmla="*/ 5692 w 9917"/>
                <a:gd name="connsiteY40" fmla="*/ 9420 h 10000"/>
                <a:gd name="connsiteX41" fmla="*/ 5910 w 9917"/>
                <a:gd name="connsiteY41" fmla="*/ 9599 h 10000"/>
                <a:gd name="connsiteX42" fmla="*/ 6284 w 9917"/>
                <a:gd name="connsiteY42" fmla="*/ 9509 h 10000"/>
                <a:gd name="connsiteX43" fmla="*/ 6388 w 9917"/>
                <a:gd name="connsiteY43" fmla="*/ 9509 h 10000"/>
                <a:gd name="connsiteX44" fmla="*/ 6492 w 9917"/>
                <a:gd name="connsiteY44" fmla="*/ 9447 h 10000"/>
                <a:gd name="connsiteX45" fmla="*/ 6601 w 9917"/>
                <a:gd name="connsiteY45" fmla="*/ 9447 h 10000"/>
                <a:gd name="connsiteX46" fmla="*/ 6740 w 9917"/>
                <a:gd name="connsiteY46" fmla="*/ 9447 h 10000"/>
                <a:gd name="connsiteX47" fmla="*/ 6876 w 9917"/>
                <a:gd name="connsiteY47" fmla="*/ 9447 h 10000"/>
                <a:gd name="connsiteX48" fmla="*/ 7125 w 9917"/>
                <a:gd name="connsiteY48" fmla="*/ 9450 h 10000"/>
                <a:gd name="connsiteX49" fmla="*/ 7400 w 9917"/>
                <a:gd name="connsiteY49" fmla="*/ 9378 h 10000"/>
                <a:gd name="connsiteX50" fmla="*/ 7532 w 9917"/>
                <a:gd name="connsiteY50" fmla="*/ 9447 h 10000"/>
                <a:gd name="connsiteX51" fmla="*/ 7673 w 9917"/>
                <a:gd name="connsiteY51" fmla="*/ 9447 h 10000"/>
                <a:gd name="connsiteX52" fmla="*/ 7841 w 9917"/>
                <a:gd name="connsiteY52" fmla="*/ 9447 h 10000"/>
                <a:gd name="connsiteX53" fmla="*/ 7957 w 9917"/>
                <a:gd name="connsiteY53" fmla="*/ 9383 h 10000"/>
                <a:gd name="connsiteX54" fmla="*/ 8033 w 9917"/>
                <a:gd name="connsiteY54" fmla="*/ 9420 h 10000"/>
                <a:gd name="connsiteX55" fmla="*/ 8345 w 9917"/>
                <a:gd name="connsiteY55" fmla="*/ 9442 h 10000"/>
                <a:gd name="connsiteX56" fmla="*/ 8497 w 9917"/>
                <a:gd name="connsiteY56" fmla="*/ 9199 h 10000"/>
                <a:gd name="connsiteX57" fmla="*/ 8616 w 9917"/>
                <a:gd name="connsiteY57" fmla="*/ 9277 h 10000"/>
                <a:gd name="connsiteX58" fmla="*/ 8867 w 9917"/>
                <a:gd name="connsiteY58" fmla="*/ 9215 h 10000"/>
                <a:gd name="connsiteX59" fmla="*/ 9032 w 9917"/>
                <a:gd name="connsiteY59" fmla="*/ 9260 h 10000"/>
                <a:gd name="connsiteX60" fmla="*/ 9393 w 9917"/>
                <a:gd name="connsiteY60" fmla="*/ 9106 h 10000"/>
                <a:gd name="connsiteX61" fmla="*/ 9529 w 9917"/>
                <a:gd name="connsiteY61" fmla="*/ 8347 h 10000"/>
                <a:gd name="connsiteX62" fmla="*/ 9529 w 9917"/>
                <a:gd name="connsiteY62" fmla="*/ 7374 h 10000"/>
                <a:gd name="connsiteX63" fmla="*/ 9570 w 9917"/>
                <a:gd name="connsiteY63" fmla="*/ 7100 h 10000"/>
                <a:gd name="connsiteX64" fmla="*/ 9610 w 9917"/>
                <a:gd name="connsiteY64" fmla="*/ 6623 h 10000"/>
                <a:gd name="connsiteX65" fmla="*/ 9641 w 9917"/>
                <a:gd name="connsiteY65" fmla="*/ 6364 h 10000"/>
                <a:gd name="connsiteX66" fmla="*/ 9801 w 9917"/>
                <a:gd name="connsiteY66" fmla="*/ 5939 h 10000"/>
                <a:gd name="connsiteX67" fmla="*/ 9754 w 9917"/>
                <a:gd name="connsiteY67" fmla="*/ 5361 h 10000"/>
                <a:gd name="connsiteX68" fmla="*/ 9880 w 9917"/>
                <a:gd name="connsiteY68" fmla="*/ 4895 h 10000"/>
                <a:gd name="connsiteX69" fmla="*/ 9846 w 9917"/>
                <a:gd name="connsiteY69" fmla="*/ 4545 h 10000"/>
                <a:gd name="connsiteX70" fmla="*/ 9881 w 9917"/>
                <a:gd name="connsiteY70" fmla="*/ 4235 h 10000"/>
                <a:gd name="connsiteX71" fmla="*/ 9902 w 9917"/>
                <a:gd name="connsiteY71" fmla="*/ 4046 h 10000"/>
                <a:gd name="connsiteX72" fmla="*/ 9858 w 9917"/>
                <a:gd name="connsiteY72" fmla="*/ 3850 h 10000"/>
                <a:gd name="connsiteX73" fmla="*/ 9842 w 9917"/>
                <a:gd name="connsiteY73" fmla="*/ 3672 h 10000"/>
                <a:gd name="connsiteX74" fmla="*/ 9874 w 9917"/>
                <a:gd name="connsiteY74" fmla="*/ 3420 h 10000"/>
                <a:gd name="connsiteX75" fmla="*/ 9906 w 9917"/>
                <a:gd name="connsiteY75" fmla="*/ 3105 h 10000"/>
                <a:gd name="connsiteX76" fmla="*/ 9810 w 9917"/>
                <a:gd name="connsiteY76" fmla="*/ 2662 h 10000"/>
                <a:gd name="connsiteX77" fmla="*/ 9592 w 9917"/>
                <a:gd name="connsiteY77" fmla="*/ 2264 h 10000"/>
                <a:gd name="connsiteX78" fmla="*/ 9601 w 9917"/>
                <a:gd name="connsiteY78" fmla="*/ 1082 h 10000"/>
                <a:gd name="connsiteX79" fmla="*/ 9419 w 9917"/>
                <a:gd name="connsiteY79" fmla="*/ 1104 h 10000"/>
                <a:gd name="connsiteX80" fmla="*/ 9249 w 9917"/>
                <a:gd name="connsiteY80" fmla="*/ 862 h 10000"/>
                <a:gd name="connsiteX81" fmla="*/ 8945 w 9917"/>
                <a:gd name="connsiteY81" fmla="*/ 1006 h 10000"/>
                <a:gd name="connsiteX82" fmla="*/ 8839 w 9917"/>
                <a:gd name="connsiteY82" fmla="*/ 1267 h 10000"/>
                <a:gd name="connsiteX83" fmla="*/ 8633 w 9917"/>
                <a:gd name="connsiteY83" fmla="*/ 1222 h 10000"/>
                <a:gd name="connsiteX84" fmla="*/ 8497 w 9917"/>
                <a:gd name="connsiteY84" fmla="*/ 1222 h 10000"/>
                <a:gd name="connsiteX85" fmla="*/ 8365 w 9917"/>
                <a:gd name="connsiteY85" fmla="*/ 1153 h 10000"/>
                <a:gd name="connsiteX86" fmla="*/ 8233 w 9917"/>
                <a:gd name="connsiteY86" fmla="*/ 1153 h 10000"/>
                <a:gd name="connsiteX87" fmla="*/ 8065 w 9917"/>
                <a:gd name="connsiteY87" fmla="*/ 1090 h 10000"/>
                <a:gd name="connsiteX88" fmla="*/ 7929 w 9917"/>
                <a:gd name="connsiteY88" fmla="*/ 912 h 10000"/>
                <a:gd name="connsiteX89" fmla="*/ 7481 w 9917"/>
                <a:gd name="connsiteY89" fmla="*/ 722 h 10000"/>
                <a:gd name="connsiteX90" fmla="*/ 7344 w 9917"/>
                <a:gd name="connsiteY90" fmla="*/ 716 h 10000"/>
                <a:gd name="connsiteX91" fmla="*/ 7288 w 9917"/>
                <a:gd name="connsiteY91" fmla="*/ 912 h 10000"/>
                <a:gd name="connsiteX92" fmla="*/ 7205 w 9917"/>
                <a:gd name="connsiteY92" fmla="*/ 722 h 10000"/>
                <a:gd name="connsiteX93" fmla="*/ 7000 w 9917"/>
                <a:gd name="connsiteY93" fmla="*/ 722 h 10000"/>
                <a:gd name="connsiteX94" fmla="*/ 6897 w 9917"/>
                <a:gd name="connsiteY94" fmla="*/ 716 h 10000"/>
                <a:gd name="connsiteX95" fmla="*/ 6864 w 9917"/>
                <a:gd name="connsiteY95" fmla="*/ 916 h 10000"/>
                <a:gd name="connsiteX96" fmla="*/ 6700 w 9917"/>
                <a:gd name="connsiteY96" fmla="*/ 596 h 10000"/>
                <a:gd name="connsiteX97" fmla="*/ 6564 w 9917"/>
                <a:gd name="connsiteY97" fmla="*/ 591 h 10000"/>
                <a:gd name="connsiteX98" fmla="*/ 6481 w 9917"/>
                <a:gd name="connsiteY98" fmla="*/ 528 h 10000"/>
                <a:gd name="connsiteX99" fmla="*/ 6076 w 9917"/>
                <a:gd name="connsiteY99" fmla="*/ 343 h 10000"/>
                <a:gd name="connsiteX100" fmla="*/ 5943 w 9917"/>
                <a:gd name="connsiteY100" fmla="*/ 275 h 10000"/>
                <a:gd name="connsiteX101" fmla="*/ 5887 w 9917"/>
                <a:gd name="connsiteY101" fmla="*/ 143 h 10000"/>
                <a:gd name="connsiteX102" fmla="*/ 5544 w 9917"/>
                <a:gd name="connsiteY102" fmla="*/ 159 h 10000"/>
                <a:gd name="connsiteX103" fmla="*/ 5339 w 9917"/>
                <a:gd name="connsiteY103" fmla="*/ 154 h 10000"/>
                <a:gd name="connsiteX104" fmla="*/ 5248 w 9917"/>
                <a:gd name="connsiteY104" fmla="*/ 143 h 10000"/>
                <a:gd name="connsiteX105" fmla="*/ 5024 w 9917"/>
                <a:gd name="connsiteY105" fmla="*/ 154 h 10000"/>
                <a:gd name="connsiteX106" fmla="*/ 4923 w 9917"/>
                <a:gd name="connsiteY106" fmla="*/ 159 h 10000"/>
                <a:gd name="connsiteX107" fmla="*/ 4827 w 9917"/>
                <a:gd name="connsiteY107" fmla="*/ 138 h 10000"/>
                <a:gd name="connsiteX108" fmla="*/ 4747 w 9917"/>
                <a:gd name="connsiteY108" fmla="*/ 159 h 10000"/>
                <a:gd name="connsiteX109" fmla="*/ 4377 w 9917"/>
                <a:gd name="connsiteY109" fmla="*/ 263 h 10000"/>
                <a:gd name="connsiteX110" fmla="*/ 4040 w 9917"/>
                <a:gd name="connsiteY110" fmla="*/ 339 h 10000"/>
                <a:gd name="connsiteX111" fmla="*/ 3675 w 9917"/>
                <a:gd name="connsiteY111" fmla="*/ 159 h 10000"/>
                <a:gd name="connsiteX112" fmla="*/ 3547 w 9917"/>
                <a:gd name="connsiteY112" fmla="*/ 143 h 10000"/>
                <a:gd name="connsiteX113" fmla="*/ 3335 w 9917"/>
                <a:gd name="connsiteY113" fmla="*/ 159 h 10000"/>
                <a:gd name="connsiteX114" fmla="*/ 3195 w 9917"/>
                <a:gd name="connsiteY114" fmla="*/ 159 h 10000"/>
                <a:gd name="connsiteX115" fmla="*/ 3122 w 9917"/>
                <a:gd name="connsiteY115" fmla="*/ 138 h 10000"/>
                <a:gd name="connsiteX116" fmla="*/ 2854 w 9917"/>
                <a:gd name="connsiteY116" fmla="*/ 159 h 10000"/>
                <a:gd name="connsiteX117" fmla="*/ 2715 w 9917"/>
                <a:gd name="connsiteY117" fmla="*/ 154 h 10000"/>
                <a:gd name="connsiteX118" fmla="*/ 2607 w 9917"/>
                <a:gd name="connsiteY118" fmla="*/ 159 h 10000"/>
                <a:gd name="connsiteX119" fmla="*/ 2487 w 9917"/>
                <a:gd name="connsiteY119" fmla="*/ 143 h 10000"/>
                <a:gd name="connsiteX120" fmla="*/ 2062 w 9917"/>
                <a:gd name="connsiteY120" fmla="*/ 143 h 10000"/>
                <a:gd name="connsiteX121" fmla="*/ 1678 w 9917"/>
                <a:gd name="connsiteY121" fmla="*/ 470 h 10000"/>
                <a:gd name="connsiteX122" fmla="*/ 1558 w 9917"/>
                <a:gd name="connsiteY122" fmla="*/ 596 h 10000"/>
                <a:gd name="connsiteX123" fmla="*/ 1454 w 9917"/>
                <a:gd name="connsiteY123" fmla="*/ 596 h 10000"/>
                <a:gd name="connsiteX124" fmla="*/ 1378 w 9917"/>
                <a:gd name="connsiteY124" fmla="*/ 528 h 10000"/>
                <a:gd name="connsiteX125" fmla="*/ 1210 w 9917"/>
                <a:gd name="connsiteY125" fmla="*/ 906 h 10000"/>
                <a:gd name="connsiteX126" fmla="*/ 1066 w 9917"/>
                <a:gd name="connsiteY126" fmla="*/ 974 h 10000"/>
                <a:gd name="connsiteX127" fmla="*/ 1010 w 9917"/>
                <a:gd name="connsiteY127" fmla="*/ 1159 h 10000"/>
                <a:gd name="connsiteX128" fmla="*/ 861 w 9917"/>
                <a:gd name="connsiteY128" fmla="*/ 1306 h 10000"/>
                <a:gd name="connsiteX129" fmla="*/ 842 w 9917"/>
                <a:gd name="connsiteY129" fmla="*/ 1406 h 10000"/>
                <a:gd name="connsiteX130" fmla="*/ 778 w 9917"/>
                <a:gd name="connsiteY130" fmla="*/ 1668 h 10000"/>
                <a:gd name="connsiteX131" fmla="*/ 649 w 9917"/>
                <a:gd name="connsiteY131" fmla="*/ 1921 h 10000"/>
                <a:gd name="connsiteX132" fmla="*/ 565 w 9917"/>
                <a:gd name="connsiteY132" fmla="*/ 2078 h 10000"/>
                <a:gd name="connsiteX133" fmla="*/ 569 w 9917"/>
                <a:gd name="connsiteY133" fmla="*/ 2604 h 10000"/>
                <a:gd name="connsiteX134" fmla="*/ 546 w 9917"/>
                <a:gd name="connsiteY134" fmla="*/ 2857 h 10000"/>
                <a:gd name="connsiteX135" fmla="*/ 585 w 9917"/>
                <a:gd name="connsiteY135" fmla="*/ 3163 h 10000"/>
                <a:gd name="connsiteX136" fmla="*/ 490 w 9917"/>
                <a:gd name="connsiteY136" fmla="*/ 3357 h 10000"/>
                <a:gd name="connsiteX137" fmla="*/ 389 w 9917"/>
                <a:gd name="connsiteY137" fmla="*/ 3625 h 10000"/>
                <a:gd name="connsiteX138" fmla="*/ 366 w 9917"/>
                <a:gd name="connsiteY138" fmla="*/ 4119 h 10000"/>
                <a:gd name="connsiteX139" fmla="*/ 253 w 9917"/>
                <a:gd name="connsiteY139" fmla="*/ 4171 h 10000"/>
                <a:gd name="connsiteX140" fmla="*/ 302 w 9917"/>
                <a:gd name="connsiteY140" fmla="*/ 4398 h 10000"/>
                <a:gd name="connsiteX141" fmla="*/ 233 w 9917"/>
                <a:gd name="connsiteY141" fmla="*/ 4367 h 10000"/>
                <a:gd name="connsiteX142" fmla="*/ 328 w 9917"/>
                <a:gd name="connsiteY142" fmla="*/ 4639 h 10000"/>
                <a:gd name="connsiteX143" fmla="*/ 257 w 9917"/>
                <a:gd name="connsiteY143" fmla="*/ 4735 h 10000"/>
                <a:gd name="connsiteX144" fmla="*/ 233 w 9917"/>
                <a:gd name="connsiteY144" fmla="*/ 4992 h 10000"/>
                <a:gd name="connsiteX145" fmla="*/ 169 w 9917"/>
                <a:gd name="connsiteY145" fmla="*/ 5555 h 10000"/>
                <a:gd name="connsiteX146" fmla="*/ 153 w 9917"/>
                <a:gd name="connsiteY146" fmla="*/ 5681 h 10000"/>
                <a:gd name="connsiteX147" fmla="*/ 126 w 9917"/>
                <a:gd name="connsiteY147" fmla="*/ 5943 h 10000"/>
                <a:gd name="connsiteX148" fmla="*/ 160 w 9917"/>
                <a:gd name="connsiteY148" fmla="*/ 6382 h 10000"/>
                <a:gd name="connsiteX149" fmla="*/ 41 w 9917"/>
                <a:gd name="connsiteY149" fmla="*/ 6685 h 10000"/>
                <a:gd name="connsiteX150" fmla="*/ 9 w 9917"/>
                <a:gd name="connsiteY150" fmla="*/ 6937 h 10000"/>
                <a:gd name="connsiteX151" fmla="*/ 250 w 9917"/>
                <a:gd name="connsiteY151" fmla="*/ 7185 h 10000"/>
                <a:gd name="connsiteX152" fmla="*/ 298 w 9917"/>
                <a:gd name="connsiteY152" fmla="*/ 7468 h 10000"/>
                <a:gd name="connsiteX153" fmla="*/ 247 w 9917"/>
                <a:gd name="connsiteY153" fmla="*/ 7903 h 10000"/>
                <a:gd name="connsiteX154" fmla="*/ 304 w 9917"/>
                <a:gd name="connsiteY154" fmla="*/ 8134 h 10000"/>
                <a:gd name="connsiteX155" fmla="*/ 168 w 9917"/>
                <a:gd name="connsiteY155" fmla="*/ 8561 h 10000"/>
                <a:gd name="connsiteX0" fmla="*/ 169 w 10000"/>
                <a:gd name="connsiteY0" fmla="*/ 8561 h 10000"/>
                <a:gd name="connsiteX1" fmla="*/ 188 w 10000"/>
                <a:gd name="connsiteY1" fmla="*/ 9635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169 w 10000"/>
                <a:gd name="connsiteY0" fmla="*/ 856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244 w 10000"/>
                <a:gd name="connsiteY0" fmla="*/ 859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190 w 10000"/>
                <a:gd name="connsiteY148" fmla="*/ 6954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65 w 9821"/>
                <a:gd name="connsiteY0" fmla="*/ 8591 h 10000"/>
                <a:gd name="connsiteX1" fmla="*/ 62 w 9821"/>
                <a:gd name="connsiteY1" fmla="*/ 8978 h 10000"/>
                <a:gd name="connsiteX2" fmla="*/ 32 w 9821"/>
                <a:gd name="connsiteY2" fmla="*/ 9396 h 10000"/>
                <a:gd name="connsiteX3" fmla="*/ 153 w 9821"/>
                <a:gd name="connsiteY3" fmla="*/ 9815 h 10000"/>
                <a:gd name="connsiteX4" fmla="*/ 465 w 9821"/>
                <a:gd name="connsiteY4" fmla="*/ 9712 h 10000"/>
                <a:gd name="connsiteX5" fmla="*/ 848 w 9821"/>
                <a:gd name="connsiteY5" fmla="*/ 9951 h 10000"/>
                <a:gd name="connsiteX6" fmla="*/ 947 w 9821"/>
                <a:gd name="connsiteY6" fmla="*/ 9951 h 10000"/>
                <a:gd name="connsiteX7" fmla="*/ 1056 w 9821"/>
                <a:gd name="connsiteY7" fmla="*/ 9951 h 10000"/>
                <a:gd name="connsiteX8" fmla="*/ 1158 w 9821"/>
                <a:gd name="connsiteY8" fmla="*/ 9951 h 10000"/>
                <a:gd name="connsiteX9" fmla="*/ 1298 w 9821"/>
                <a:gd name="connsiteY9" fmla="*/ 9893 h 10000"/>
                <a:gd name="connsiteX10" fmla="*/ 1440 w 9821"/>
                <a:gd name="connsiteY10" fmla="*/ 9809 h 10000"/>
                <a:gd name="connsiteX11" fmla="*/ 1795 w 9821"/>
                <a:gd name="connsiteY11" fmla="*/ 9893 h 10000"/>
                <a:gd name="connsiteX12" fmla="*/ 1896 w 9821"/>
                <a:gd name="connsiteY12" fmla="*/ 9893 h 10000"/>
                <a:gd name="connsiteX13" fmla="*/ 2041 w 9821"/>
                <a:gd name="connsiteY13" fmla="*/ 9824 h 10000"/>
                <a:gd name="connsiteX14" fmla="*/ 2191 w 9821"/>
                <a:gd name="connsiteY14" fmla="*/ 9762 h 10000"/>
                <a:gd name="connsiteX15" fmla="*/ 2329 w 9821"/>
                <a:gd name="connsiteY15" fmla="*/ 9762 h 10000"/>
                <a:gd name="connsiteX16" fmla="*/ 2438 w 9821"/>
                <a:gd name="connsiteY16" fmla="*/ 9762 h 10000"/>
                <a:gd name="connsiteX17" fmla="*/ 2542 w 9821"/>
                <a:gd name="connsiteY17" fmla="*/ 9762 h 10000"/>
                <a:gd name="connsiteX18" fmla="*/ 2748 w 9821"/>
                <a:gd name="connsiteY18" fmla="*/ 9762 h 10000"/>
                <a:gd name="connsiteX19" fmla="*/ 2880 w 9821"/>
                <a:gd name="connsiteY19" fmla="*/ 9830 h 10000"/>
                <a:gd name="connsiteX20" fmla="*/ 3013 w 9821"/>
                <a:gd name="connsiteY20" fmla="*/ 9893 h 10000"/>
                <a:gd name="connsiteX21" fmla="*/ 3111 w 9821"/>
                <a:gd name="connsiteY21" fmla="*/ 9951 h 10000"/>
                <a:gd name="connsiteX22" fmla="*/ 3216 w 9821"/>
                <a:gd name="connsiteY22" fmla="*/ 9946 h 10000"/>
                <a:gd name="connsiteX23" fmla="*/ 3320 w 9821"/>
                <a:gd name="connsiteY23" fmla="*/ 9893 h 10000"/>
                <a:gd name="connsiteX24" fmla="*/ 3437 w 9821"/>
                <a:gd name="connsiteY24" fmla="*/ 9824 h 10000"/>
                <a:gd name="connsiteX25" fmla="*/ 3587 w 9821"/>
                <a:gd name="connsiteY25" fmla="*/ 9809 h 10000"/>
                <a:gd name="connsiteX26" fmla="*/ 3745 w 9821"/>
                <a:gd name="connsiteY26" fmla="*/ 9893 h 10000"/>
                <a:gd name="connsiteX27" fmla="*/ 3841 w 9821"/>
                <a:gd name="connsiteY27" fmla="*/ 9951 h 10000"/>
                <a:gd name="connsiteX28" fmla="*/ 3950 w 9821"/>
                <a:gd name="connsiteY28" fmla="*/ 9946 h 10000"/>
                <a:gd name="connsiteX29" fmla="*/ 4051 w 9821"/>
                <a:gd name="connsiteY29" fmla="*/ 9946 h 10000"/>
                <a:gd name="connsiteX30" fmla="*/ 4192 w 9821"/>
                <a:gd name="connsiteY30" fmla="*/ 9940 h 10000"/>
                <a:gd name="connsiteX31" fmla="*/ 4333 w 9821"/>
                <a:gd name="connsiteY31" fmla="*/ 9888 h 10000"/>
                <a:gd name="connsiteX32" fmla="*/ 4483 w 9821"/>
                <a:gd name="connsiteY32" fmla="*/ 9830 h 10000"/>
                <a:gd name="connsiteX33" fmla="*/ 4697 w 9821"/>
                <a:gd name="connsiteY33" fmla="*/ 9762 h 10000"/>
                <a:gd name="connsiteX34" fmla="*/ 4805 w 9821"/>
                <a:gd name="connsiteY34" fmla="*/ 9762 h 10000"/>
                <a:gd name="connsiteX35" fmla="*/ 5084 w 9821"/>
                <a:gd name="connsiteY35" fmla="*/ 9762 h 10000"/>
                <a:gd name="connsiteX36" fmla="*/ 5234 w 9821"/>
                <a:gd name="connsiteY36" fmla="*/ 9699 h 10000"/>
                <a:gd name="connsiteX37" fmla="*/ 5342 w 9821"/>
                <a:gd name="connsiteY37" fmla="*/ 9635 h 10000"/>
                <a:gd name="connsiteX38" fmla="*/ 5480 w 9821"/>
                <a:gd name="connsiteY38" fmla="*/ 9630 h 10000"/>
                <a:gd name="connsiteX39" fmla="*/ 5561 w 9821"/>
                <a:gd name="connsiteY39" fmla="*/ 9420 h 10000"/>
                <a:gd name="connsiteX40" fmla="*/ 5780 w 9821"/>
                <a:gd name="connsiteY40" fmla="*/ 9599 h 10000"/>
                <a:gd name="connsiteX41" fmla="*/ 6158 w 9821"/>
                <a:gd name="connsiteY41" fmla="*/ 9509 h 10000"/>
                <a:gd name="connsiteX42" fmla="*/ 6262 w 9821"/>
                <a:gd name="connsiteY42" fmla="*/ 9509 h 10000"/>
                <a:gd name="connsiteX43" fmla="*/ 6367 w 9821"/>
                <a:gd name="connsiteY43" fmla="*/ 9447 h 10000"/>
                <a:gd name="connsiteX44" fmla="*/ 6477 w 9821"/>
                <a:gd name="connsiteY44" fmla="*/ 9447 h 10000"/>
                <a:gd name="connsiteX45" fmla="*/ 6617 w 9821"/>
                <a:gd name="connsiteY45" fmla="*/ 9447 h 10000"/>
                <a:gd name="connsiteX46" fmla="*/ 6755 w 9821"/>
                <a:gd name="connsiteY46" fmla="*/ 9447 h 10000"/>
                <a:gd name="connsiteX47" fmla="*/ 7006 w 9821"/>
                <a:gd name="connsiteY47" fmla="*/ 9450 h 10000"/>
                <a:gd name="connsiteX48" fmla="*/ 7283 w 9821"/>
                <a:gd name="connsiteY48" fmla="*/ 9378 h 10000"/>
                <a:gd name="connsiteX49" fmla="*/ 7416 w 9821"/>
                <a:gd name="connsiteY49" fmla="*/ 9447 h 10000"/>
                <a:gd name="connsiteX50" fmla="*/ 7558 w 9821"/>
                <a:gd name="connsiteY50" fmla="*/ 9447 h 10000"/>
                <a:gd name="connsiteX51" fmla="*/ 7728 w 9821"/>
                <a:gd name="connsiteY51" fmla="*/ 9447 h 10000"/>
                <a:gd name="connsiteX52" fmla="*/ 7845 w 9821"/>
                <a:gd name="connsiteY52" fmla="*/ 9383 h 10000"/>
                <a:gd name="connsiteX53" fmla="*/ 7921 w 9821"/>
                <a:gd name="connsiteY53" fmla="*/ 9420 h 10000"/>
                <a:gd name="connsiteX54" fmla="*/ 8236 w 9821"/>
                <a:gd name="connsiteY54" fmla="*/ 9442 h 10000"/>
                <a:gd name="connsiteX55" fmla="*/ 8389 w 9821"/>
                <a:gd name="connsiteY55" fmla="*/ 9199 h 10000"/>
                <a:gd name="connsiteX56" fmla="*/ 8509 w 9821"/>
                <a:gd name="connsiteY56" fmla="*/ 9277 h 10000"/>
                <a:gd name="connsiteX57" fmla="*/ 8762 w 9821"/>
                <a:gd name="connsiteY57" fmla="*/ 9215 h 10000"/>
                <a:gd name="connsiteX58" fmla="*/ 8929 w 9821"/>
                <a:gd name="connsiteY58" fmla="*/ 9260 h 10000"/>
                <a:gd name="connsiteX59" fmla="*/ 9293 w 9821"/>
                <a:gd name="connsiteY59" fmla="*/ 9106 h 10000"/>
                <a:gd name="connsiteX60" fmla="*/ 9430 w 9821"/>
                <a:gd name="connsiteY60" fmla="*/ 8347 h 10000"/>
                <a:gd name="connsiteX61" fmla="*/ 9430 w 9821"/>
                <a:gd name="connsiteY61" fmla="*/ 7374 h 10000"/>
                <a:gd name="connsiteX62" fmla="*/ 9471 w 9821"/>
                <a:gd name="connsiteY62" fmla="*/ 7100 h 10000"/>
                <a:gd name="connsiteX63" fmla="*/ 9511 w 9821"/>
                <a:gd name="connsiteY63" fmla="*/ 6623 h 10000"/>
                <a:gd name="connsiteX64" fmla="*/ 9543 w 9821"/>
                <a:gd name="connsiteY64" fmla="*/ 6364 h 10000"/>
                <a:gd name="connsiteX65" fmla="*/ 9704 w 9821"/>
                <a:gd name="connsiteY65" fmla="*/ 5939 h 10000"/>
                <a:gd name="connsiteX66" fmla="*/ 9657 w 9821"/>
                <a:gd name="connsiteY66" fmla="*/ 5361 h 10000"/>
                <a:gd name="connsiteX67" fmla="*/ 9784 w 9821"/>
                <a:gd name="connsiteY67" fmla="*/ 4895 h 10000"/>
                <a:gd name="connsiteX68" fmla="*/ 9749 w 9821"/>
                <a:gd name="connsiteY68" fmla="*/ 4545 h 10000"/>
                <a:gd name="connsiteX69" fmla="*/ 9785 w 9821"/>
                <a:gd name="connsiteY69" fmla="*/ 4235 h 10000"/>
                <a:gd name="connsiteX70" fmla="*/ 9806 w 9821"/>
                <a:gd name="connsiteY70" fmla="*/ 4046 h 10000"/>
                <a:gd name="connsiteX71" fmla="*/ 9762 w 9821"/>
                <a:gd name="connsiteY71" fmla="*/ 3850 h 10000"/>
                <a:gd name="connsiteX72" fmla="*/ 9745 w 9821"/>
                <a:gd name="connsiteY72" fmla="*/ 3672 h 10000"/>
                <a:gd name="connsiteX73" fmla="*/ 9778 w 9821"/>
                <a:gd name="connsiteY73" fmla="*/ 3420 h 10000"/>
                <a:gd name="connsiteX74" fmla="*/ 9810 w 9821"/>
                <a:gd name="connsiteY74" fmla="*/ 3105 h 10000"/>
                <a:gd name="connsiteX75" fmla="*/ 9713 w 9821"/>
                <a:gd name="connsiteY75" fmla="*/ 2662 h 10000"/>
                <a:gd name="connsiteX76" fmla="*/ 9493 w 9821"/>
                <a:gd name="connsiteY76" fmla="*/ 2264 h 10000"/>
                <a:gd name="connsiteX77" fmla="*/ 9502 w 9821"/>
                <a:gd name="connsiteY77" fmla="*/ 1082 h 10000"/>
                <a:gd name="connsiteX78" fmla="*/ 9319 w 9821"/>
                <a:gd name="connsiteY78" fmla="*/ 1104 h 10000"/>
                <a:gd name="connsiteX79" fmla="*/ 9147 w 9821"/>
                <a:gd name="connsiteY79" fmla="*/ 862 h 10000"/>
                <a:gd name="connsiteX80" fmla="*/ 8841 w 9821"/>
                <a:gd name="connsiteY80" fmla="*/ 1006 h 10000"/>
                <a:gd name="connsiteX81" fmla="*/ 8734 w 9821"/>
                <a:gd name="connsiteY81" fmla="*/ 1267 h 10000"/>
                <a:gd name="connsiteX82" fmla="*/ 8526 w 9821"/>
                <a:gd name="connsiteY82" fmla="*/ 1222 h 10000"/>
                <a:gd name="connsiteX83" fmla="*/ 8389 w 9821"/>
                <a:gd name="connsiteY83" fmla="*/ 1222 h 10000"/>
                <a:gd name="connsiteX84" fmla="*/ 8256 w 9821"/>
                <a:gd name="connsiteY84" fmla="*/ 1153 h 10000"/>
                <a:gd name="connsiteX85" fmla="*/ 8123 w 9821"/>
                <a:gd name="connsiteY85" fmla="*/ 1153 h 10000"/>
                <a:gd name="connsiteX86" fmla="*/ 7953 w 9821"/>
                <a:gd name="connsiteY86" fmla="*/ 1090 h 10000"/>
                <a:gd name="connsiteX87" fmla="*/ 7816 w 9821"/>
                <a:gd name="connsiteY87" fmla="*/ 912 h 10000"/>
                <a:gd name="connsiteX88" fmla="*/ 7365 w 9821"/>
                <a:gd name="connsiteY88" fmla="*/ 722 h 10000"/>
                <a:gd name="connsiteX89" fmla="*/ 7226 w 9821"/>
                <a:gd name="connsiteY89" fmla="*/ 716 h 10000"/>
                <a:gd name="connsiteX90" fmla="*/ 7170 w 9821"/>
                <a:gd name="connsiteY90" fmla="*/ 912 h 10000"/>
                <a:gd name="connsiteX91" fmla="*/ 7086 w 9821"/>
                <a:gd name="connsiteY91" fmla="*/ 722 h 10000"/>
                <a:gd name="connsiteX92" fmla="*/ 6880 w 9821"/>
                <a:gd name="connsiteY92" fmla="*/ 722 h 10000"/>
                <a:gd name="connsiteX93" fmla="*/ 6776 w 9821"/>
                <a:gd name="connsiteY93" fmla="*/ 716 h 10000"/>
                <a:gd name="connsiteX94" fmla="*/ 6742 w 9821"/>
                <a:gd name="connsiteY94" fmla="*/ 916 h 10000"/>
                <a:gd name="connsiteX95" fmla="*/ 6577 w 9821"/>
                <a:gd name="connsiteY95" fmla="*/ 596 h 10000"/>
                <a:gd name="connsiteX96" fmla="*/ 6440 w 9821"/>
                <a:gd name="connsiteY96" fmla="*/ 591 h 10000"/>
                <a:gd name="connsiteX97" fmla="*/ 6356 w 9821"/>
                <a:gd name="connsiteY97" fmla="*/ 528 h 10000"/>
                <a:gd name="connsiteX98" fmla="*/ 5948 w 9821"/>
                <a:gd name="connsiteY98" fmla="*/ 343 h 10000"/>
                <a:gd name="connsiteX99" fmla="*/ 5814 w 9821"/>
                <a:gd name="connsiteY99" fmla="*/ 275 h 10000"/>
                <a:gd name="connsiteX100" fmla="*/ 5757 w 9821"/>
                <a:gd name="connsiteY100" fmla="*/ 143 h 10000"/>
                <a:gd name="connsiteX101" fmla="*/ 5411 w 9821"/>
                <a:gd name="connsiteY101" fmla="*/ 159 h 10000"/>
                <a:gd name="connsiteX102" fmla="*/ 5205 w 9821"/>
                <a:gd name="connsiteY102" fmla="*/ 154 h 10000"/>
                <a:gd name="connsiteX103" fmla="*/ 5113 w 9821"/>
                <a:gd name="connsiteY103" fmla="*/ 143 h 10000"/>
                <a:gd name="connsiteX104" fmla="*/ 4887 w 9821"/>
                <a:gd name="connsiteY104" fmla="*/ 154 h 10000"/>
                <a:gd name="connsiteX105" fmla="*/ 4785 w 9821"/>
                <a:gd name="connsiteY105" fmla="*/ 159 h 10000"/>
                <a:gd name="connsiteX106" fmla="*/ 4688 w 9821"/>
                <a:gd name="connsiteY106" fmla="*/ 138 h 10000"/>
                <a:gd name="connsiteX107" fmla="*/ 4608 w 9821"/>
                <a:gd name="connsiteY107" fmla="*/ 159 h 10000"/>
                <a:gd name="connsiteX108" fmla="*/ 4235 w 9821"/>
                <a:gd name="connsiteY108" fmla="*/ 263 h 10000"/>
                <a:gd name="connsiteX109" fmla="*/ 3895 w 9821"/>
                <a:gd name="connsiteY109" fmla="*/ 339 h 10000"/>
                <a:gd name="connsiteX110" fmla="*/ 3527 w 9821"/>
                <a:gd name="connsiteY110" fmla="*/ 159 h 10000"/>
                <a:gd name="connsiteX111" fmla="*/ 3398 w 9821"/>
                <a:gd name="connsiteY111" fmla="*/ 143 h 10000"/>
                <a:gd name="connsiteX112" fmla="*/ 3184 w 9821"/>
                <a:gd name="connsiteY112" fmla="*/ 159 h 10000"/>
                <a:gd name="connsiteX113" fmla="*/ 3043 w 9821"/>
                <a:gd name="connsiteY113" fmla="*/ 159 h 10000"/>
                <a:gd name="connsiteX114" fmla="*/ 2969 w 9821"/>
                <a:gd name="connsiteY114" fmla="*/ 138 h 10000"/>
                <a:gd name="connsiteX115" fmla="*/ 2699 w 9821"/>
                <a:gd name="connsiteY115" fmla="*/ 159 h 10000"/>
                <a:gd name="connsiteX116" fmla="*/ 2559 w 9821"/>
                <a:gd name="connsiteY116" fmla="*/ 154 h 10000"/>
                <a:gd name="connsiteX117" fmla="*/ 2450 w 9821"/>
                <a:gd name="connsiteY117" fmla="*/ 159 h 10000"/>
                <a:gd name="connsiteX118" fmla="*/ 2329 w 9821"/>
                <a:gd name="connsiteY118" fmla="*/ 143 h 10000"/>
                <a:gd name="connsiteX119" fmla="*/ 1900 w 9821"/>
                <a:gd name="connsiteY119" fmla="*/ 143 h 10000"/>
                <a:gd name="connsiteX120" fmla="*/ 1513 w 9821"/>
                <a:gd name="connsiteY120" fmla="*/ 470 h 10000"/>
                <a:gd name="connsiteX121" fmla="*/ 1392 w 9821"/>
                <a:gd name="connsiteY121" fmla="*/ 596 h 10000"/>
                <a:gd name="connsiteX122" fmla="*/ 1287 w 9821"/>
                <a:gd name="connsiteY122" fmla="*/ 596 h 10000"/>
                <a:gd name="connsiteX123" fmla="*/ 1211 w 9821"/>
                <a:gd name="connsiteY123" fmla="*/ 229 h 10000"/>
                <a:gd name="connsiteX124" fmla="*/ 966 w 9821"/>
                <a:gd name="connsiteY124" fmla="*/ 398 h 10000"/>
                <a:gd name="connsiteX125" fmla="*/ 811 w 9821"/>
                <a:gd name="connsiteY125" fmla="*/ 466 h 10000"/>
                <a:gd name="connsiteX126" fmla="*/ 658 w 9821"/>
                <a:gd name="connsiteY126" fmla="*/ 532 h 10000"/>
                <a:gd name="connsiteX127" fmla="*/ 582 w 9821"/>
                <a:gd name="connsiteY127" fmla="*/ 559 h 10000"/>
                <a:gd name="connsiteX128" fmla="*/ 436 w 9821"/>
                <a:gd name="connsiteY128" fmla="*/ 599 h 10000"/>
                <a:gd name="connsiteX129" fmla="*/ 243 w 9821"/>
                <a:gd name="connsiteY129" fmla="*/ 652 h 10000"/>
                <a:gd name="connsiteX130" fmla="*/ 230 w 9821"/>
                <a:gd name="connsiteY130" fmla="*/ 1234 h 10000"/>
                <a:gd name="connsiteX131" fmla="*/ 157 w 9821"/>
                <a:gd name="connsiteY131" fmla="*/ 1958 h 10000"/>
                <a:gd name="connsiteX132" fmla="*/ 203 w 9821"/>
                <a:gd name="connsiteY132" fmla="*/ 2275 h 10000"/>
                <a:gd name="connsiteX133" fmla="*/ 180 w 9821"/>
                <a:gd name="connsiteY133" fmla="*/ 2708 h 10000"/>
                <a:gd name="connsiteX134" fmla="*/ 230 w 9821"/>
                <a:gd name="connsiteY134" fmla="*/ 2894 h 10000"/>
                <a:gd name="connsiteX135" fmla="*/ 91 w 9821"/>
                <a:gd name="connsiteY135" fmla="*/ 3417 h 10000"/>
                <a:gd name="connsiteX136" fmla="*/ 213 w 9821"/>
                <a:gd name="connsiteY136" fmla="*/ 3625 h 10000"/>
                <a:gd name="connsiteX137" fmla="*/ 190 w 9821"/>
                <a:gd name="connsiteY137" fmla="*/ 4119 h 10000"/>
                <a:gd name="connsiteX138" fmla="*/ 76 w 9821"/>
                <a:gd name="connsiteY138" fmla="*/ 4171 h 10000"/>
                <a:gd name="connsiteX139" fmla="*/ 126 w 9821"/>
                <a:gd name="connsiteY139" fmla="*/ 4398 h 10000"/>
                <a:gd name="connsiteX140" fmla="*/ 56 w 9821"/>
                <a:gd name="connsiteY140" fmla="*/ 4367 h 10000"/>
                <a:gd name="connsiteX141" fmla="*/ 152 w 9821"/>
                <a:gd name="connsiteY141" fmla="*/ 4639 h 10000"/>
                <a:gd name="connsiteX142" fmla="*/ 80 w 9821"/>
                <a:gd name="connsiteY142" fmla="*/ 4735 h 10000"/>
                <a:gd name="connsiteX143" fmla="*/ 131 w 9821"/>
                <a:gd name="connsiteY143" fmla="*/ 5022 h 10000"/>
                <a:gd name="connsiteX144" fmla="*/ 108 w 9821"/>
                <a:gd name="connsiteY144" fmla="*/ 5495 h 10000"/>
                <a:gd name="connsiteX145" fmla="*/ 124 w 9821"/>
                <a:gd name="connsiteY145" fmla="*/ 5741 h 10000"/>
                <a:gd name="connsiteX146" fmla="*/ 97 w 9821"/>
                <a:gd name="connsiteY146" fmla="*/ 6152 h 10000"/>
                <a:gd name="connsiteX147" fmla="*/ 67 w 9821"/>
                <a:gd name="connsiteY147" fmla="*/ 6651 h 10000"/>
                <a:gd name="connsiteX148" fmla="*/ 11 w 9821"/>
                <a:gd name="connsiteY148" fmla="*/ 6954 h 10000"/>
                <a:gd name="connsiteX149" fmla="*/ 54 w 9821"/>
                <a:gd name="connsiteY149" fmla="*/ 7206 h 10000"/>
                <a:gd name="connsiteX150" fmla="*/ 73 w 9821"/>
                <a:gd name="connsiteY150" fmla="*/ 7185 h 10000"/>
                <a:gd name="connsiteX151" fmla="*/ 121 w 9821"/>
                <a:gd name="connsiteY151" fmla="*/ 7468 h 10000"/>
                <a:gd name="connsiteX152" fmla="*/ 70 w 9821"/>
                <a:gd name="connsiteY152" fmla="*/ 7903 h 10000"/>
                <a:gd name="connsiteX153" fmla="*/ 128 w 9821"/>
                <a:gd name="connsiteY153" fmla="*/ 8134 h 10000"/>
                <a:gd name="connsiteX154" fmla="*/ 65 w 9821"/>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70 w 10000"/>
                <a:gd name="connsiteY126" fmla="*/ 532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196 w 10000"/>
                <a:gd name="connsiteY86" fmla="*/ 612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858 w 10000"/>
                <a:gd name="connsiteY110" fmla="*/ 27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20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33 w 10000"/>
                <a:gd name="connsiteY130" fmla="*/ 330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72 w 10000"/>
                <a:gd name="connsiteY98" fmla="*/ 556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489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73 w 10000"/>
                <a:gd name="connsiteY107" fmla="*/ 187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232 w 10000"/>
                <a:gd name="connsiteY120" fmla="*/ 249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52 w 10000"/>
                <a:gd name="connsiteY57" fmla="*/ 9862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72 w 10000"/>
                <a:gd name="connsiteY34" fmla="*/ 998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0000" h="10137">
                  <a:moveTo>
                    <a:pt x="66" y="8640"/>
                  </a:moveTo>
                  <a:cubicBezTo>
                    <a:pt x="46" y="8890"/>
                    <a:pt x="37" y="8848"/>
                    <a:pt x="63" y="9027"/>
                  </a:cubicBezTo>
                  <a:cubicBezTo>
                    <a:pt x="53" y="9166"/>
                    <a:pt x="43" y="9306"/>
                    <a:pt x="33" y="9445"/>
                  </a:cubicBezTo>
                  <a:cubicBezTo>
                    <a:pt x="34" y="9505"/>
                    <a:pt x="155" y="9804"/>
                    <a:pt x="156" y="9864"/>
                  </a:cubicBezTo>
                  <a:lnTo>
                    <a:pt x="473" y="9761"/>
                  </a:lnTo>
                  <a:cubicBezTo>
                    <a:pt x="627" y="10049"/>
                    <a:pt x="738" y="9661"/>
                    <a:pt x="820" y="9701"/>
                  </a:cubicBezTo>
                  <a:cubicBezTo>
                    <a:pt x="901" y="9741"/>
                    <a:pt x="931" y="10000"/>
                    <a:pt x="964" y="10000"/>
                  </a:cubicBezTo>
                  <a:lnTo>
                    <a:pt x="1075" y="9761"/>
                  </a:lnTo>
                  <a:cubicBezTo>
                    <a:pt x="1110" y="9841"/>
                    <a:pt x="1144" y="9920"/>
                    <a:pt x="1179" y="10000"/>
                  </a:cubicBezTo>
                  <a:lnTo>
                    <a:pt x="1322" y="9942"/>
                  </a:lnTo>
                  <a:lnTo>
                    <a:pt x="1466" y="9858"/>
                  </a:lnTo>
                  <a:lnTo>
                    <a:pt x="1806" y="9733"/>
                  </a:lnTo>
                  <a:lnTo>
                    <a:pt x="1931" y="9942"/>
                  </a:lnTo>
                  <a:lnTo>
                    <a:pt x="2078" y="9873"/>
                  </a:lnTo>
                  <a:lnTo>
                    <a:pt x="2231" y="9811"/>
                  </a:lnTo>
                  <a:lnTo>
                    <a:pt x="2371" y="9811"/>
                  </a:lnTo>
                  <a:cubicBezTo>
                    <a:pt x="2408" y="9811"/>
                    <a:pt x="2440" y="9781"/>
                    <a:pt x="2482" y="9811"/>
                  </a:cubicBezTo>
                  <a:cubicBezTo>
                    <a:pt x="2524" y="9841"/>
                    <a:pt x="2575" y="9930"/>
                    <a:pt x="2621" y="9990"/>
                  </a:cubicBezTo>
                  <a:lnTo>
                    <a:pt x="2798" y="9811"/>
                  </a:lnTo>
                  <a:lnTo>
                    <a:pt x="2932" y="9879"/>
                  </a:lnTo>
                  <a:lnTo>
                    <a:pt x="3068" y="9942"/>
                  </a:lnTo>
                  <a:cubicBezTo>
                    <a:pt x="3102" y="9961"/>
                    <a:pt x="3134" y="9981"/>
                    <a:pt x="3168" y="10000"/>
                  </a:cubicBezTo>
                  <a:cubicBezTo>
                    <a:pt x="3207" y="10046"/>
                    <a:pt x="3247" y="10091"/>
                    <a:pt x="3286" y="10137"/>
                  </a:cubicBezTo>
                  <a:cubicBezTo>
                    <a:pt x="3320" y="10119"/>
                    <a:pt x="3346" y="9960"/>
                    <a:pt x="3381" y="9942"/>
                  </a:cubicBezTo>
                  <a:lnTo>
                    <a:pt x="3500" y="9873"/>
                  </a:lnTo>
                  <a:lnTo>
                    <a:pt x="3652" y="9858"/>
                  </a:lnTo>
                  <a:lnTo>
                    <a:pt x="3813" y="9942"/>
                  </a:lnTo>
                  <a:cubicBezTo>
                    <a:pt x="3846" y="9961"/>
                    <a:pt x="3878" y="9981"/>
                    <a:pt x="3911" y="10000"/>
                  </a:cubicBezTo>
                  <a:lnTo>
                    <a:pt x="4022" y="9816"/>
                  </a:lnTo>
                  <a:cubicBezTo>
                    <a:pt x="4056" y="9876"/>
                    <a:pt x="4091" y="9935"/>
                    <a:pt x="4125" y="9995"/>
                  </a:cubicBezTo>
                  <a:cubicBezTo>
                    <a:pt x="4176" y="9933"/>
                    <a:pt x="4228" y="9872"/>
                    <a:pt x="4279" y="9810"/>
                  </a:cubicBezTo>
                  <a:lnTo>
                    <a:pt x="4412" y="9937"/>
                  </a:lnTo>
                  <a:lnTo>
                    <a:pt x="4565" y="9879"/>
                  </a:lnTo>
                  <a:lnTo>
                    <a:pt x="4783" y="9811"/>
                  </a:lnTo>
                  <a:cubicBezTo>
                    <a:pt x="4813" y="9868"/>
                    <a:pt x="4842" y="9924"/>
                    <a:pt x="4872" y="9981"/>
                  </a:cubicBezTo>
                  <a:lnTo>
                    <a:pt x="5155" y="9960"/>
                  </a:lnTo>
                  <a:lnTo>
                    <a:pt x="5329" y="9748"/>
                  </a:lnTo>
                  <a:cubicBezTo>
                    <a:pt x="5365" y="9726"/>
                    <a:pt x="5404" y="9706"/>
                    <a:pt x="5439" y="9684"/>
                  </a:cubicBezTo>
                  <a:lnTo>
                    <a:pt x="5580" y="9679"/>
                  </a:lnTo>
                  <a:cubicBezTo>
                    <a:pt x="5606" y="9609"/>
                    <a:pt x="5733" y="9808"/>
                    <a:pt x="5760" y="9738"/>
                  </a:cubicBezTo>
                  <a:lnTo>
                    <a:pt x="5918" y="9768"/>
                  </a:lnTo>
                  <a:lnTo>
                    <a:pt x="6270" y="9857"/>
                  </a:lnTo>
                  <a:cubicBezTo>
                    <a:pt x="6305" y="9757"/>
                    <a:pt x="6341" y="9658"/>
                    <a:pt x="6376" y="9558"/>
                  </a:cubicBezTo>
                  <a:lnTo>
                    <a:pt x="6483" y="9645"/>
                  </a:lnTo>
                  <a:cubicBezTo>
                    <a:pt x="6531" y="9735"/>
                    <a:pt x="6580" y="9675"/>
                    <a:pt x="6628" y="9765"/>
                  </a:cubicBezTo>
                  <a:cubicBezTo>
                    <a:pt x="6665" y="9675"/>
                    <a:pt x="6696" y="9800"/>
                    <a:pt x="6738" y="9795"/>
                  </a:cubicBezTo>
                  <a:cubicBezTo>
                    <a:pt x="6780" y="9790"/>
                    <a:pt x="6831" y="9735"/>
                    <a:pt x="6878" y="9735"/>
                  </a:cubicBezTo>
                  <a:cubicBezTo>
                    <a:pt x="6952" y="9856"/>
                    <a:pt x="7027" y="9737"/>
                    <a:pt x="7101" y="9858"/>
                  </a:cubicBezTo>
                  <a:lnTo>
                    <a:pt x="7351" y="9726"/>
                  </a:lnTo>
                  <a:lnTo>
                    <a:pt x="7486" y="9735"/>
                  </a:lnTo>
                  <a:cubicBezTo>
                    <a:pt x="7523" y="9795"/>
                    <a:pt x="7626" y="9615"/>
                    <a:pt x="7663" y="9675"/>
                  </a:cubicBezTo>
                  <a:cubicBezTo>
                    <a:pt x="7688" y="9745"/>
                    <a:pt x="7746" y="9635"/>
                    <a:pt x="7771" y="9705"/>
                  </a:cubicBezTo>
                  <a:cubicBezTo>
                    <a:pt x="7811" y="9684"/>
                    <a:pt x="7817" y="9991"/>
                    <a:pt x="7858" y="9970"/>
                  </a:cubicBezTo>
                  <a:cubicBezTo>
                    <a:pt x="7883" y="9983"/>
                    <a:pt x="8040" y="9785"/>
                    <a:pt x="8065" y="9798"/>
                  </a:cubicBezTo>
                  <a:lnTo>
                    <a:pt x="8386" y="9760"/>
                  </a:lnTo>
                  <a:lnTo>
                    <a:pt x="8586" y="9786"/>
                  </a:lnTo>
                  <a:cubicBezTo>
                    <a:pt x="8627" y="9941"/>
                    <a:pt x="8721" y="9649"/>
                    <a:pt x="8762" y="9804"/>
                  </a:cubicBezTo>
                  <a:cubicBezTo>
                    <a:pt x="8815" y="9764"/>
                    <a:pt x="8957" y="10015"/>
                    <a:pt x="9009" y="9975"/>
                  </a:cubicBezTo>
                  <a:cubicBezTo>
                    <a:pt x="9071" y="9825"/>
                    <a:pt x="9267" y="9942"/>
                    <a:pt x="9309" y="9877"/>
                  </a:cubicBezTo>
                  <a:cubicBezTo>
                    <a:pt x="9364" y="9816"/>
                    <a:pt x="9460" y="10015"/>
                    <a:pt x="9516" y="9954"/>
                  </a:cubicBezTo>
                  <a:cubicBezTo>
                    <a:pt x="9566" y="9850"/>
                    <a:pt x="9779" y="9726"/>
                    <a:pt x="9829" y="9622"/>
                  </a:cubicBezTo>
                  <a:cubicBezTo>
                    <a:pt x="9932" y="9327"/>
                    <a:pt x="9782" y="9122"/>
                    <a:pt x="9884" y="8827"/>
                  </a:cubicBezTo>
                  <a:cubicBezTo>
                    <a:pt x="9898" y="8736"/>
                    <a:pt x="9858" y="8137"/>
                    <a:pt x="9872" y="8045"/>
                  </a:cubicBezTo>
                  <a:cubicBezTo>
                    <a:pt x="9885" y="7886"/>
                    <a:pt x="9877" y="7517"/>
                    <a:pt x="9890" y="7359"/>
                  </a:cubicBezTo>
                  <a:cubicBezTo>
                    <a:pt x="9902" y="7272"/>
                    <a:pt x="9946" y="6859"/>
                    <a:pt x="9956" y="6772"/>
                  </a:cubicBezTo>
                  <a:cubicBezTo>
                    <a:pt x="9977" y="6630"/>
                    <a:pt x="9861" y="6130"/>
                    <a:pt x="9881" y="5988"/>
                  </a:cubicBezTo>
                  <a:cubicBezTo>
                    <a:pt x="9898" y="5795"/>
                    <a:pt x="9891" y="5662"/>
                    <a:pt x="9909" y="5470"/>
                  </a:cubicBezTo>
                  <a:cubicBezTo>
                    <a:pt x="9927" y="5301"/>
                    <a:pt x="9893" y="5080"/>
                    <a:pt x="9908" y="4944"/>
                  </a:cubicBezTo>
                  <a:cubicBezTo>
                    <a:pt x="9924" y="4817"/>
                    <a:pt x="9912" y="4721"/>
                    <a:pt x="9927" y="4594"/>
                  </a:cubicBezTo>
                  <a:cubicBezTo>
                    <a:pt x="9940" y="4491"/>
                    <a:pt x="9951" y="4387"/>
                    <a:pt x="9963" y="4284"/>
                  </a:cubicBezTo>
                  <a:cubicBezTo>
                    <a:pt x="9971" y="4221"/>
                    <a:pt x="9978" y="4158"/>
                    <a:pt x="9985" y="4095"/>
                  </a:cubicBezTo>
                  <a:cubicBezTo>
                    <a:pt x="9969" y="4030"/>
                    <a:pt x="9954" y="3964"/>
                    <a:pt x="9940" y="3899"/>
                  </a:cubicBezTo>
                  <a:cubicBezTo>
                    <a:pt x="9934" y="3840"/>
                    <a:pt x="9928" y="3781"/>
                    <a:pt x="9923" y="3721"/>
                  </a:cubicBezTo>
                  <a:cubicBezTo>
                    <a:pt x="9934" y="3636"/>
                    <a:pt x="9945" y="3553"/>
                    <a:pt x="9956" y="3469"/>
                  </a:cubicBezTo>
                  <a:cubicBezTo>
                    <a:pt x="9966" y="3374"/>
                    <a:pt x="10000" y="3280"/>
                    <a:pt x="9989" y="3154"/>
                  </a:cubicBezTo>
                  <a:cubicBezTo>
                    <a:pt x="9956" y="3007"/>
                    <a:pt x="9923" y="2858"/>
                    <a:pt x="9890" y="2711"/>
                  </a:cubicBezTo>
                  <a:cubicBezTo>
                    <a:pt x="9862" y="2648"/>
                    <a:pt x="9968" y="2376"/>
                    <a:pt x="9937" y="2313"/>
                  </a:cubicBezTo>
                  <a:cubicBezTo>
                    <a:pt x="9936" y="2178"/>
                    <a:pt x="9882" y="1266"/>
                    <a:pt x="9881" y="1131"/>
                  </a:cubicBezTo>
                  <a:cubicBezTo>
                    <a:pt x="9856" y="949"/>
                    <a:pt x="9686" y="558"/>
                    <a:pt x="9662" y="376"/>
                  </a:cubicBezTo>
                  <a:cubicBezTo>
                    <a:pt x="9630" y="355"/>
                    <a:pt x="9475" y="393"/>
                    <a:pt x="9444" y="373"/>
                  </a:cubicBezTo>
                  <a:cubicBezTo>
                    <a:pt x="9416" y="311"/>
                    <a:pt x="9236" y="370"/>
                    <a:pt x="9208" y="308"/>
                  </a:cubicBezTo>
                  <a:cubicBezTo>
                    <a:pt x="9180" y="425"/>
                    <a:pt x="9096" y="243"/>
                    <a:pt x="9067" y="360"/>
                  </a:cubicBezTo>
                  <a:cubicBezTo>
                    <a:pt x="9051" y="116"/>
                    <a:pt x="8860" y="828"/>
                    <a:pt x="8844" y="584"/>
                  </a:cubicBezTo>
                  <a:cubicBezTo>
                    <a:pt x="8848" y="345"/>
                    <a:pt x="8690" y="793"/>
                    <a:pt x="8694" y="554"/>
                  </a:cubicBezTo>
                  <a:cubicBezTo>
                    <a:pt x="8688" y="471"/>
                    <a:pt x="8683" y="389"/>
                    <a:pt x="8677" y="306"/>
                  </a:cubicBezTo>
                  <a:cubicBezTo>
                    <a:pt x="8717" y="76"/>
                    <a:pt x="8485" y="742"/>
                    <a:pt x="8525" y="512"/>
                  </a:cubicBezTo>
                  <a:cubicBezTo>
                    <a:pt x="8440" y="742"/>
                    <a:pt x="8486" y="135"/>
                    <a:pt x="8401" y="365"/>
                  </a:cubicBezTo>
                  <a:cubicBezTo>
                    <a:pt x="8376" y="185"/>
                    <a:pt x="8221" y="690"/>
                    <a:pt x="8196" y="510"/>
                  </a:cubicBezTo>
                  <a:cubicBezTo>
                    <a:pt x="8150" y="450"/>
                    <a:pt x="8081" y="392"/>
                    <a:pt x="8034" y="333"/>
                  </a:cubicBezTo>
                  <a:cubicBezTo>
                    <a:pt x="7961" y="170"/>
                    <a:pt x="7811" y="635"/>
                    <a:pt x="7738" y="472"/>
                  </a:cubicBezTo>
                  <a:lnTo>
                    <a:pt x="7532" y="257"/>
                  </a:lnTo>
                  <a:cubicBezTo>
                    <a:pt x="7513" y="322"/>
                    <a:pt x="7353" y="448"/>
                    <a:pt x="7334" y="513"/>
                  </a:cubicBezTo>
                  <a:cubicBezTo>
                    <a:pt x="7306" y="450"/>
                    <a:pt x="7146" y="266"/>
                    <a:pt x="7117" y="203"/>
                  </a:cubicBezTo>
                  <a:cubicBezTo>
                    <a:pt x="7080" y="392"/>
                    <a:pt x="6955" y="223"/>
                    <a:pt x="6918" y="412"/>
                  </a:cubicBezTo>
                  <a:cubicBezTo>
                    <a:pt x="6912" y="530"/>
                    <a:pt x="6906" y="318"/>
                    <a:pt x="6900" y="436"/>
                  </a:cubicBezTo>
                  <a:cubicBezTo>
                    <a:pt x="6887" y="503"/>
                    <a:pt x="6790" y="361"/>
                    <a:pt x="6778" y="427"/>
                  </a:cubicBezTo>
                  <a:cubicBezTo>
                    <a:pt x="6722" y="321"/>
                    <a:pt x="6754" y="483"/>
                    <a:pt x="6697" y="376"/>
                  </a:cubicBezTo>
                  <a:lnTo>
                    <a:pt x="6492" y="252"/>
                  </a:lnTo>
                  <a:cubicBezTo>
                    <a:pt x="6485" y="360"/>
                    <a:pt x="6425" y="170"/>
                    <a:pt x="6418" y="278"/>
                  </a:cubicBezTo>
                  <a:lnTo>
                    <a:pt x="6056" y="392"/>
                  </a:lnTo>
                  <a:cubicBezTo>
                    <a:pt x="6011" y="369"/>
                    <a:pt x="5965" y="347"/>
                    <a:pt x="5920" y="324"/>
                  </a:cubicBezTo>
                  <a:cubicBezTo>
                    <a:pt x="5902" y="280"/>
                    <a:pt x="5881" y="236"/>
                    <a:pt x="5862" y="192"/>
                  </a:cubicBezTo>
                  <a:lnTo>
                    <a:pt x="5510" y="208"/>
                  </a:lnTo>
                  <a:lnTo>
                    <a:pt x="5353" y="4"/>
                  </a:lnTo>
                  <a:cubicBezTo>
                    <a:pt x="5322" y="0"/>
                    <a:pt x="5237" y="196"/>
                    <a:pt x="5206" y="192"/>
                  </a:cubicBezTo>
                  <a:lnTo>
                    <a:pt x="4976" y="203"/>
                  </a:lnTo>
                  <a:lnTo>
                    <a:pt x="4872" y="208"/>
                  </a:lnTo>
                  <a:lnTo>
                    <a:pt x="4752" y="45"/>
                  </a:lnTo>
                  <a:cubicBezTo>
                    <a:pt x="4732" y="99"/>
                    <a:pt x="4712" y="154"/>
                    <a:pt x="4692" y="208"/>
                  </a:cubicBezTo>
                  <a:lnTo>
                    <a:pt x="4312" y="312"/>
                  </a:lnTo>
                  <a:cubicBezTo>
                    <a:pt x="4193" y="49"/>
                    <a:pt x="4343" y="261"/>
                    <a:pt x="4064" y="358"/>
                  </a:cubicBezTo>
                  <a:lnTo>
                    <a:pt x="3861" y="392"/>
                  </a:lnTo>
                  <a:cubicBezTo>
                    <a:pt x="3829" y="390"/>
                    <a:pt x="3623" y="210"/>
                    <a:pt x="3591" y="208"/>
                  </a:cubicBezTo>
                  <a:lnTo>
                    <a:pt x="3460" y="192"/>
                  </a:lnTo>
                  <a:lnTo>
                    <a:pt x="3242" y="208"/>
                  </a:lnTo>
                  <a:lnTo>
                    <a:pt x="3098" y="208"/>
                  </a:lnTo>
                  <a:lnTo>
                    <a:pt x="3023" y="187"/>
                  </a:lnTo>
                  <a:lnTo>
                    <a:pt x="2748" y="447"/>
                  </a:lnTo>
                  <a:lnTo>
                    <a:pt x="2606" y="203"/>
                  </a:lnTo>
                  <a:lnTo>
                    <a:pt x="2495" y="208"/>
                  </a:lnTo>
                  <a:lnTo>
                    <a:pt x="2232" y="249"/>
                  </a:lnTo>
                  <a:lnTo>
                    <a:pt x="1988" y="79"/>
                  </a:lnTo>
                  <a:lnTo>
                    <a:pt x="1541" y="220"/>
                  </a:lnTo>
                  <a:cubicBezTo>
                    <a:pt x="1500" y="262"/>
                    <a:pt x="1469" y="154"/>
                    <a:pt x="1428" y="197"/>
                  </a:cubicBezTo>
                  <a:cubicBezTo>
                    <a:pt x="1392" y="97"/>
                    <a:pt x="1346" y="446"/>
                    <a:pt x="1310" y="346"/>
                  </a:cubicBezTo>
                  <a:cubicBezTo>
                    <a:pt x="1285" y="323"/>
                    <a:pt x="1259" y="301"/>
                    <a:pt x="1233" y="278"/>
                  </a:cubicBezTo>
                  <a:cubicBezTo>
                    <a:pt x="1175" y="404"/>
                    <a:pt x="1042" y="321"/>
                    <a:pt x="984" y="447"/>
                  </a:cubicBezTo>
                  <a:cubicBezTo>
                    <a:pt x="935" y="470"/>
                    <a:pt x="875" y="492"/>
                    <a:pt x="826" y="515"/>
                  </a:cubicBezTo>
                  <a:cubicBezTo>
                    <a:pt x="806" y="577"/>
                    <a:pt x="624" y="340"/>
                    <a:pt x="605" y="402"/>
                  </a:cubicBezTo>
                  <a:cubicBezTo>
                    <a:pt x="615" y="660"/>
                    <a:pt x="484" y="21"/>
                    <a:pt x="495" y="279"/>
                  </a:cubicBezTo>
                  <a:cubicBezTo>
                    <a:pt x="488" y="312"/>
                    <a:pt x="439" y="346"/>
                    <a:pt x="433" y="379"/>
                  </a:cubicBezTo>
                  <a:cubicBezTo>
                    <a:pt x="412" y="466"/>
                    <a:pt x="269" y="614"/>
                    <a:pt x="247" y="701"/>
                  </a:cubicBezTo>
                  <a:cubicBezTo>
                    <a:pt x="203" y="785"/>
                    <a:pt x="192" y="1139"/>
                    <a:pt x="147" y="1223"/>
                  </a:cubicBezTo>
                  <a:cubicBezTo>
                    <a:pt x="119" y="1275"/>
                    <a:pt x="189" y="1955"/>
                    <a:pt x="160" y="2007"/>
                  </a:cubicBezTo>
                  <a:cubicBezTo>
                    <a:pt x="161" y="2183"/>
                    <a:pt x="76" y="2149"/>
                    <a:pt x="77" y="2324"/>
                  </a:cubicBezTo>
                  <a:cubicBezTo>
                    <a:pt x="69" y="2409"/>
                    <a:pt x="191" y="2673"/>
                    <a:pt x="183" y="2757"/>
                  </a:cubicBezTo>
                  <a:cubicBezTo>
                    <a:pt x="201" y="2819"/>
                    <a:pt x="217" y="2881"/>
                    <a:pt x="234" y="2943"/>
                  </a:cubicBezTo>
                  <a:cubicBezTo>
                    <a:pt x="203" y="3007"/>
                    <a:pt x="124" y="3401"/>
                    <a:pt x="93" y="3466"/>
                  </a:cubicBezTo>
                  <a:cubicBezTo>
                    <a:pt x="58" y="3555"/>
                    <a:pt x="253" y="3585"/>
                    <a:pt x="217" y="3674"/>
                  </a:cubicBezTo>
                  <a:cubicBezTo>
                    <a:pt x="209" y="3839"/>
                    <a:pt x="202" y="4003"/>
                    <a:pt x="193" y="4168"/>
                  </a:cubicBezTo>
                  <a:cubicBezTo>
                    <a:pt x="154" y="4185"/>
                    <a:pt x="116" y="4203"/>
                    <a:pt x="77" y="4220"/>
                  </a:cubicBezTo>
                  <a:cubicBezTo>
                    <a:pt x="94" y="4296"/>
                    <a:pt x="111" y="4371"/>
                    <a:pt x="128" y="4447"/>
                  </a:cubicBezTo>
                  <a:cubicBezTo>
                    <a:pt x="104" y="4436"/>
                    <a:pt x="80" y="4426"/>
                    <a:pt x="57" y="4416"/>
                  </a:cubicBezTo>
                  <a:cubicBezTo>
                    <a:pt x="90" y="4507"/>
                    <a:pt x="121" y="4597"/>
                    <a:pt x="155" y="4688"/>
                  </a:cubicBezTo>
                  <a:cubicBezTo>
                    <a:pt x="130" y="4720"/>
                    <a:pt x="106" y="4752"/>
                    <a:pt x="81" y="4784"/>
                  </a:cubicBezTo>
                  <a:cubicBezTo>
                    <a:pt x="73" y="4869"/>
                    <a:pt x="143" y="4985"/>
                    <a:pt x="133" y="5071"/>
                  </a:cubicBezTo>
                  <a:cubicBezTo>
                    <a:pt x="112" y="5258"/>
                    <a:pt x="133" y="5356"/>
                    <a:pt x="110" y="5544"/>
                  </a:cubicBezTo>
                  <a:cubicBezTo>
                    <a:pt x="105" y="5586"/>
                    <a:pt x="131" y="5747"/>
                    <a:pt x="126" y="5790"/>
                  </a:cubicBezTo>
                  <a:cubicBezTo>
                    <a:pt x="117" y="5877"/>
                    <a:pt x="108" y="6114"/>
                    <a:pt x="99" y="6201"/>
                  </a:cubicBezTo>
                  <a:cubicBezTo>
                    <a:pt x="132" y="6348"/>
                    <a:pt x="35" y="6554"/>
                    <a:pt x="68" y="6700"/>
                  </a:cubicBezTo>
                  <a:cubicBezTo>
                    <a:pt x="27" y="6801"/>
                    <a:pt x="53" y="6902"/>
                    <a:pt x="11" y="7003"/>
                  </a:cubicBezTo>
                  <a:cubicBezTo>
                    <a:pt x="0" y="7088"/>
                    <a:pt x="66" y="7171"/>
                    <a:pt x="55" y="7255"/>
                  </a:cubicBezTo>
                  <a:cubicBezTo>
                    <a:pt x="46" y="7338"/>
                    <a:pt x="82" y="7151"/>
                    <a:pt x="74" y="7234"/>
                  </a:cubicBezTo>
                  <a:cubicBezTo>
                    <a:pt x="91" y="7328"/>
                    <a:pt x="107" y="7423"/>
                    <a:pt x="123" y="7517"/>
                  </a:cubicBezTo>
                  <a:cubicBezTo>
                    <a:pt x="111" y="7632"/>
                    <a:pt x="85" y="7836"/>
                    <a:pt x="71" y="7952"/>
                  </a:cubicBezTo>
                  <a:cubicBezTo>
                    <a:pt x="91" y="8029"/>
                    <a:pt x="109" y="8106"/>
                    <a:pt x="130" y="8183"/>
                  </a:cubicBezTo>
                  <a:cubicBezTo>
                    <a:pt x="115" y="8293"/>
                    <a:pt x="149" y="8567"/>
                    <a:pt x="66" y="8640"/>
                  </a:cubicBezTo>
                  <a:close/>
                </a:path>
              </a:pathLst>
            </a:custGeom>
            <a:blipFill dpi="0" rotWithShape="1">
              <a:blip r:embed="rId3" cstate="print">
                <a:lum bright="78000" contrast="-90000"/>
              </a:blip>
              <a:srcRect/>
              <a:tile tx="0" ty="0" sx="100000" sy="100000" flip="none" algn="tl"/>
            </a:blipFill>
            <a:ln w="3175">
              <a:noFill/>
              <a:round/>
              <a:headEnd/>
              <a:tailEnd/>
            </a:ln>
            <a:effectLst>
              <a:outerShdw blurRad="50800" dist="38100" dir="2700000" algn="tl" rotWithShape="0">
                <a:prstClr val="black">
                  <a:alpha val="40000"/>
                </a:prstClr>
              </a:outerShdw>
            </a:effectLst>
          </p:spPr>
          <p:txBody>
            <a:bodyPr vert="horz" wrap="square" lIns="361157" tIns="90295" rIns="180590" bIns="90295" numCol="1" anchor="t" anchorCtr="0" compatLnSpc="1">
              <a:prstTxWarp prst="textNoShape">
                <a:avLst/>
              </a:prstTxWarp>
            </a:bodyPr>
            <a:lstStyle/>
            <a:p>
              <a:pPr marL="1344613" marR="0" lvl="0" defTabSz="914186" eaLnBrk="1" fontAlgn="auto" latinLnBrk="0" hangingPunct="1">
                <a:lnSpc>
                  <a:spcPct val="105000"/>
                </a:lnSpc>
                <a:spcBef>
                  <a:spcPts val="600"/>
                </a:spcBef>
                <a:spcAft>
                  <a:spcPts val="0"/>
                </a:spcAft>
                <a:buClrTx/>
                <a:buSzTx/>
                <a:buFontTx/>
                <a:buNone/>
                <a:tabLst/>
                <a:defRPr/>
              </a:pPr>
              <a:endParaRPr kumimoji="0" lang="en-US" sz="1200" b="0" i="1" u="none" strike="noStrike" kern="0" cap="none" spc="0" normalizeH="0" baseline="0" noProof="0">
                <a:ln>
                  <a:noFill/>
                </a:ln>
                <a:solidFill>
                  <a:srgbClr val="000000"/>
                </a:solidFill>
                <a:effectLst/>
                <a:uLnTx/>
                <a:uFillTx/>
                <a:latin typeface="Palatino Linotype" panose="02040502050505030304" pitchFamily="18" charset="0"/>
              </a:endParaRPr>
            </a:p>
          </p:txBody>
        </p:sp>
        <p:sp>
          <p:nvSpPr>
            <p:cNvPr id="1089" name="TextBox 1088">
              <a:extLst>
                <a:ext uri="{FF2B5EF4-FFF2-40B4-BE49-F238E27FC236}">
                  <a16:creationId xmlns:a16="http://schemas.microsoft.com/office/drawing/2014/main" id="{5E1CEA0A-73D5-DB5B-D64B-AA54AC232116}"/>
                </a:ext>
              </a:extLst>
            </p:cNvPr>
            <p:cNvSpPr txBox="1"/>
            <p:nvPr/>
          </p:nvSpPr>
          <p:spPr>
            <a:xfrm>
              <a:off x="4758776" y="2354816"/>
              <a:ext cx="3920896" cy="210881"/>
            </a:xfrm>
            <a:prstGeom prst="rect">
              <a:avLst/>
            </a:prstGeom>
            <a:noFill/>
          </p:spPr>
          <p:txBody>
            <a:bodyPr wrap="square" rtlCol="0" anchor="ctr">
              <a:spAutoFit/>
            </a:bodyPr>
            <a:lstStyle/>
            <a:p>
              <a:pPr algn="just"/>
              <a:r>
                <a:rPr lang="en-US" sz="1050" i="1" dirty="0">
                  <a:latin typeface="Palatino Linotype" panose="02040502050505030304" pitchFamily="18" charset="0"/>
                </a:rPr>
                <a:t>“[x]”</a:t>
              </a:r>
            </a:p>
          </p:txBody>
        </p:sp>
        <p:sp>
          <p:nvSpPr>
            <p:cNvPr id="1090" name="TextBox 1089">
              <a:extLst>
                <a:ext uri="{FF2B5EF4-FFF2-40B4-BE49-F238E27FC236}">
                  <a16:creationId xmlns:a16="http://schemas.microsoft.com/office/drawing/2014/main" id="{ECC69798-7E1E-627A-CB7B-1ED86EEC6132}"/>
                </a:ext>
              </a:extLst>
            </p:cNvPr>
            <p:cNvSpPr txBox="1"/>
            <p:nvPr/>
          </p:nvSpPr>
          <p:spPr>
            <a:xfrm>
              <a:off x="4758776" y="1930653"/>
              <a:ext cx="3920896" cy="233353"/>
            </a:xfrm>
            <a:prstGeom prst="rect">
              <a:avLst/>
            </a:prstGeom>
            <a:noFill/>
          </p:spPr>
          <p:txBody>
            <a:bodyPr wrap="square" rtlCol="0" anchor="ctr">
              <a:spAutoFit/>
            </a:bodyPr>
            <a:lstStyle/>
            <a:p>
              <a:pPr algn="just">
                <a:lnSpc>
                  <a:spcPct val="119000"/>
                </a:lnSpc>
                <a:spcBef>
                  <a:spcPts val="100"/>
                </a:spcBef>
                <a:spcAft>
                  <a:spcPts val="100"/>
                </a:spcAft>
              </a:pPr>
              <a:r>
                <a:rPr lang="en-US" sz="1100" b="1" u="sng" dirty="0">
                  <a:latin typeface="Palatino Linotype" panose="02040502050505030304" pitchFamily="18" charset="0"/>
                </a:rPr>
                <a:t>[Name] – [Role]</a:t>
              </a:r>
            </a:p>
          </p:txBody>
        </p:sp>
      </p:grpSp>
      <p:sp>
        <p:nvSpPr>
          <p:cNvPr id="1112" name="Rectangle 1111">
            <a:extLst>
              <a:ext uri="{FF2B5EF4-FFF2-40B4-BE49-F238E27FC236}">
                <a16:creationId xmlns:a16="http://schemas.microsoft.com/office/drawing/2014/main" id="{1A4517D6-DBB5-A9F5-D1FE-FC647C20410D}"/>
              </a:ext>
            </a:extLst>
          </p:cNvPr>
          <p:cNvSpPr/>
          <p:nvPr/>
        </p:nvSpPr>
        <p:spPr>
          <a:xfrm>
            <a:off x="324000" y="5688544"/>
            <a:ext cx="4140000" cy="574799"/>
          </a:xfrm>
          <a:prstGeom prst="rect">
            <a:avLst/>
          </a:prstGeom>
          <a:solidFill>
            <a:srgbClr val="EEE7DA">
              <a:alpha val="45098"/>
            </a:srgbClr>
          </a:solidFill>
          <a:ln w="12700" cap="flat" cmpd="sng" algn="ctr">
            <a:solidFill>
              <a:schemeClr val="accent4"/>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u="none" strike="noStrike" kern="0" cap="none" spc="0" normalizeH="0" baseline="0" noProof="0" dirty="0">
                <a:ln>
                  <a:noFill/>
                </a:ln>
                <a:solidFill>
                  <a:schemeClr val="accent4"/>
                </a:solidFill>
                <a:effectLst/>
                <a:uLnTx/>
                <a:uFillTx/>
                <a:latin typeface="Palatino Linotype" panose="02040502050505030304" pitchFamily="18" charset="0"/>
                <a:ea typeface="+mn-ea"/>
                <a:cs typeface="+mn-cs"/>
              </a:rPr>
              <a:t>[x]</a:t>
            </a:r>
          </a:p>
        </p:txBody>
      </p:sp>
      <p:sp>
        <p:nvSpPr>
          <p:cNvPr id="7" name="TextBox 6">
            <a:extLst>
              <a:ext uri="{FF2B5EF4-FFF2-40B4-BE49-F238E27FC236}">
                <a16:creationId xmlns:a16="http://schemas.microsoft.com/office/drawing/2014/main" id="{2623FF35-4715-4CE5-E397-C3A417A1C9F6}"/>
              </a:ext>
            </a:extLst>
          </p:cNvPr>
          <p:cNvSpPr txBox="1">
            <a:spLocks/>
          </p:cNvSpPr>
          <p:nvPr/>
        </p:nvSpPr>
        <p:spPr>
          <a:xfrm>
            <a:off x="342899" y="1345241"/>
            <a:ext cx="4121102" cy="253916"/>
          </a:xfrm>
          <a:prstGeom prst="rect">
            <a:avLst/>
          </a:prstGeom>
          <a:noFill/>
        </p:spPr>
        <p:txBody>
          <a:bodyPr wrap="square" lIns="0" rIns="0" rtlCol="0">
            <a:spAutoFit/>
          </a:bodyPr>
          <a:lstStyle/>
          <a:p>
            <a:pPr marL="180975" indent="-180975">
              <a:spcBef>
                <a:spcPts val="100"/>
              </a:spcBef>
              <a:spcAft>
                <a:spcPts val="100"/>
              </a:spcAft>
              <a:buSzPct val="100000"/>
              <a:buFont typeface="Wingdings" panose="05000000000000000000" pitchFamily="2" charset="2"/>
              <a:buChar char="§"/>
            </a:pPr>
            <a:r>
              <a:rPr lang="en-US" sz="1050" dirty="0">
                <a:latin typeface="Palatino Linotype"/>
              </a:rPr>
              <a:t>[x]</a:t>
            </a:r>
            <a:endParaRPr lang="en-US" sz="1050" dirty="0">
              <a:latin typeface="Palatino Linotype" panose="02040502050505030304" pitchFamily="18" charset="0"/>
            </a:endParaRPr>
          </a:p>
        </p:txBody>
      </p:sp>
      <p:cxnSp>
        <p:nvCxnSpPr>
          <p:cNvPr id="14" name="Straight Connector 13">
            <a:extLst>
              <a:ext uri="{FF2B5EF4-FFF2-40B4-BE49-F238E27FC236}">
                <a16:creationId xmlns:a16="http://schemas.microsoft.com/office/drawing/2014/main" id="{6C6A4182-FCE2-684A-4D1D-AC6D624AB3AC}"/>
              </a:ext>
            </a:extLst>
          </p:cNvPr>
          <p:cNvCxnSpPr>
            <a:cxnSpLocks/>
          </p:cNvCxnSpPr>
          <p:nvPr/>
        </p:nvCxnSpPr>
        <p:spPr>
          <a:xfrm>
            <a:off x="4688656" y="2721473"/>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E108F5F-56FB-953D-D16B-77BE0B5E2BAF}"/>
              </a:ext>
            </a:extLst>
          </p:cNvPr>
          <p:cNvCxnSpPr>
            <a:cxnSpLocks/>
          </p:cNvCxnSpPr>
          <p:nvPr/>
        </p:nvCxnSpPr>
        <p:spPr>
          <a:xfrm>
            <a:off x="4688656" y="2180880"/>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E633D496-3DE0-FF38-489D-15611785C247}"/>
              </a:ext>
            </a:extLst>
          </p:cNvPr>
          <p:cNvSpPr/>
          <p:nvPr/>
        </p:nvSpPr>
        <p:spPr>
          <a:xfrm>
            <a:off x="4681219"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[x]</a:t>
            </a:r>
            <a:endParaRPr lang="en-CA" sz="1200" b="1" kern="0" dirty="0">
              <a:solidFill>
                <a:prstClr val="white"/>
              </a:solidFill>
              <a:latin typeface="Palatino Linotype" panose="02040502050505030304" pitchFamily="18" charset="0"/>
            </a:endParaRPr>
          </a:p>
        </p:txBody>
      </p:sp>
      <p:sp>
        <p:nvSpPr>
          <p:cNvPr id="22" name="Rectangle 21">
            <a:extLst>
              <a:ext uri="{FF2B5EF4-FFF2-40B4-BE49-F238E27FC236}">
                <a16:creationId xmlns:a16="http://schemas.microsoft.com/office/drawing/2014/main" id="{F369E056-B85F-2E8B-B0CF-B3F78EBA4438}"/>
              </a:ext>
            </a:extLst>
          </p:cNvPr>
          <p:cNvSpPr/>
          <p:nvPr/>
        </p:nvSpPr>
        <p:spPr>
          <a:xfrm>
            <a:off x="7498875"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[x]</a:t>
            </a:r>
            <a:endParaRPr lang="en-CA" sz="1200" b="1" kern="0" dirty="0">
              <a:solidFill>
                <a:prstClr val="white"/>
              </a:solidFill>
              <a:latin typeface="Palatino Linotype" panose="02040502050505030304" pitchFamily="18" charset="0"/>
            </a:endParaRPr>
          </a:p>
        </p:txBody>
      </p:sp>
      <p:sp>
        <p:nvSpPr>
          <p:cNvPr id="23" name="Rectangle 22">
            <a:extLst>
              <a:ext uri="{FF2B5EF4-FFF2-40B4-BE49-F238E27FC236}">
                <a16:creationId xmlns:a16="http://schemas.microsoft.com/office/drawing/2014/main" id="{D95E6DF1-251B-AC0B-2E4B-3F7CF168C46D}"/>
              </a:ext>
            </a:extLst>
          </p:cNvPr>
          <p:cNvSpPr/>
          <p:nvPr/>
        </p:nvSpPr>
        <p:spPr>
          <a:xfrm>
            <a:off x="6090047"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Variance</a:t>
            </a:r>
            <a:endParaRPr lang="en-CA" sz="1200" b="1" kern="0" dirty="0">
              <a:solidFill>
                <a:prstClr val="white"/>
              </a:solidFill>
              <a:latin typeface="Palatino Linotype" panose="02040502050505030304" pitchFamily="18" charset="0"/>
            </a:endParaRPr>
          </a:p>
        </p:txBody>
      </p:sp>
    </p:spTree>
    <p:extLst>
      <p:ext uri="{BB962C8B-B14F-4D97-AF65-F5344CB8AC3E}">
        <p14:creationId xmlns:p14="http://schemas.microsoft.com/office/powerpoint/2010/main" val="41273111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00ED0-09D0-1E2D-49C7-792A0CE6C0F9}"/>
            </a:ext>
          </a:extLst>
        </p:cNvPr>
        <p:cNvGrpSpPr/>
        <p:nvPr/>
      </p:nvGrpSpPr>
      <p:grpSpPr>
        <a:xfrm>
          <a:off x="0" y="0"/>
          <a:ext cx="0" cy="0"/>
          <a:chOff x="0" y="0"/>
          <a:chExt cx="0" cy="0"/>
        </a:xfrm>
      </p:grpSpPr>
      <p:sp>
        <p:nvSpPr>
          <p:cNvPr id="5" name="Title 6">
            <a:extLst>
              <a:ext uri="{FF2B5EF4-FFF2-40B4-BE49-F238E27FC236}">
                <a16:creationId xmlns:a16="http://schemas.microsoft.com/office/drawing/2014/main" id="{B251D395-DF2C-B9FC-CCDD-E4A223C12F37}"/>
              </a:ext>
            </a:extLst>
          </p:cNvPr>
          <p:cNvSpPr txBox="1">
            <a:spLocks/>
          </p:cNvSpPr>
          <p:nvPr/>
        </p:nvSpPr>
        <p:spPr>
          <a:xfrm>
            <a:off x="239832" y="116475"/>
            <a:ext cx="8577386" cy="87889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CA" noProof="0"/>
              <a:t>Financial Summary</a:t>
            </a:r>
          </a:p>
        </p:txBody>
      </p:sp>
      <p:sp>
        <p:nvSpPr>
          <p:cNvPr id="7" name="Text Placeholder 1">
            <a:extLst>
              <a:ext uri="{FF2B5EF4-FFF2-40B4-BE49-F238E27FC236}">
                <a16:creationId xmlns:a16="http://schemas.microsoft.com/office/drawing/2014/main" id="{D2C7E012-9AF6-D698-57FE-C511A4D73CF2}"/>
              </a:ext>
            </a:extLst>
          </p:cNvPr>
          <p:cNvSpPr txBox="1">
            <a:spLocks/>
          </p:cNvSpPr>
          <p:nvPr/>
        </p:nvSpPr>
        <p:spPr>
          <a:xfrm>
            <a:off x="1570011" y="6426533"/>
            <a:ext cx="7144619" cy="409085"/>
          </a:xfrm>
          <a:prstGeom prst="rect">
            <a:avLst/>
          </a:prstGeom>
        </p:spPr>
        <p:txBody>
          <a:bodyPr numCol="2" anchor="ctr">
            <a:noAutofit/>
          </a:bodyPr>
          <a:lstStyle>
            <a:lvl1pPr marL="0" indent="0" algn="l" defTabSz="914400" rtl="0" eaLnBrk="1" latinLnBrk="0" hangingPunct="1">
              <a:lnSpc>
                <a:spcPct val="85000"/>
              </a:lnSpc>
              <a:spcBef>
                <a:spcPct val="0"/>
              </a:spcBef>
              <a:buFont typeface="Arial" panose="020B0604020202020204" pitchFamily="34" charset="0"/>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Clr>
                <a:srgbClr val="960000"/>
              </a:buClr>
              <a:buFont typeface="Wingdings" panose="05000000000000000000" pitchFamily="2" charset="2"/>
              <a:buNone/>
              <a:defRPr lang="en-US" sz="1100" b="1" kern="1200" baseline="0" smtClean="0">
                <a:solidFill>
                  <a:srgbClr val="1B2759"/>
                </a:solidFill>
                <a:latin typeface="Palatino Linotype" panose="02040502050505030304" pitchFamily="18" charset="0"/>
                <a:ea typeface="+mj-ea"/>
                <a:cs typeface="+mj-cs"/>
              </a:defRPr>
            </a:lvl2pPr>
            <a:lvl3pPr marL="9144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Font typeface="Arial" panose="020B0604020202020204" pitchFamily="34" charset="0"/>
              <a:buNone/>
              <a:defRPr lang="en-CA" sz="1100" b="1" kern="1200" baseline="0">
                <a:solidFill>
                  <a:srgbClr val="1B2759"/>
                </a:solidFill>
                <a:latin typeface="Palatino Linotype" panose="02040502050505030304" pitchFamily="18" charset="0"/>
                <a:ea typeface="+mj-ea"/>
                <a:cs typeface="+mj-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CA" noProof="0"/>
          </a:p>
        </p:txBody>
      </p:sp>
      <p:sp>
        <p:nvSpPr>
          <p:cNvPr id="9" name="Slide Number Placeholder 3">
            <a:extLst>
              <a:ext uri="{FF2B5EF4-FFF2-40B4-BE49-F238E27FC236}">
                <a16:creationId xmlns:a16="http://schemas.microsoft.com/office/drawing/2014/main" id="{06F78D5A-A5C5-B7FC-C50A-25DCE635920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12" name="Text Placeholder 11">
            <a:extLst>
              <a:ext uri="{FF2B5EF4-FFF2-40B4-BE49-F238E27FC236}">
                <a16:creationId xmlns:a16="http://schemas.microsoft.com/office/drawing/2014/main" id="{56D4B355-464B-A424-BD6F-CE920270ECEA}"/>
              </a:ext>
            </a:extLst>
          </p:cNvPr>
          <p:cNvSpPr>
            <a:spLocks noGrp="1"/>
          </p:cNvSpPr>
          <p:nvPr>
            <p:ph type="body" sz="quarter" idx="13"/>
          </p:nvPr>
        </p:nvSpPr>
        <p:spPr/>
        <p:txBody>
          <a:bodyPr/>
          <a:lstStyle/>
          <a:p>
            <a:r>
              <a:rPr lang="en-CA" dirty="0"/>
              <a:t>Sources: Company </a:t>
            </a:r>
            <a:r>
              <a:rPr lang="en-US" dirty="0"/>
              <a:t>filings</a:t>
            </a:r>
            <a:endParaRPr lang="en-CA" noProof="0" dirty="0"/>
          </a:p>
        </p:txBody>
      </p:sp>
      <p:sp>
        <p:nvSpPr>
          <p:cNvPr id="13" name="Rectangle 12">
            <a:extLst>
              <a:ext uri="{FF2B5EF4-FFF2-40B4-BE49-F238E27FC236}">
                <a16:creationId xmlns:a16="http://schemas.microsoft.com/office/drawing/2014/main" id="{8951852E-D9DF-245E-88BE-4170D215A0E0}"/>
              </a:ext>
            </a:extLst>
          </p:cNvPr>
          <p:cNvSpPr/>
          <p:nvPr/>
        </p:nvSpPr>
        <p:spPr>
          <a:xfrm>
            <a:off x="4677218" y="1052880"/>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#2</a:t>
            </a:r>
            <a:endParaRPr lang="en-CA" sz="1400" b="1" kern="0" baseline="30000" dirty="0">
              <a:solidFill>
                <a:prstClr val="white"/>
              </a:solidFill>
              <a:latin typeface="Palatino Linotype"/>
            </a:endParaRPr>
          </a:p>
        </p:txBody>
      </p:sp>
      <p:sp>
        <p:nvSpPr>
          <p:cNvPr id="14" name="Rectangle 13">
            <a:extLst>
              <a:ext uri="{FF2B5EF4-FFF2-40B4-BE49-F238E27FC236}">
                <a16:creationId xmlns:a16="http://schemas.microsoft.com/office/drawing/2014/main" id="{2618FB19-729A-B0F7-9697-BBA0F2DA3942}"/>
              </a:ext>
            </a:extLst>
          </p:cNvPr>
          <p:cNvSpPr/>
          <p:nvPr/>
        </p:nvSpPr>
        <p:spPr>
          <a:xfrm>
            <a:off x="323850" y="1052880"/>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noProof="0" dirty="0">
                <a:solidFill>
                  <a:prstClr val="white"/>
                </a:solidFill>
                <a:latin typeface="Palatino Linotype"/>
              </a:rPr>
              <a:t>Metric #1</a:t>
            </a:r>
            <a:endParaRPr lang="en-CA" sz="1400" b="1" kern="0" baseline="30000" noProof="0" dirty="0">
              <a:solidFill>
                <a:prstClr val="white"/>
              </a:solidFill>
              <a:latin typeface="Palatino Linotype"/>
            </a:endParaRPr>
          </a:p>
        </p:txBody>
      </p:sp>
      <p:sp>
        <p:nvSpPr>
          <p:cNvPr id="15" name="Rectangle 14">
            <a:extLst>
              <a:ext uri="{FF2B5EF4-FFF2-40B4-BE49-F238E27FC236}">
                <a16:creationId xmlns:a16="http://schemas.microsoft.com/office/drawing/2014/main" id="{147AF6CB-D1FE-E8A1-D27A-5710411013C5}"/>
              </a:ext>
            </a:extLst>
          </p:cNvPr>
          <p:cNvSpPr/>
          <p:nvPr/>
        </p:nvSpPr>
        <p:spPr>
          <a:xfrm>
            <a:off x="4677218" y="3707341"/>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#4</a:t>
            </a:r>
            <a:endParaRPr lang="en-CA" sz="1400" b="1" kern="0" baseline="30000" dirty="0">
              <a:solidFill>
                <a:prstClr val="white"/>
              </a:solidFill>
              <a:latin typeface="Palatino Linotype"/>
            </a:endParaRPr>
          </a:p>
        </p:txBody>
      </p:sp>
      <p:sp>
        <p:nvSpPr>
          <p:cNvPr id="16" name="Rectangle 15">
            <a:extLst>
              <a:ext uri="{FF2B5EF4-FFF2-40B4-BE49-F238E27FC236}">
                <a16:creationId xmlns:a16="http://schemas.microsoft.com/office/drawing/2014/main" id="{DE36990D-B899-12EE-9AD8-00F7979103E0}"/>
              </a:ext>
            </a:extLst>
          </p:cNvPr>
          <p:cNvSpPr/>
          <p:nvPr/>
        </p:nvSpPr>
        <p:spPr>
          <a:xfrm>
            <a:off x="323850" y="3753061"/>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#3</a:t>
            </a:r>
            <a:endParaRPr lang="en-CA" sz="1400" b="1" kern="0" baseline="30000" dirty="0">
              <a:solidFill>
                <a:prstClr val="white"/>
              </a:solidFill>
              <a:latin typeface="Palatino Linotype"/>
            </a:endParaRPr>
          </a:p>
        </p:txBody>
      </p:sp>
      <p:sp>
        <p:nvSpPr>
          <p:cNvPr id="8" name="Rectangle 7">
            <a:extLst>
              <a:ext uri="{FF2B5EF4-FFF2-40B4-BE49-F238E27FC236}">
                <a16:creationId xmlns:a16="http://schemas.microsoft.com/office/drawing/2014/main" id="{98026FBA-DD1F-093F-F759-4B7DD9350A52}"/>
              </a:ext>
            </a:extLst>
          </p:cNvPr>
          <p:cNvSpPr/>
          <p:nvPr/>
        </p:nvSpPr>
        <p:spPr>
          <a:xfrm>
            <a:off x="4677218"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#2 Chart]</a:t>
            </a:r>
          </a:p>
        </p:txBody>
      </p:sp>
      <p:sp>
        <p:nvSpPr>
          <p:cNvPr id="18" name="Rectangle 17">
            <a:extLst>
              <a:ext uri="{FF2B5EF4-FFF2-40B4-BE49-F238E27FC236}">
                <a16:creationId xmlns:a16="http://schemas.microsoft.com/office/drawing/2014/main" id="{4DDF0A58-A20D-D539-881B-7AFFB4BC7937}"/>
              </a:ext>
            </a:extLst>
          </p:cNvPr>
          <p:cNvSpPr/>
          <p:nvPr/>
        </p:nvSpPr>
        <p:spPr>
          <a:xfrm>
            <a:off x="323850"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#1 Chart]</a:t>
            </a:r>
          </a:p>
        </p:txBody>
      </p:sp>
      <p:sp>
        <p:nvSpPr>
          <p:cNvPr id="19" name="Rectangle 18">
            <a:extLst>
              <a:ext uri="{FF2B5EF4-FFF2-40B4-BE49-F238E27FC236}">
                <a16:creationId xmlns:a16="http://schemas.microsoft.com/office/drawing/2014/main" id="{3D63DBF6-D3ED-8531-1CD1-C8549A7ACFDD}"/>
              </a:ext>
            </a:extLst>
          </p:cNvPr>
          <p:cNvSpPr/>
          <p:nvPr/>
        </p:nvSpPr>
        <p:spPr>
          <a:xfrm>
            <a:off x="4677218"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#4 Chart]</a:t>
            </a:r>
          </a:p>
        </p:txBody>
      </p:sp>
      <p:sp>
        <p:nvSpPr>
          <p:cNvPr id="20" name="Rectangle 19">
            <a:extLst>
              <a:ext uri="{FF2B5EF4-FFF2-40B4-BE49-F238E27FC236}">
                <a16:creationId xmlns:a16="http://schemas.microsoft.com/office/drawing/2014/main" id="{55766461-7E60-3504-37F4-F774A220C4C1}"/>
              </a:ext>
            </a:extLst>
          </p:cNvPr>
          <p:cNvSpPr/>
          <p:nvPr/>
        </p:nvSpPr>
        <p:spPr>
          <a:xfrm>
            <a:off x="323850"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#3 Chart]</a:t>
            </a:r>
          </a:p>
        </p:txBody>
      </p:sp>
    </p:spTree>
    <p:extLst>
      <p:ext uri="{BB962C8B-B14F-4D97-AF65-F5344CB8AC3E}">
        <p14:creationId xmlns:p14="http://schemas.microsoft.com/office/powerpoint/2010/main" val="26897323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ACC36-8070-34BC-7737-A9FEC2D6538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92A2827-59F5-1988-A148-ED05BECC8CFF}"/>
              </a:ext>
            </a:extLst>
          </p:cNvPr>
          <p:cNvSpPr>
            <a:spLocks noGrp="1"/>
          </p:cNvSpPr>
          <p:nvPr>
            <p:ph type="title"/>
          </p:nvPr>
        </p:nvSpPr>
        <p:spPr/>
        <p:txBody>
          <a:bodyPr>
            <a:normAutofit/>
          </a:bodyPr>
          <a:lstStyle/>
          <a:p>
            <a:r>
              <a:rPr lang="en-CA" noProof="0"/>
              <a:t>Potential Perceived Acquiror Considerations and Mitigants</a:t>
            </a:r>
          </a:p>
        </p:txBody>
      </p:sp>
      <p:sp>
        <p:nvSpPr>
          <p:cNvPr id="4" name="Slide Number Placeholder 3">
            <a:extLst>
              <a:ext uri="{FF2B5EF4-FFF2-40B4-BE49-F238E27FC236}">
                <a16:creationId xmlns:a16="http://schemas.microsoft.com/office/drawing/2014/main" id="{82160B28-B7D9-7C9A-39A6-F93004E64ED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a:extLst>
              <a:ext uri="{FF2B5EF4-FFF2-40B4-BE49-F238E27FC236}">
                <a16:creationId xmlns:a16="http://schemas.microsoft.com/office/drawing/2014/main" id="{117EE55C-4619-2DD7-BD08-0D2A21177E4C}"/>
              </a:ext>
            </a:extLst>
          </p:cNvPr>
          <p:cNvSpPr>
            <a:spLocks noGrp="1"/>
          </p:cNvSpPr>
          <p:nvPr>
            <p:ph type="body" sz="quarter" idx="13"/>
          </p:nvPr>
        </p:nvSpPr>
        <p:spPr/>
        <p:txBody>
          <a:bodyPr/>
          <a:lstStyle/>
          <a:p>
            <a:endParaRPr lang="en-CA" noProof="0"/>
          </a:p>
        </p:txBody>
      </p:sp>
      <p:sp>
        <p:nvSpPr>
          <p:cNvPr id="7" name="Text Placeholder 6">
            <a:extLst>
              <a:ext uri="{FF2B5EF4-FFF2-40B4-BE49-F238E27FC236}">
                <a16:creationId xmlns:a16="http://schemas.microsoft.com/office/drawing/2014/main" id="{1C2AF783-5D80-A5E8-526E-CB9581D5B86E}"/>
              </a:ext>
            </a:extLst>
          </p:cNvPr>
          <p:cNvSpPr>
            <a:spLocks noGrp="1"/>
          </p:cNvSpPr>
          <p:nvPr>
            <p:ph type="body" sz="quarter" idx="15"/>
          </p:nvPr>
        </p:nvSpPr>
        <p:spPr/>
        <p:txBody>
          <a:bodyPr/>
          <a:lstStyle/>
          <a:p>
            <a:r>
              <a:rPr lang="en-CA" noProof="0" dirty="0"/>
              <a:t>[x]</a:t>
            </a:r>
          </a:p>
        </p:txBody>
      </p:sp>
      <p:graphicFrame>
        <p:nvGraphicFramePr>
          <p:cNvPr id="5" name="Table 4">
            <a:extLst>
              <a:ext uri="{FF2B5EF4-FFF2-40B4-BE49-F238E27FC236}">
                <a16:creationId xmlns:a16="http://schemas.microsoft.com/office/drawing/2014/main" id="{1D0C48F9-AD52-56D3-A8BB-0CA7D1CB118A}"/>
              </a:ext>
            </a:extLst>
          </p:cNvPr>
          <p:cNvGraphicFramePr>
            <a:graphicFrameLocks noGrp="1"/>
          </p:cNvGraphicFramePr>
          <p:nvPr>
            <p:extLst>
              <p:ext uri="{D42A27DB-BD31-4B8C-83A1-F6EECF244321}">
                <p14:modId xmlns:p14="http://schemas.microsoft.com/office/powerpoint/2010/main" val="3719661829"/>
              </p:ext>
            </p:extLst>
          </p:nvPr>
        </p:nvGraphicFramePr>
        <p:xfrm>
          <a:off x="330539" y="1021262"/>
          <a:ext cx="8482922" cy="4728860"/>
        </p:xfrm>
        <a:graphic>
          <a:graphicData uri="http://schemas.openxmlformats.org/drawingml/2006/table">
            <a:tbl>
              <a:tblPr firstRow="1" bandRow="1">
                <a:tableStyleId>{5C22544A-7EE6-4342-B048-85BDC9FD1C3A}</a:tableStyleId>
              </a:tblPr>
              <a:tblGrid>
                <a:gridCol w="2585231">
                  <a:extLst>
                    <a:ext uri="{9D8B030D-6E8A-4147-A177-3AD203B41FA5}">
                      <a16:colId xmlns:a16="http://schemas.microsoft.com/office/drawing/2014/main" val="2800225439"/>
                    </a:ext>
                  </a:extLst>
                </a:gridCol>
                <a:gridCol w="5897691">
                  <a:extLst>
                    <a:ext uri="{9D8B030D-6E8A-4147-A177-3AD203B41FA5}">
                      <a16:colId xmlns:a16="http://schemas.microsoft.com/office/drawing/2014/main" val="2613517522"/>
                    </a:ext>
                  </a:extLst>
                </a:gridCol>
              </a:tblGrid>
              <a:tr h="360157">
                <a:tc>
                  <a:txBody>
                    <a:bodyPr/>
                    <a:lstStyle/>
                    <a:p>
                      <a:pPr algn="ctr"/>
                      <a:r>
                        <a:rPr lang="en-CA" sz="1200" b="1" noProof="0">
                          <a:latin typeface="Palatino Linotype" panose="02040502050505030304" pitchFamily="18" charset="0"/>
                        </a:rPr>
                        <a:t>Considerations</a:t>
                      </a:r>
                    </a:p>
                  </a:txBody>
                  <a:tcPr anchor="ctr">
                    <a:lnB w="38100" cmpd="sng">
                      <a:noFill/>
                    </a:lnB>
                  </a:tcPr>
                </a:tc>
                <a:tc>
                  <a:txBody>
                    <a:bodyPr/>
                    <a:lstStyle/>
                    <a:p>
                      <a:pPr algn="ctr"/>
                      <a:r>
                        <a:rPr lang="en-CA" sz="1200" b="1" noProof="0">
                          <a:latin typeface="Palatino Linotype" panose="02040502050505030304" pitchFamily="18" charset="0"/>
                        </a:rPr>
                        <a:t>Mitigants</a:t>
                      </a:r>
                    </a:p>
                  </a:txBody>
                  <a:tcPr anchor="ctr">
                    <a:lnB w="38100" cmpd="sng">
                      <a:noFill/>
                    </a:lnB>
                  </a:tcPr>
                </a:tc>
                <a:extLst>
                  <a:ext uri="{0D108BD9-81ED-4DB2-BD59-A6C34878D82A}">
                    <a16:rowId xmlns:a16="http://schemas.microsoft.com/office/drawing/2014/main" val="240832231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4694652"/>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376479087"/>
                  </a:ext>
                </a:extLst>
              </a:tr>
              <a:tr h="1087275">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2454779"/>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288448097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517365"/>
                  </a:ext>
                </a:extLst>
              </a:tr>
            </a:tbl>
          </a:graphicData>
        </a:graphic>
      </p:graphicFrame>
    </p:spTree>
    <p:extLst>
      <p:ext uri="{BB962C8B-B14F-4D97-AF65-F5344CB8AC3E}">
        <p14:creationId xmlns:p14="http://schemas.microsoft.com/office/powerpoint/2010/main" val="36703951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sz="2200" dirty="0"/>
              <a:t>Comparable</a:t>
            </a:r>
            <a:r>
              <a:rPr lang="en-CA" dirty="0"/>
              <a:t> Companies Financial Analysis</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fld id="{B0BBF262-6B1A-47DC-B7A7-A92B0DCA2A1B}" type="slidenum">
              <a:rPr lang="en-CA" smtClean="0"/>
              <a:pPr/>
              <a:t>10</a:t>
            </a:fld>
            <a:endParaRPr lang="en-CA"/>
          </a:p>
        </p:txBody>
      </p:sp>
      <p:sp>
        <p:nvSpPr>
          <p:cNvPr id="2" name="Text Placeholder 1"/>
          <p:cNvSpPr>
            <a:spLocks noGrp="1"/>
          </p:cNvSpPr>
          <p:nvPr>
            <p:ph type="body" sz="quarter" idx="13"/>
          </p:nvPr>
        </p:nvSpPr>
        <p:spPr/>
        <p:txBody>
          <a:bodyPr numCol="1"/>
          <a:lstStyle/>
          <a:p>
            <a:r>
              <a:rPr lang="fr-FR" dirty="0"/>
              <a:t>Sources: S&amp;P Capital IQ</a:t>
            </a:r>
          </a:p>
          <a:p>
            <a:r>
              <a:rPr lang="en-US" dirty="0"/>
              <a:t>Note: All figures in [x]$MM, except where indicated otherwise</a:t>
            </a:r>
            <a:endParaRPr lang="en-CA" dirty="0"/>
          </a:p>
        </p:txBody>
      </p:sp>
      <p:sp>
        <p:nvSpPr>
          <p:cNvPr id="6" name="Text Placeholder 5">
            <a:extLst>
              <a:ext uri="{FF2B5EF4-FFF2-40B4-BE49-F238E27FC236}">
                <a16:creationId xmlns:a16="http://schemas.microsoft.com/office/drawing/2014/main" id="{D337A2E9-B6A9-608E-EC83-4FA7F3CC04C0}"/>
              </a:ext>
            </a:extLst>
          </p:cNvPr>
          <p:cNvSpPr>
            <a:spLocks noGrp="1"/>
          </p:cNvSpPr>
          <p:nvPr>
            <p:ph type="body" sz="quarter" idx="15"/>
          </p:nvPr>
        </p:nvSpPr>
        <p:spPr/>
        <p:txBody>
          <a:bodyPr lIns="36000" tIns="36000" rIns="36000" bIns="36000"/>
          <a:lstStyle/>
          <a:p>
            <a:r>
              <a:rPr lang="en-US" dirty="0"/>
              <a:t>[x]</a:t>
            </a:r>
          </a:p>
        </p:txBody>
      </p:sp>
      <p:sp>
        <p:nvSpPr>
          <p:cNvPr id="4" name="Rectangle 3">
            <a:extLst>
              <a:ext uri="{FF2B5EF4-FFF2-40B4-BE49-F238E27FC236}">
                <a16:creationId xmlns:a16="http://schemas.microsoft.com/office/drawing/2014/main" id="{BF491425-9373-AF0C-EE39-F89EE40C43F3}"/>
              </a:ext>
            </a:extLst>
          </p:cNvPr>
          <p:cNvSpPr/>
          <p:nvPr/>
        </p:nvSpPr>
        <p:spPr>
          <a:xfrm>
            <a:off x="348074" y="1074142"/>
            <a:ext cx="8447852" cy="461804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Comps Chart]</a:t>
            </a:r>
          </a:p>
        </p:txBody>
      </p:sp>
    </p:spTree>
    <p:extLst>
      <p:ext uri="{BB962C8B-B14F-4D97-AF65-F5344CB8AC3E}">
        <p14:creationId xmlns:p14="http://schemas.microsoft.com/office/powerpoint/2010/main" val="22099226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75E22-0210-7536-0B5B-811756024B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1CFA3F-7234-C715-7BAE-0F44F1648BE0}"/>
              </a:ext>
            </a:extLst>
          </p:cNvPr>
          <p:cNvSpPr>
            <a:spLocks noGrp="1"/>
          </p:cNvSpPr>
          <p:nvPr>
            <p:ph type="title"/>
          </p:nvPr>
        </p:nvSpPr>
        <p:spPr/>
        <p:txBody>
          <a:bodyPr>
            <a:normAutofit/>
          </a:bodyPr>
          <a:lstStyle/>
          <a:p>
            <a:r>
              <a:rPr lang="en-US"/>
              <a:t>Key Investment Highlights</a:t>
            </a:r>
            <a:endParaRPr lang="en-CA"/>
          </a:p>
        </p:txBody>
      </p:sp>
      <p:sp>
        <p:nvSpPr>
          <p:cNvPr id="5" name="Slide Number Placeholder 4">
            <a:extLst>
              <a:ext uri="{FF2B5EF4-FFF2-40B4-BE49-F238E27FC236}">
                <a16:creationId xmlns:a16="http://schemas.microsoft.com/office/drawing/2014/main" id="{6C45219E-9729-308D-4FE5-1598C27A5B82}"/>
              </a:ext>
            </a:extLst>
          </p:cNvPr>
          <p:cNvSpPr>
            <a:spLocks noGrp="1"/>
          </p:cNvSpPr>
          <p:nvPr>
            <p:ph type="sldNum" sz="quarter" idx="12"/>
          </p:nvPr>
        </p:nvSpPr>
        <p:spPr/>
        <p:txBody>
          <a:bodyPr/>
          <a:lstStyle/>
          <a:p>
            <a:fld id="{B0BBF262-6B1A-47DC-B7A7-A92B0DCA2A1B}" type="slidenum">
              <a:rPr lang="en-CA" smtClean="0"/>
              <a:t>11</a:t>
            </a:fld>
            <a:endParaRPr lang="en-CA"/>
          </a:p>
        </p:txBody>
      </p:sp>
      <p:sp>
        <p:nvSpPr>
          <p:cNvPr id="14" name="Text Placeholder 13">
            <a:extLst>
              <a:ext uri="{FF2B5EF4-FFF2-40B4-BE49-F238E27FC236}">
                <a16:creationId xmlns:a16="http://schemas.microsoft.com/office/drawing/2014/main" id="{C268EA0E-B4EE-E373-B01D-5A8296A5B1E8}"/>
              </a:ext>
            </a:extLst>
          </p:cNvPr>
          <p:cNvSpPr>
            <a:spLocks noGrp="1"/>
          </p:cNvSpPr>
          <p:nvPr>
            <p:ph type="body" sz="quarter" idx="13"/>
          </p:nvPr>
        </p:nvSpPr>
        <p:spPr/>
        <p:txBody>
          <a:bodyPr/>
          <a:lstStyle/>
          <a:p>
            <a:r>
              <a:rPr lang="en-US" dirty="0"/>
              <a:t>Note: All figures in [x]$MM unless indicated otherwise</a:t>
            </a:r>
          </a:p>
        </p:txBody>
      </p:sp>
      <p:sp>
        <p:nvSpPr>
          <p:cNvPr id="3" name="Text Placeholder 2">
            <a:extLst>
              <a:ext uri="{FF2B5EF4-FFF2-40B4-BE49-F238E27FC236}">
                <a16:creationId xmlns:a16="http://schemas.microsoft.com/office/drawing/2014/main" id="{8E570E2B-A521-20E2-0FEB-D22E4136A735}"/>
              </a:ext>
            </a:extLst>
          </p:cNvPr>
          <p:cNvSpPr>
            <a:spLocks noGrp="1"/>
          </p:cNvSpPr>
          <p:nvPr>
            <p:ph type="body" sz="quarter" idx="15"/>
          </p:nvPr>
        </p:nvSpPr>
        <p:spPr/>
        <p:txBody>
          <a:bodyPr/>
          <a:lstStyle/>
          <a:p>
            <a:r>
              <a:rPr lang="en-US" dirty="0"/>
              <a:t>[x]</a:t>
            </a:r>
          </a:p>
        </p:txBody>
      </p:sp>
      <p:grpSp>
        <p:nvGrpSpPr>
          <p:cNvPr id="2243" name="Group 2242">
            <a:extLst>
              <a:ext uri="{FF2B5EF4-FFF2-40B4-BE49-F238E27FC236}">
                <a16:creationId xmlns:a16="http://schemas.microsoft.com/office/drawing/2014/main" id="{6C6B3A7A-3C08-4A6F-6375-07D6EDE0F566}"/>
              </a:ext>
            </a:extLst>
          </p:cNvPr>
          <p:cNvGrpSpPr/>
          <p:nvPr/>
        </p:nvGrpSpPr>
        <p:grpSpPr>
          <a:xfrm>
            <a:off x="235910" y="1049085"/>
            <a:ext cx="8588180" cy="1155939"/>
            <a:chOff x="235910" y="1049085"/>
            <a:chExt cx="8588180" cy="1155939"/>
          </a:xfrm>
        </p:grpSpPr>
        <p:grpSp>
          <p:nvGrpSpPr>
            <p:cNvPr id="11" name="Group 10">
              <a:extLst>
                <a:ext uri="{FF2B5EF4-FFF2-40B4-BE49-F238E27FC236}">
                  <a16:creationId xmlns:a16="http://schemas.microsoft.com/office/drawing/2014/main" id="{F7E87DBC-6D20-4210-B9E6-FC3CA7597909}"/>
                </a:ext>
              </a:extLst>
            </p:cNvPr>
            <p:cNvGrpSpPr/>
            <p:nvPr/>
          </p:nvGrpSpPr>
          <p:grpSpPr>
            <a:xfrm>
              <a:off x="510415" y="1049085"/>
              <a:ext cx="8313675" cy="1155939"/>
              <a:chOff x="510415" y="1045462"/>
              <a:chExt cx="8313675" cy="955964"/>
            </a:xfrm>
          </p:grpSpPr>
          <p:sp>
            <p:nvSpPr>
              <p:cNvPr id="20" name="Rectangle 19">
                <a:extLst>
                  <a:ext uri="{FF2B5EF4-FFF2-40B4-BE49-F238E27FC236}">
                    <a16:creationId xmlns:a16="http://schemas.microsoft.com/office/drawing/2014/main" id="{95A00408-F9EF-B62B-1361-74CD49EAE5F1}"/>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25" name="Arrow: Pentagon 24">
                <a:extLst>
                  <a:ext uri="{FF2B5EF4-FFF2-40B4-BE49-F238E27FC236}">
                    <a16:creationId xmlns:a16="http://schemas.microsoft.com/office/drawing/2014/main" id="{8D0F7FC0-295D-3E2C-EEC5-6583FA43407C}"/>
                  </a:ext>
                </a:extLst>
              </p:cNvPr>
              <p:cNvSpPr/>
              <p:nvPr/>
            </p:nvSpPr>
            <p:spPr>
              <a:xfrm>
                <a:off x="510415" y="1045462"/>
                <a:ext cx="2260213" cy="955964"/>
              </a:xfrm>
              <a:prstGeom prst="homePlate">
                <a:avLst>
                  <a:gd name="adj" fmla="val 29380"/>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#1]</a:t>
                </a:r>
              </a:p>
            </p:txBody>
          </p:sp>
          <p:sp>
            <p:nvSpPr>
              <p:cNvPr id="18" name="Rectangle 17">
                <a:extLst>
                  <a:ext uri="{FF2B5EF4-FFF2-40B4-BE49-F238E27FC236}">
                    <a16:creationId xmlns:a16="http://schemas.microsoft.com/office/drawing/2014/main" id="{560BF95E-74ED-E3A7-6168-0680555F2F9F}"/>
                  </a:ext>
                </a:extLst>
              </p:cNvPr>
              <p:cNvSpPr/>
              <p:nvPr/>
            </p:nvSpPr>
            <p:spPr>
              <a:xfrm>
                <a:off x="2770762" y="104546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43" name="Oval 42">
              <a:extLst>
                <a:ext uri="{FF2B5EF4-FFF2-40B4-BE49-F238E27FC236}">
                  <a16:creationId xmlns:a16="http://schemas.microsoft.com/office/drawing/2014/main" id="{A5BDFC9B-5F2B-42BA-043F-8C2197497F34}"/>
                </a:ext>
              </a:extLst>
            </p:cNvPr>
            <p:cNvSpPr/>
            <p:nvPr/>
          </p:nvSpPr>
          <p:spPr>
            <a:xfrm>
              <a:off x="235910" y="1352548"/>
              <a:ext cx="549012" cy="549012"/>
            </a:xfrm>
            <a:prstGeom prst="ellipse">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1</a:t>
              </a:r>
            </a:p>
          </p:txBody>
        </p:sp>
      </p:grpSp>
      <p:grpSp>
        <p:nvGrpSpPr>
          <p:cNvPr id="2246" name="Group 2245">
            <a:extLst>
              <a:ext uri="{FF2B5EF4-FFF2-40B4-BE49-F238E27FC236}">
                <a16:creationId xmlns:a16="http://schemas.microsoft.com/office/drawing/2014/main" id="{EC258830-0970-35D4-16E6-59F114AE6C76}"/>
              </a:ext>
            </a:extLst>
          </p:cNvPr>
          <p:cNvGrpSpPr/>
          <p:nvPr/>
        </p:nvGrpSpPr>
        <p:grpSpPr>
          <a:xfrm>
            <a:off x="235910" y="4632373"/>
            <a:ext cx="8588180" cy="1155939"/>
            <a:chOff x="235910" y="4632373"/>
            <a:chExt cx="8588180" cy="1155939"/>
          </a:xfrm>
        </p:grpSpPr>
        <p:grpSp>
          <p:nvGrpSpPr>
            <p:cNvPr id="53" name="Group 52">
              <a:extLst>
                <a:ext uri="{FF2B5EF4-FFF2-40B4-BE49-F238E27FC236}">
                  <a16:creationId xmlns:a16="http://schemas.microsoft.com/office/drawing/2014/main" id="{537826DA-D22A-1FD1-B444-43AD503B14AB}"/>
                </a:ext>
              </a:extLst>
            </p:cNvPr>
            <p:cNvGrpSpPr/>
            <p:nvPr/>
          </p:nvGrpSpPr>
          <p:grpSpPr>
            <a:xfrm>
              <a:off x="510415" y="4632373"/>
              <a:ext cx="8313675" cy="1155939"/>
              <a:chOff x="510415" y="1045462"/>
              <a:chExt cx="8313675" cy="955964"/>
            </a:xfrm>
          </p:grpSpPr>
          <p:sp>
            <p:nvSpPr>
              <p:cNvPr id="56" name="Rectangle 55">
                <a:extLst>
                  <a:ext uri="{FF2B5EF4-FFF2-40B4-BE49-F238E27FC236}">
                    <a16:creationId xmlns:a16="http://schemas.microsoft.com/office/drawing/2014/main" id="{AA5FC770-3994-7C60-93A2-E19E0C90CBC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7" name="Arrow: Pentagon 56">
                <a:extLst>
                  <a:ext uri="{FF2B5EF4-FFF2-40B4-BE49-F238E27FC236}">
                    <a16:creationId xmlns:a16="http://schemas.microsoft.com/office/drawing/2014/main" id="{F77FA99E-D651-D394-9816-7782F9EC7E72}"/>
                  </a:ext>
                </a:extLst>
              </p:cNvPr>
              <p:cNvSpPr/>
              <p:nvPr/>
            </p:nvSpPr>
            <p:spPr>
              <a:xfrm>
                <a:off x="510415" y="1045462"/>
                <a:ext cx="2260213" cy="955964"/>
              </a:xfrm>
              <a:prstGeom prst="homePlate">
                <a:avLst>
                  <a:gd name="adj" fmla="val 28556"/>
                </a:avLst>
              </a:prstGeom>
              <a:solidFill>
                <a:schemeClr val="accent5"/>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#4]</a:t>
                </a:r>
              </a:p>
            </p:txBody>
          </p:sp>
          <p:sp>
            <p:nvSpPr>
              <p:cNvPr id="2240" name="Rectangle 2239">
                <a:extLst>
                  <a:ext uri="{FF2B5EF4-FFF2-40B4-BE49-F238E27FC236}">
                    <a16:creationId xmlns:a16="http://schemas.microsoft.com/office/drawing/2014/main" id="{77345182-53F9-59E0-DC80-DC71CCDB9033}"/>
                  </a:ext>
                </a:extLst>
              </p:cNvPr>
              <p:cNvSpPr/>
              <p:nvPr/>
            </p:nvSpPr>
            <p:spPr>
              <a:xfrm>
                <a:off x="2770762" y="1052940"/>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61" name="Oval 60">
              <a:extLst>
                <a:ext uri="{FF2B5EF4-FFF2-40B4-BE49-F238E27FC236}">
                  <a16:creationId xmlns:a16="http://schemas.microsoft.com/office/drawing/2014/main" id="{04859513-945D-682F-CBB8-D03A84FBE2A4}"/>
                </a:ext>
              </a:extLst>
            </p:cNvPr>
            <p:cNvSpPr/>
            <p:nvPr/>
          </p:nvSpPr>
          <p:spPr>
            <a:xfrm>
              <a:off x="235910" y="4935836"/>
              <a:ext cx="549012" cy="549012"/>
            </a:xfrm>
            <a:prstGeom prst="ellipse">
              <a:avLst/>
            </a:prstGeom>
            <a:solidFill>
              <a:schemeClr val="bg1"/>
            </a:solidFill>
            <a:ln w="381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4</a:t>
              </a:r>
            </a:p>
          </p:txBody>
        </p:sp>
      </p:grpSp>
      <p:grpSp>
        <p:nvGrpSpPr>
          <p:cNvPr id="2245" name="Group 2244">
            <a:extLst>
              <a:ext uri="{FF2B5EF4-FFF2-40B4-BE49-F238E27FC236}">
                <a16:creationId xmlns:a16="http://schemas.microsoft.com/office/drawing/2014/main" id="{2C560181-05C8-1A06-F9E2-C7C347320323}"/>
              </a:ext>
            </a:extLst>
          </p:cNvPr>
          <p:cNvGrpSpPr/>
          <p:nvPr/>
        </p:nvGrpSpPr>
        <p:grpSpPr>
          <a:xfrm>
            <a:off x="235910" y="3437943"/>
            <a:ext cx="8588180" cy="1155939"/>
            <a:chOff x="235910" y="3437943"/>
            <a:chExt cx="8588180" cy="1155939"/>
          </a:xfrm>
        </p:grpSpPr>
        <p:grpSp>
          <p:nvGrpSpPr>
            <p:cNvPr id="48" name="Group 47">
              <a:extLst>
                <a:ext uri="{FF2B5EF4-FFF2-40B4-BE49-F238E27FC236}">
                  <a16:creationId xmlns:a16="http://schemas.microsoft.com/office/drawing/2014/main" id="{70A286B5-4310-5EDB-AE06-EC035D37FABF}"/>
                </a:ext>
              </a:extLst>
            </p:cNvPr>
            <p:cNvGrpSpPr/>
            <p:nvPr/>
          </p:nvGrpSpPr>
          <p:grpSpPr>
            <a:xfrm>
              <a:off x="510415" y="3437943"/>
              <a:ext cx="8313675" cy="1155939"/>
              <a:chOff x="510415" y="1045462"/>
              <a:chExt cx="8313675" cy="955964"/>
            </a:xfrm>
          </p:grpSpPr>
          <p:sp>
            <p:nvSpPr>
              <p:cNvPr id="49" name="Rectangle 48">
                <a:extLst>
                  <a:ext uri="{FF2B5EF4-FFF2-40B4-BE49-F238E27FC236}">
                    <a16:creationId xmlns:a16="http://schemas.microsoft.com/office/drawing/2014/main" id="{6A7B9090-538D-6637-108F-4C027FD9168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0" name="Arrow: Pentagon 49">
                <a:extLst>
                  <a:ext uri="{FF2B5EF4-FFF2-40B4-BE49-F238E27FC236}">
                    <a16:creationId xmlns:a16="http://schemas.microsoft.com/office/drawing/2014/main" id="{DA9E7EB5-2D37-AC69-4261-81B5A24DE58A}"/>
                  </a:ext>
                </a:extLst>
              </p:cNvPr>
              <p:cNvSpPr/>
              <p:nvPr/>
            </p:nvSpPr>
            <p:spPr>
              <a:xfrm>
                <a:off x="510415" y="1045462"/>
                <a:ext cx="2260213" cy="955964"/>
              </a:xfrm>
              <a:prstGeom prst="homePlate">
                <a:avLst>
                  <a:gd name="adj" fmla="val 28556"/>
                </a:avLst>
              </a:prstGeom>
              <a:solidFill>
                <a:schemeClr val="accent3"/>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#3]</a:t>
                </a:r>
              </a:p>
            </p:txBody>
          </p:sp>
          <p:sp>
            <p:nvSpPr>
              <p:cNvPr id="52" name="Rectangle 51">
                <a:extLst>
                  <a:ext uri="{FF2B5EF4-FFF2-40B4-BE49-F238E27FC236}">
                    <a16:creationId xmlns:a16="http://schemas.microsoft.com/office/drawing/2014/main" id="{95101C11-8CD3-53BF-BDC7-C81866CC4352}"/>
                  </a:ext>
                </a:extLst>
              </p:cNvPr>
              <p:cNvSpPr/>
              <p:nvPr/>
            </p:nvSpPr>
            <p:spPr>
              <a:xfrm>
                <a:off x="2770762" y="105294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2290" name="Oval 2289">
              <a:extLst>
                <a:ext uri="{FF2B5EF4-FFF2-40B4-BE49-F238E27FC236}">
                  <a16:creationId xmlns:a16="http://schemas.microsoft.com/office/drawing/2014/main" id="{E88DEFC3-A1FE-152C-BA64-27D885B5CE67}"/>
                </a:ext>
              </a:extLst>
            </p:cNvPr>
            <p:cNvSpPr/>
            <p:nvPr/>
          </p:nvSpPr>
          <p:spPr>
            <a:xfrm>
              <a:off x="235910" y="3741406"/>
              <a:ext cx="549012" cy="549012"/>
            </a:xfrm>
            <a:prstGeom prst="ellipse">
              <a:avLst/>
            </a:prstGeom>
            <a:solidFill>
              <a:schemeClr val="bg1"/>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3</a:t>
              </a:r>
            </a:p>
          </p:txBody>
        </p:sp>
      </p:grpSp>
      <p:grpSp>
        <p:nvGrpSpPr>
          <p:cNvPr id="2244" name="Group 2243">
            <a:extLst>
              <a:ext uri="{FF2B5EF4-FFF2-40B4-BE49-F238E27FC236}">
                <a16:creationId xmlns:a16="http://schemas.microsoft.com/office/drawing/2014/main" id="{72763FA1-C61E-F3FA-73F7-6B94CBCDFC7D}"/>
              </a:ext>
            </a:extLst>
          </p:cNvPr>
          <p:cNvGrpSpPr/>
          <p:nvPr/>
        </p:nvGrpSpPr>
        <p:grpSpPr>
          <a:xfrm>
            <a:off x="235910" y="2243514"/>
            <a:ext cx="8588180" cy="1155939"/>
            <a:chOff x="235910" y="2243514"/>
            <a:chExt cx="8588180" cy="1155939"/>
          </a:xfrm>
        </p:grpSpPr>
        <p:grpSp>
          <p:nvGrpSpPr>
            <p:cNvPr id="34" name="Group 33">
              <a:extLst>
                <a:ext uri="{FF2B5EF4-FFF2-40B4-BE49-F238E27FC236}">
                  <a16:creationId xmlns:a16="http://schemas.microsoft.com/office/drawing/2014/main" id="{478AF046-445A-B59F-4E72-C48D8D071E00}"/>
                </a:ext>
              </a:extLst>
            </p:cNvPr>
            <p:cNvGrpSpPr/>
            <p:nvPr/>
          </p:nvGrpSpPr>
          <p:grpSpPr>
            <a:xfrm>
              <a:off x="510415" y="2243514"/>
              <a:ext cx="8313675" cy="1155939"/>
              <a:chOff x="510415" y="1045462"/>
              <a:chExt cx="8313675" cy="955964"/>
            </a:xfrm>
          </p:grpSpPr>
          <p:sp>
            <p:nvSpPr>
              <p:cNvPr id="35" name="Rectangle 34">
                <a:extLst>
                  <a:ext uri="{FF2B5EF4-FFF2-40B4-BE49-F238E27FC236}">
                    <a16:creationId xmlns:a16="http://schemas.microsoft.com/office/drawing/2014/main" id="{01011192-395F-91FA-6693-E5BC3B277B7E}"/>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36" name="Arrow: Pentagon 35">
                <a:extLst>
                  <a:ext uri="{FF2B5EF4-FFF2-40B4-BE49-F238E27FC236}">
                    <a16:creationId xmlns:a16="http://schemas.microsoft.com/office/drawing/2014/main" id="{18D8D718-3AC8-6B61-A6C8-BDD537B588CD}"/>
                  </a:ext>
                </a:extLst>
              </p:cNvPr>
              <p:cNvSpPr/>
              <p:nvPr/>
            </p:nvSpPr>
            <p:spPr>
              <a:xfrm>
                <a:off x="510415" y="1045462"/>
                <a:ext cx="2260213" cy="955964"/>
              </a:xfrm>
              <a:prstGeom prst="homePlate">
                <a:avLst>
                  <a:gd name="adj" fmla="val 29380"/>
                </a:avLst>
              </a:prstGeom>
              <a:solidFill>
                <a:schemeClr val="accent2"/>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#2]</a:t>
                </a:r>
              </a:p>
            </p:txBody>
          </p:sp>
          <p:sp>
            <p:nvSpPr>
              <p:cNvPr id="44" name="Rectangle 43">
                <a:extLst>
                  <a:ext uri="{FF2B5EF4-FFF2-40B4-BE49-F238E27FC236}">
                    <a16:creationId xmlns:a16="http://schemas.microsoft.com/office/drawing/2014/main" id="{A1B40AEA-3012-F2E5-FC92-41A5A7E9191F}"/>
                  </a:ext>
                </a:extLst>
              </p:cNvPr>
              <p:cNvSpPr/>
              <p:nvPr/>
            </p:nvSpPr>
            <p:spPr>
              <a:xfrm>
                <a:off x="2770762" y="1052943"/>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55" name="Oval 54">
              <a:extLst>
                <a:ext uri="{FF2B5EF4-FFF2-40B4-BE49-F238E27FC236}">
                  <a16:creationId xmlns:a16="http://schemas.microsoft.com/office/drawing/2014/main" id="{E5E02658-EAF7-4DAF-78A6-42A3051D7A04}"/>
                </a:ext>
              </a:extLst>
            </p:cNvPr>
            <p:cNvSpPr/>
            <p:nvPr/>
          </p:nvSpPr>
          <p:spPr>
            <a:xfrm>
              <a:off x="235910" y="2546977"/>
              <a:ext cx="549012" cy="549012"/>
            </a:xfrm>
            <a:prstGeom prst="ellipse">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2</a:t>
              </a:r>
            </a:p>
          </p:txBody>
        </p:sp>
      </p:grpSp>
    </p:spTree>
    <p:extLst>
      <p:ext uri="{BB962C8B-B14F-4D97-AF65-F5344CB8AC3E}">
        <p14:creationId xmlns:p14="http://schemas.microsoft.com/office/powerpoint/2010/main" val="1597249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0F75E-E01E-A520-7648-BE2123D03351}"/>
            </a:ext>
          </a:extLst>
        </p:cNvPr>
        <p:cNvGrpSpPr/>
        <p:nvPr/>
      </p:nvGrpSpPr>
      <p:grpSpPr>
        <a:xfrm>
          <a:off x="0" y="0"/>
          <a:ext cx="0" cy="0"/>
          <a:chOff x="0" y="0"/>
          <a:chExt cx="0" cy="0"/>
        </a:xfrm>
      </p:grpSpPr>
      <p:graphicFrame>
        <p:nvGraphicFramePr>
          <p:cNvPr id="1216" name="Table 1215">
            <a:extLst>
              <a:ext uri="{FF2B5EF4-FFF2-40B4-BE49-F238E27FC236}">
                <a16:creationId xmlns:a16="http://schemas.microsoft.com/office/drawing/2014/main" id="{F27B3196-583A-F888-B016-C3D764D21276}"/>
              </a:ext>
            </a:extLst>
          </p:cNvPr>
          <p:cNvGraphicFramePr>
            <a:graphicFrameLocks noGrp="1"/>
          </p:cNvGraphicFramePr>
          <p:nvPr>
            <p:extLst>
              <p:ext uri="{D42A27DB-BD31-4B8C-83A1-F6EECF244321}">
                <p14:modId xmlns:p14="http://schemas.microsoft.com/office/powerpoint/2010/main" val="1637623852"/>
              </p:ext>
            </p:extLst>
          </p:nvPr>
        </p:nvGraphicFramePr>
        <p:xfrm>
          <a:off x="326782" y="1097280"/>
          <a:ext cx="8496934" cy="5230050"/>
        </p:xfrm>
        <a:graphic>
          <a:graphicData uri="http://schemas.openxmlformats.org/drawingml/2006/table">
            <a:tbl>
              <a:tblPr firstRow="1" bandRow="1">
                <a:tableStyleId>{5C22544A-7EE6-4342-B048-85BDC9FD1C3A}</a:tableStyleId>
              </a:tblPr>
              <a:tblGrid>
                <a:gridCol w="1515334">
                  <a:extLst>
                    <a:ext uri="{9D8B030D-6E8A-4147-A177-3AD203B41FA5}">
                      <a16:colId xmlns:a16="http://schemas.microsoft.com/office/drawing/2014/main" val="2612546772"/>
                    </a:ext>
                  </a:extLst>
                </a:gridCol>
                <a:gridCol w="3490800">
                  <a:extLst>
                    <a:ext uri="{9D8B030D-6E8A-4147-A177-3AD203B41FA5}">
                      <a16:colId xmlns:a16="http://schemas.microsoft.com/office/drawing/2014/main" val="1050933617"/>
                    </a:ext>
                  </a:extLst>
                </a:gridCol>
                <a:gridCol w="3490800">
                  <a:extLst>
                    <a:ext uri="{9D8B030D-6E8A-4147-A177-3AD203B41FA5}">
                      <a16:colId xmlns:a16="http://schemas.microsoft.com/office/drawing/2014/main" val="593983270"/>
                    </a:ext>
                  </a:extLst>
                </a:gridCol>
              </a:tblGrid>
              <a:tr h="256085">
                <a:tc>
                  <a:txBody>
                    <a:bodyPr/>
                    <a:lstStyle/>
                    <a:p>
                      <a:endParaRPr lang="en-US" sz="1100">
                        <a:latin typeface="Palatino Linotype" panose="02040502050505030304" pitchFamily="18" charset="0"/>
                      </a:endParaRP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endParaRPr lang="en-US" sz="1000" dirty="0">
                        <a:latin typeface="Palatino Linotype" panose="02040502050505030304" pitchFamily="18" charset="0"/>
                      </a:endParaRPr>
                    </a:p>
                  </a:txBody>
                  <a:tcPr>
                    <a:lnL w="12700" cmpd="sng">
                      <a:noFill/>
                    </a:lnL>
                    <a:lnR w="12700" cap="flat" cmpd="sng" algn="ctr">
                      <a:no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sz="1100">
                        <a:latin typeface="Palatino Linotype" panose="02040502050505030304" pitchFamily="18" charset="0"/>
                      </a:endParaRPr>
                    </a:p>
                  </a:txBody>
                  <a:tcPr>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1403807"/>
                  </a:ext>
                </a:extLst>
              </a:tr>
              <a:tr h="843574">
                <a:tc>
                  <a:txBody>
                    <a:bodyPr/>
                    <a:lstStyle/>
                    <a:p>
                      <a:pPr algn="ctr"/>
                      <a:r>
                        <a:rPr lang="en-US" sz="1100" b="1">
                          <a:solidFill>
                            <a:schemeClr val="bg1"/>
                          </a:solidFill>
                          <a:latin typeface="Palatino Linotype" panose="02040502050505030304" pitchFamily="18" charset="0"/>
                        </a:rPr>
                        <a:t>Overview</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8588912"/>
                  </a:ext>
                </a:extLst>
              </a:tr>
              <a:tr h="256085">
                <a:tc>
                  <a:txBody>
                    <a:bodyPr/>
                    <a:lstStyle/>
                    <a:p>
                      <a:pPr algn="ctr"/>
                      <a:r>
                        <a:rPr lang="en-US" sz="1100" b="1">
                          <a:solidFill>
                            <a:schemeClr val="bg1"/>
                          </a:solidFill>
                          <a:latin typeface="Palatino Linotype" panose="02040502050505030304" pitchFamily="18" charset="0"/>
                        </a:rPr>
                        <a:t>Headquarters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239830"/>
                  </a:ext>
                </a:extLst>
              </a:tr>
              <a:tr h="256085">
                <a:tc>
                  <a:txBody>
                    <a:bodyPr/>
                    <a:lstStyle/>
                    <a:p>
                      <a:pPr algn="ctr"/>
                      <a:r>
                        <a:rPr lang="en-US" sz="1100" b="1" dirty="0">
                          <a:solidFill>
                            <a:schemeClr val="bg1"/>
                          </a:solidFill>
                          <a:latin typeface="Palatino Linotype" panose="02040502050505030304" pitchFamily="18" charset="0"/>
                        </a:rPr>
                        <a:t>Year Founded</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4930638"/>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5075465"/>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40866258"/>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1368760"/>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3503752"/>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7442278"/>
                  </a:ext>
                </a:extLst>
              </a:tr>
              <a:tr h="421787">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9379732"/>
                  </a:ext>
                </a:extLst>
              </a:tr>
              <a:tr h="256085">
                <a:tc>
                  <a:txBody>
                    <a:bodyPr/>
                    <a:lstStyle/>
                    <a:p>
                      <a:pPr algn="ctr"/>
                      <a:r>
                        <a:rPr lang="en-US" sz="1100" b="1">
                          <a:solidFill>
                            <a:schemeClr val="bg1"/>
                          </a:solidFill>
                          <a:latin typeface="Palatino Linotype" panose="02040502050505030304" pitchFamily="18" charset="0"/>
                        </a:rPr>
                        <a:t>[Relevant Metric]</a:t>
                      </a:r>
                      <a:endParaRPr lang="en-US" sz="1100" b="1" dirty="0">
                        <a:solidFill>
                          <a:schemeClr val="bg1"/>
                        </a:solidFill>
                        <a:latin typeface="Palatino Linotype" panose="02040502050505030304" pitchFamily="18" charset="0"/>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28282326"/>
                  </a:ext>
                </a:extLst>
              </a:tr>
              <a:tr h="542297">
                <a:tc>
                  <a:txBody>
                    <a:bodyPr/>
                    <a:lstStyle/>
                    <a:p>
                      <a:pPr algn="ctr"/>
                      <a:r>
                        <a:rPr lang="en-US" sz="1100" b="1" dirty="0">
                          <a:solidFill>
                            <a:schemeClr val="bg1"/>
                          </a:solidFill>
                          <a:latin typeface="Palatino Linotype" panose="02040502050505030304" pitchFamily="18" charset="0"/>
                        </a:rPr>
                        <a:t>Scale KPIs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8166535"/>
                  </a:ext>
                </a:extLst>
              </a:tr>
              <a:tr h="692935">
                <a:tc>
                  <a:txBody>
                    <a:bodyPr/>
                    <a:lstStyle/>
                    <a:p>
                      <a:pPr algn="ctr"/>
                      <a:r>
                        <a:rPr lang="en-US" sz="1100" b="1">
                          <a:solidFill>
                            <a:schemeClr val="bg1"/>
                          </a:solidFill>
                          <a:latin typeface="Palatino Linotype" panose="02040502050505030304" pitchFamily="18" charset="0"/>
                        </a:rPr>
                        <a:t>Strategic Rationale</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2"/>
                    </a:solidFill>
                  </a:tcPr>
                </a:tc>
                <a:tc>
                  <a:txBody>
                    <a:bodyPr/>
                    <a:lstStyle/>
                    <a:p>
                      <a:pPr marL="0" indent="0" algn="ctr">
                        <a:buFont typeface="Wingdings" panose="05000000000000000000" pitchFamily="2" charset="2"/>
                        <a:buNone/>
                      </a:pPr>
                      <a:r>
                        <a:rPr lang="en-US" sz="1000" b="1"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marL="0" indent="0" algn="ctr" defTabSz="914400" rtl="0" eaLnBrk="1" latinLnBrk="0" hangingPunct="1">
                        <a:buFont typeface="Wingdings" panose="05000000000000000000" pitchFamily="2" charset="2"/>
                        <a:buNone/>
                      </a:pPr>
                      <a:r>
                        <a:rPr lang="en-US" sz="1000" b="1" kern="1200" dirty="0">
                          <a:solidFill>
                            <a:schemeClr val="dk1"/>
                          </a:solidFill>
                          <a:latin typeface="Palatino Linotype" panose="02040502050505030304" pitchFamily="18" charset="0"/>
                          <a:ea typeface="+mn-ea"/>
                          <a:cs typeface="+mn-cs"/>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4127259398"/>
                  </a:ext>
                </a:extLst>
              </a:tr>
            </a:tbl>
          </a:graphicData>
        </a:graphic>
      </p:graphicFrame>
      <p:sp>
        <p:nvSpPr>
          <p:cNvPr id="2" name="Title 1">
            <a:extLst>
              <a:ext uri="{FF2B5EF4-FFF2-40B4-BE49-F238E27FC236}">
                <a16:creationId xmlns:a16="http://schemas.microsoft.com/office/drawing/2014/main" id="{860B30F6-63CD-737D-9688-147C4361CF30}"/>
              </a:ext>
            </a:extLst>
          </p:cNvPr>
          <p:cNvSpPr>
            <a:spLocks noGrp="1"/>
          </p:cNvSpPr>
          <p:nvPr>
            <p:ph type="title"/>
          </p:nvPr>
        </p:nvSpPr>
        <p:spPr/>
        <p:txBody>
          <a:bodyPr/>
          <a:lstStyle/>
          <a:p>
            <a:r>
              <a:rPr lang="en-US" dirty="0"/>
              <a:t>Potential [x] Market Entry Targets</a:t>
            </a:r>
            <a:endParaRPr lang="en-CA" dirty="0">
              <a:solidFill>
                <a:srgbClr val="FF0000"/>
              </a:solidFill>
            </a:endParaRPr>
          </a:p>
        </p:txBody>
      </p:sp>
      <p:sp>
        <p:nvSpPr>
          <p:cNvPr id="5" name="Slide Number Placeholder 4">
            <a:extLst>
              <a:ext uri="{FF2B5EF4-FFF2-40B4-BE49-F238E27FC236}">
                <a16:creationId xmlns:a16="http://schemas.microsoft.com/office/drawing/2014/main" id="{9AECB8E7-E38A-9230-C552-E8B1B4B46F24}"/>
              </a:ext>
            </a:extLst>
          </p:cNvPr>
          <p:cNvSpPr>
            <a:spLocks noGrp="1"/>
          </p:cNvSpPr>
          <p:nvPr>
            <p:ph type="sldNum" sz="quarter" idx="12"/>
          </p:nvPr>
        </p:nvSpPr>
        <p:spPr/>
        <p:txBody>
          <a:bodyPr/>
          <a:lstStyle/>
          <a:p>
            <a:fld id="{B0BBF262-6B1A-47DC-B7A7-A92B0DCA2A1B}" type="slidenum">
              <a:rPr lang="en-CA" smtClean="0"/>
              <a:t>12</a:t>
            </a:fld>
            <a:endParaRPr lang="en-CA"/>
          </a:p>
        </p:txBody>
      </p:sp>
      <p:sp>
        <p:nvSpPr>
          <p:cNvPr id="4" name="Text Placeholder 3">
            <a:extLst>
              <a:ext uri="{FF2B5EF4-FFF2-40B4-BE49-F238E27FC236}">
                <a16:creationId xmlns:a16="http://schemas.microsoft.com/office/drawing/2014/main" id="{6866552C-3098-F8EA-958A-E384C5F8FF91}"/>
              </a:ext>
            </a:extLst>
          </p:cNvPr>
          <p:cNvSpPr>
            <a:spLocks noGrp="1"/>
          </p:cNvSpPr>
          <p:nvPr>
            <p:ph type="body" sz="quarter" idx="13"/>
          </p:nvPr>
        </p:nvSpPr>
        <p:spPr/>
        <p:txBody>
          <a:bodyPr/>
          <a:lstStyle/>
          <a:p>
            <a:r>
              <a:rPr lang="en-US" dirty="0"/>
              <a:t>Source: Public sources</a:t>
            </a:r>
          </a:p>
        </p:txBody>
      </p:sp>
      <p:sp>
        <p:nvSpPr>
          <p:cNvPr id="6" name="Rectangle 5">
            <a:extLst>
              <a:ext uri="{FF2B5EF4-FFF2-40B4-BE49-F238E27FC236}">
                <a16:creationId xmlns:a16="http://schemas.microsoft.com/office/drawing/2014/main" id="{53AAE883-B8DA-DE71-9571-DC5AD48E5C63}"/>
              </a:ext>
            </a:extLst>
          </p:cNvPr>
          <p:cNvSpPr/>
          <p:nvPr/>
        </p:nvSpPr>
        <p:spPr>
          <a:xfrm>
            <a:off x="61590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
        <p:nvSpPr>
          <p:cNvPr id="8" name="Rectangle 7">
            <a:extLst>
              <a:ext uri="{FF2B5EF4-FFF2-40B4-BE49-F238E27FC236}">
                <a16:creationId xmlns:a16="http://schemas.microsoft.com/office/drawing/2014/main" id="{B786E451-AD97-4581-2A71-A3B38A55D816}"/>
              </a:ext>
            </a:extLst>
          </p:cNvPr>
          <p:cNvSpPr/>
          <p:nvPr/>
        </p:nvSpPr>
        <p:spPr>
          <a:xfrm>
            <a:off x="26682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Tree>
    <p:extLst>
      <p:ext uri="{BB962C8B-B14F-4D97-AF65-F5344CB8AC3E}">
        <p14:creationId xmlns:p14="http://schemas.microsoft.com/office/powerpoint/2010/main" val="32245103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200" dirty="0"/>
              <a:t>Disclaimer</a:t>
            </a:r>
            <a:endParaRPr lang="en-CA" sz="2200" dirty="0"/>
          </a:p>
        </p:txBody>
      </p:sp>
      <p:sp>
        <p:nvSpPr>
          <p:cNvPr id="6" name="Slide Number Placeholder 1">
            <a:extLst>
              <a:ext uri="{FF2B5EF4-FFF2-40B4-BE49-F238E27FC236}">
                <a16:creationId xmlns:a16="http://schemas.microsoft.com/office/drawing/2014/main" id="{25E521DA-3961-4266-8E9E-CA1B875B70E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45528576-AE45-E97C-EBC1-B75BE9D4E42A}"/>
              </a:ext>
            </a:extLst>
          </p:cNvPr>
          <p:cNvSpPr>
            <a:spLocks noGrp="1"/>
          </p:cNvSpPr>
          <p:nvPr>
            <p:ph type="body" sz="quarter" idx="13"/>
          </p:nvPr>
        </p:nvSpPr>
        <p:spPr/>
        <p:txBody>
          <a:bodyPr/>
          <a:lstStyle/>
          <a:p>
            <a:endParaRPr lang="en-US"/>
          </a:p>
        </p:txBody>
      </p:sp>
      <p:sp>
        <p:nvSpPr>
          <p:cNvPr id="5" name="TextBox 4"/>
          <p:cNvSpPr txBox="1"/>
          <p:nvPr/>
        </p:nvSpPr>
        <p:spPr>
          <a:xfrm>
            <a:off x="324000" y="1023670"/>
            <a:ext cx="8496000" cy="2296160"/>
          </a:xfrm>
          <a:prstGeom prst="rect">
            <a:avLst/>
          </a:prstGeom>
          <a:noFill/>
        </p:spPr>
        <p:txBody>
          <a:bodyPr wrap="square" lIns="36000" tIns="36000" rIns="36000" bIns="36000" rtlCol="0">
            <a:noAutofit/>
          </a:bodyPr>
          <a:lstStyle/>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These materials are confidential and proprietary to, and may not be reproduced, disseminated or referred to, in whole or in part without the prior consent of INFOR Financial Inc. (“INFOR Financial”). These materials have been prepared exclusively for the INFOR Financial client or potential client to which such materials are delivered and may not be used for any purpose other than as authorized in writing by INFOR Financial. INFOR Financial assumes no responsibility for verification of the information in these materials, and no representation or warranty is made as to the accuracy or completeness of such information. INFOR Financial assumes no obligation to correct or update these materials. These materials do not contain all information that may be required to evaluate, and do not constitute a recommendation with respect to, any transaction or matter. Any recipient of these materials should conduct its own independent analysis of the matters referred to herein. </a:t>
            </a:r>
          </a:p>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does not provide tax or legal advice. Any discussion of tax matters in these materials (i) is not intended to be used, and cannot be used or relied upon, for the purposes of avoiding any tax penalties and (ii) may have been written in connection with the “promotion or marketing” of the transaction or matter described herein. Accordingly, the recipient should seek advice based on its particular circumstances from an independent tax advisor. </a:t>
            </a:r>
          </a:p>
        </p:txBody>
      </p:sp>
    </p:spTree>
    <p:custDataLst>
      <p:tags r:id="rId1"/>
    </p:custDataLst>
    <p:extLst>
      <p:ext uri="{BB962C8B-B14F-4D97-AF65-F5344CB8AC3E}">
        <p14:creationId xmlns:p14="http://schemas.microsoft.com/office/powerpoint/2010/main" val="35525260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dirty="0"/>
              <a:t>Contact </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srgbClr val="0E213F"/>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CA" sz="1200" b="0" i="0" u="none" strike="noStrike" kern="1200" cap="none" spc="0" normalizeH="0" baseline="0" noProof="0" dirty="0">
              <a:ln>
                <a:noFill/>
              </a:ln>
              <a:solidFill>
                <a:srgbClr val="0E213F"/>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E21B5470-253D-5853-D8CD-FA4A9CE09688}"/>
              </a:ext>
            </a:extLst>
          </p:cNvPr>
          <p:cNvSpPr>
            <a:spLocks noGrp="1"/>
          </p:cNvSpPr>
          <p:nvPr>
            <p:ph type="body" sz="quarter" idx="13"/>
          </p:nvPr>
        </p:nvSpPr>
        <p:spPr/>
        <p:txBody>
          <a:bodyPr/>
          <a:lstStyle/>
          <a:p>
            <a:endParaRPr lang="en-US"/>
          </a:p>
        </p:txBody>
      </p:sp>
      <p:graphicFrame>
        <p:nvGraphicFramePr>
          <p:cNvPr id="8" name="Table 7"/>
          <p:cNvGraphicFramePr>
            <a:graphicFrameLocks noGrp="1"/>
          </p:cNvGraphicFramePr>
          <p:nvPr/>
        </p:nvGraphicFramePr>
        <p:xfrm>
          <a:off x="1586096"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Neil Selfe,</a:t>
                      </a:r>
                      <a:r>
                        <a:rPr lang="en-CA" sz="1200" baseline="0" dirty="0">
                          <a:latin typeface="Palatino Linotype" panose="02040502050505030304" pitchFamily="18" charset="0"/>
                        </a:rPr>
                        <a:t> Managing Principal</a:t>
                      </a:r>
                      <a:endParaRPr lang="en-CA" sz="1200" dirty="0">
                        <a:latin typeface="Palatino Linotype" panose="02040502050505030304" pitchFamily="18" charset="0"/>
                      </a:endParaRP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(416) 560-5551</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nselfe@inforfg.com</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2" name="Table 11"/>
          <p:cNvGraphicFramePr>
            <a:graphicFrameLocks noGrp="1"/>
          </p:cNvGraphicFramePr>
          <p:nvPr/>
        </p:nvGraphicFramePr>
        <p:xfrm>
          <a:off x="2772000" y="1957287"/>
          <a:ext cx="3600000" cy="701040"/>
        </p:xfrm>
        <a:graphic>
          <a:graphicData uri="http://schemas.openxmlformats.org/drawingml/2006/table">
            <a:tbl>
              <a:tblPr firstRow="1" bandRow="1">
                <a:tableStyleId>{5C22544A-7EE6-4342-B048-85BDC9FD1C3A}</a:tableStyleId>
              </a:tblPr>
              <a:tblGrid>
                <a:gridCol w="3600000">
                  <a:extLst>
                    <a:ext uri="{9D8B030D-6E8A-4147-A177-3AD203B41FA5}">
                      <a16:colId xmlns:a16="http://schemas.microsoft.com/office/drawing/2014/main" val="20000"/>
                    </a:ext>
                  </a:extLst>
                </a:gridCol>
              </a:tblGrid>
              <a:tr h="432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CA" sz="1000" b="0" dirty="0">
                          <a:solidFill>
                            <a:schemeClr val="tx1"/>
                          </a:solidFill>
                          <a:latin typeface="Palatino Linotype" panose="02040502050505030304" pitchFamily="18" charset="0"/>
                        </a:rPr>
                        <a:t>200 Bay</a:t>
                      </a:r>
                      <a:r>
                        <a:rPr lang="en-CA" sz="1000" b="0" baseline="0" dirty="0">
                          <a:solidFill>
                            <a:schemeClr val="tx1"/>
                          </a:solidFill>
                          <a:latin typeface="Palatino Linotype" panose="02040502050505030304" pitchFamily="18" charset="0"/>
                        </a:rPr>
                        <a:t> Street, Suite 2350</a:t>
                      </a:r>
                      <a:endParaRPr lang="en-CA" sz="1000" b="0" dirty="0">
                        <a:solidFill>
                          <a:schemeClr val="tx1"/>
                        </a:solidFill>
                        <a:latin typeface="Palatino Linotype" panose="02040502050505030304" pitchFamily="18" charset="0"/>
                      </a:endParaRPr>
                    </a:p>
                    <a:p>
                      <a:pPr algn="ctr"/>
                      <a:r>
                        <a:rPr lang="en-CA" sz="1000" b="0" baseline="0" dirty="0">
                          <a:solidFill>
                            <a:schemeClr val="tx1"/>
                          </a:solidFill>
                          <a:latin typeface="Palatino Linotype" panose="02040502050505030304" pitchFamily="18" charset="0"/>
                        </a:rPr>
                        <a:t> Toronto, Ontario</a:t>
                      </a:r>
                    </a:p>
                    <a:p>
                      <a:pPr algn="ctr"/>
                      <a:r>
                        <a:rPr lang="en-CA" sz="1000" b="0" baseline="0" dirty="0">
                          <a:solidFill>
                            <a:schemeClr val="tx1"/>
                          </a:solidFill>
                          <a:latin typeface="Palatino Linotype" panose="02040502050505030304" pitchFamily="18" charset="0"/>
                        </a:rPr>
                        <a:t>Canada</a:t>
                      </a:r>
                    </a:p>
                    <a:p>
                      <a:pPr algn="ctr"/>
                      <a:r>
                        <a:rPr lang="en-CA" sz="1000" b="0" baseline="0" dirty="0">
                          <a:solidFill>
                            <a:schemeClr val="tx1"/>
                          </a:solidFill>
                          <a:latin typeface="Palatino Linotype" panose="02040502050505030304" pitchFamily="18" charset="0"/>
                        </a:rPr>
                        <a:t>M5J 2J2</a:t>
                      </a:r>
                    </a:p>
                  </a:txBody>
                  <a:tcPr anchor="ctr">
                    <a:noFill/>
                  </a:tcPr>
                </a:tc>
                <a:extLst>
                  <a:ext uri="{0D108BD9-81ED-4DB2-BD59-A6C34878D82A}">
                    <a16:rowId xmlns:a16="http://schemas.microsoft.com/office/drawing/2014/main" val="10000"/>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239143466"/>
              </p:ext>
            </p:extLst>
          </p:nvPr>
        </p:nvGraphicFramePr>
        <p:xfrm>
          <a:off x="4683540"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5" name="Table 14"/>
          <p:cNvGraphicFramePr>
            <a:graphicFrameLocks noGrp="1"/>
          </p:cNvGraphicFramePr>
          <p:nvPr>
            <p:extLst>
              <p:ext uri="{D42A27DB-BD31-4B8C-83A1-F6EECF244321}">
                <p14:modId xmlns:p14="http://schemas.microsoft.com/office/powerpoint/2010/main" val="2735964480"/>
              </p:ext>
            </p:extLst>
          </p:nvPr>
        </p:nvGraphicFramePr>
        <p:xfrm>
          <a:off x="4683540"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8CD15C93-32F7-46B1-AF13-51A761CECBB9}"/>
              </a:ext>
            </a:extLst>
          </p:cNvPr>
          <p:cNvGraphicFramePr>
            <a:graphicFrameLocks noGrp="1"/>
          </p:cNvGraphicFramePr>
          <p:nvPr>
            <p:extLst>
              <p:ext uri="{D42A27DB-BD31-4B8C-83A1-F6EECF244321}">
                <p14:modId xmlns:p14="http://schemas.microsoft.com/office/powerpoint/2010/main" val="2469579282"/>
              </p:ext>
            </p:extLst>
          </p:nvPr>
        </p:nvGraphicFramePr>
        <p:xfrm>
          <a:off x="1586096"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pic>
        <p:nvPicPr>
          <p:cNvPr id="16" name="Picture 15">
            <a:extLst>
              <a:ext uri="{FF2B5EF4-FFF2-40B4-BE49-F238E27FC236}">
                <a16:creationId xmlns:a16="http://schemas.microsoft.com/office/drawing/2014/main" id="{09784AAF-10B1-4C90-8D99-3A9F1617039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12408" y="1334432"/>
            <a:ext cx="2319185" cy="542724"/>
          </a:xfrm>
          <a:prstGeom prst="rect">
            <a:avLst/>
          </a:prstGeom>
        </p:spPr>
      </p:pic>
    </p:spTree>
    <p:custDataLst>
      <p:tags r:id="rId1"/>
    </p:custDataLst>
    <p:extLst>
      <p:ext uri="{BB962C8B-B14F-4D97-AF65-F5344CB8AC3E}">
        <p14:creationId xmlns:p14="http://schemas.microsoft.com/office/powerpoint/2010/main" val="250892741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 name="MM_STAMP_CONVERTED" val="True"/>
  <p:tag name="MM_SECTION_CONVERTED" val="True"/>
  <p:tag name="DH_TOC_SUBSECTIONS" val="0"/>
  <p:tag name="DH_AGENDA_COLLAPSE" val="1"/>
  <p:tag name="DH_AGENDA_OMIT" val="0"/>
  <p:tag name="DH_AGENDA_SKIP"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7cbbc8.pptx]]&gt;&lt;/Source&gt;&lt;SourceModified&gt;2026-04-20 17:38:57&lt;/SourceModified&gt;&lt;ParentId&gt;&lt;/ParentId&gt;&lt;LinkId&gt;8a964b4297d4e909&lt;/LinkId&gt;&lt;FriendlyName&gt;&lt;/FriendlyName&gt;&lt;Type&gt;10&lt;/Type&gt;&lt;Address&gt;&lt;/Address&gt;&lt;LastUpdate&gt;2026-04-20 14:25:03&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7cbbc8.pptx]]&gt;&lt;/ContentPath&gt;&lt;ContentType&gt;1&lt;/ContentType&gt;&lt;ContentId&gt;8a964b4297d4e909&lt;/ContentId&gt;&lt;Title&gt;Executive Summary&lt;/Title&gt;&lt;CurrentVersion&gt;2&lt;/CurrentVersion&gt;&lt;IgnoredVersion /&gt;&lt;KeepSrcFormatting&gt;True&lt;/KeepSrcFormatting&gt;&lt;ModifiedAt&gt;2026-04-20 18:25:02&lt;/ModifiedAt&gt;&lt;ModifiedBy&gt;Joey Shaw&lt;/ModifiedBy&gt;&lt;/LibraryInfo&gt;"/>
</p:tagLst>
</file>

<file path=ppt/tags/tag10.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7.2.0&quot;&gt;&lt;Source&gt;&lt;![CDATA[I:\Corporate\Marketing\Pitch Book\League Table Slide\2026.04.01 - Canadian League Tables Slide.xlsx]]&gt;&lt;/Source&gt;&lt;SourceModified&gt;2026-04-01 18:11:53&lt;/SourceModified&gt;&lt;ParentId&gt;MLNK33a887942406460b92b2134edfb65b66&lt;/ParentId&gt;&lt;LinkId&gt;Chart 12&lt;/LinkId&gt;&lt;FriendlyName&gt;&lt;/FriendlyName&gt;&lt;Type&gt;6&lt;/Type&gt;&lt;Address&gt;&lt;/Address&gt;&lt;LastUpdate&gt;2026-04-01 14:23:22&lt;/LastUpdate&gt;&lt;User&gt;Tate Wilson&lt;/User&gt;&lt;/Link&gt;&lt;/Links&gt;"/>
</p:tagLst>
</file>

<file path=ppt/tags/tag11.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6.7.0&quot;&gt;&lt;Source&gt;&lt;![CDATA[I:\Corporate\Marketing\Pitch Book\League Table Slide\2025 Old\2025 Year End League Table.xlsx]]&gt;&lt;/Source&gt;&lt;SourceModified&gt;2026-03-18 20:19:55&lt;/SourceModified&gt;&lt;ParentId&gt;MLNKd081272068954569a23266256a1aebc0&lt;/ParentId&gt;&lt;LinkId&gt;Chart 1&lt;/LinkId&gt;&lt;FriendlyName&gt;&lt;/FriendlyName&gt;&lt;Type&gt;6&lt;/Type&gt;&lt;Address&gt;&lt;/Address&gt;&lt;LastUpdate&gt;2026-03-22 18:15:19&lt;/LastUpdate&gt;&lt;User&gt;Matt Buckles&lt;/User&gt;&lt;/Link&gt;&lt;/Links&gt;"/>
</p:tagLst>
</file>

<file path=ppt/tags/tag12.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fe51e9.pptx]]&gt;&lt;/Source&gt;&lt;SourceModified&gt;2026-04-20 17:29:53&lt;/SourceModified&gt;&lt;ParentId&gt;&lt;/ParentId&gt;&lt;LinkId&gt;441011e2848157d1&lt;/LinkId&gt;&lt;FriendlyName&gt;&lt;/FriendlyName&gt;&lt;Type&gt;10&lt;/Type&gt;&lt;Address&gt;&lt;/Address&gt;&lt;LastUpdate&gt;2026-04-20 14:24:52&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fe51e9.pptx]]&gt;&lt;/ContentPath&gt;&lt;ContentType&gt;1&lt;/ContentType&gt;&lt;ContentId&gt;441011e2848157d1&lt;/ContentId&gt;&lt;Title&gt;Section Divider&lt;/Title&gt;&lt;CurrentVersion&gt;1&lt;/CurrentVersion&gt;&lt;IgnoredVersion /&gt;&lt;KeepSrcFormatting&gt;True&lt;/KeepSrcFormatting&gt;&lt;ModifiedAt&gt;2026-04-20 18:24:52&lt;/ModifiedAt&gt;&lt;ModifiedBy&gt;Joey Shaw&lt;/ModifiedBy&gt;&lt;/LibraryInfo&gt;"/>
</p:tagLst>
</file>

<file path=ppt/tags/tag13.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d38a7.pptx]]&gt;&lt;/Source&gt;&lt;SourceModified&gt;2026-04-20 17:37:52&lt;/SourceModified&gt;&lt;ParentId&gt;&lt;/ParentId&gt;&lt;LinkId&gt;b77aefcb5f13e4a8&lt;/LinkId&gt;&lt;FriendlyName&gt;&lt;/FriendlyName&gt;&lt;Type&gt;10&lt;/Type&gt;&lt;Address&gt;&lt;/Address&gt;&lt;LastUpdate&gt;2026-04-20 14:22:49&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d38a7.pptx]]&gt;&lt;/ContentPath&gt;&lt;ContentType&gt;1&lt;/ContentType&gt;&lt;ContentId&gt;b77aefcb5f13e4a8&lt;/ContentId&gt;&lt;Title&gt;Company Overview&lt;/Title&gt;&lt;CurrentVersion&gt;2&lt;/CurrentVersion&gt;&lt;IgnoredVersion /&gt;&lt;KeepSrcFormatting&gt;True&lt;/KeepSrcFormatting&gt;&lt;ModifiedAt&gt;2026-04-20 18:22:48&lt;/ModifiedAt&gt;&lt;ModifiedBy&gt;Joey Shaw&lt;/ModifiedBy&gt;&lt;/LibraryInfo&gt;"/>
</p:tagLst>
</file>

<file path=ppt/tags/tag14.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291b03.pptx]]&gt;&lt;/Source&gt;&lt;SourceModified&gt;2026-04-20 16:45:22&lt;/SourceModified&gt;&lt;ParentId&gt;&lt;/ParentId&gt;&lt;LinkId&gt;c3f28da82746ffd7&lt;/LinkId&gt;&lt;FriendlyName&gt;&lt;/FriendlyName&gt;&lt;Type&gt;10&lt;/Type&gt;&lt;Address&gt;&lt;/Address&gt;&lt;LastUpdate&gt;2026-04-20 14:25:20&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291b03.pptx]]&gt;&lt;/ContentPath&gt;&lt;ContentType&gt;1&lt;/ContentType&gt;&lt;ContentId&gt;c3f28da82746ffd7&lt;/ContentId&gt;&lt;Title&gt;Disclaimer&lt;/Title&gt;&lt;CurrentVersion&gt;1&lt;/CurrentVersion&gt;&lt;IgnoredVersion /&gt;&lt;KeepSrcFormatting&gt;True&lt;/KeepSrcFormatting&gt;&lt;ModifiedAt&gt;2026-04-20 18:25:20&lt;/ModifiedAt&gt;&lt;ModifiedBy&gt;Joey Shaw&lt;/ModifiedBy&gt;&lt;/LibraryInfo&gt;"/>
</p:tagLst>
</file>

<file path=ppt/tags/tag15.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47dea.pptx]]&gt;&lt;/Source&gt;&lt;SourceModified&gt;2026-04-20 16:44:07&lt;/SourceModified&gt;&lt;ParentId&gt;&lt;/ParentId&gt;&lt;LinkId&gt;0b0f474c00910741&lt;/LinkId&gt;&lt;FriendlyName&gt;&lt;/FriendlyName&gt;&lt;Type&gt;10&lt;/Type&gt;&lt;Address&gt;&lt;/Address&gt;&lt;LastUpdate&gt;2026-04-20 14:25:37&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47dea.pptx]]&gt;&lt;/ContentPath&gt;&lt;ContentType&gt;1&lt;/ContentType&gt;&lt;ContentId&gt;0b0f474c00910741&lt;/ContentId&gt;&lt;Title&gt;Master Contact Slides (April 2026)&lt;/Title&gt;&lt;CurrentVersion&gt;1&lt;/CurrentVersion&gt;&lt;IgnoredVersion /&gt;&lt;KeepSrcFormatting&gt;True&lt;/KeepSrcFormatting&gt;&lt;ModifiedAt&gt;2026-04-20 18:25:36&lt;/ModifiedAt&gt;&lt;ModifiedBy&gt;Joey Shaw&lt;/ModifiedBy&gt;&lt;/LibraryInfo&gt;"/>
</p:tagLst>
</file>

<file path=ppt/theme/theme1.xml><?xml version="1.0" encoding="utf-8"?>
<a:theme xmlns:a="http://schemas.openxmlformats.org/drawingml/2006/main" name="Office Theme">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defRPr dirty="0" smtClean="0"/>
        </a:defPPr>
      </a:lstStyle>
    </a:txDef>
  </a:objectDefaults>
  <a:extraClrSchemeLst/>
  <a:extLst>
    <a:ext uri="{05A4C25C-085E-4340-85A3-A5531E510DB2}">
      <thm15:themeFamily xmlns:thm15="http://schemas.microsoft.com/office/thememl/2012/main" name="INFOR Master Slide Template [Read-Only]" id="{A28BFA56-E9F4-4E5C-AF69-0DACACC32728}" vid="{01A3D815-FE74-4684-A7FD-184B6D201BC0}"/>
    </a:ext>
  </a:extLst>
</a:theme>
</file>

<file path=ppt/theme/theme2.xml><?xml version="1.0" encoding="utf-8"?>
<a:theme xmlns:a="http://schemas.openxmlformats.org/drawingml/2006/main" name="4_Custom Design">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FOR Master Slide Template [Read-Only]" id="{A28BFA56-E9F4-4E5C-AF69-0DACACC32728}" vid="{656B5F5D-0BBD-4C1C-BF00-B7AEB2D774B8}"/>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item1.xml>��
</file>

<file path=customXml/item2.xml>��
</file>

<file path=customXml/item3.xml>��
</file>

<file path=customXml/item4.xml>��
</file>

<file path=customXml/item5.xml>��
</file>

<file path=customXml/item6.xml>��
</file>

<file path=customXml/item7.xml>��
</file>

<file path=customXml/item8.xml>��
</file>

<file path=customXml/item9.xml>��
</file>

<file path=customXml/item10.xml>��
</file>

<file path=customXml/item11.xml>��
</file>

<file path=customXml/item12.xml>��
</file>

<file path=customXml/item13.xml>��
</file>

<file path=customXml/item14.xml>��
</file>

<file path=customXml/item15.xml>��
</file>

<file path=customXml/item16.xml>��
</file>

<file path=customXml/item17.xml>��
</file>

<file path=customXml/item18.xml>��
</file>

<file path=customXml/item19.xml>��
</file>

<file path=customXml/item20.xml>��
</file>

<file path=customXml/item21.xml>��
</file>

<file path=customXml/item22.xml>��
</file>

<file path=customXml/item23.xml>��
</file>

<file path=customXml/item24.xml>��
</file>

<file path=customXml/item25.xml>��
</file>

<file path=customXml/item26.xml>��
</file>

<file path=customXml/item27.xml>��
</file>

<file path=customXml/item28.xml>��
</file>

<file path=customXml/item29.xml>��
</file>

<file path=customXml/item30.xml><?xml version="1.0" encoding="utf-8"?>
<ct:contentTypeSchema xmlns:ct="http://schemas.microsoft.com/office/2006/metadata/contentType" xmlns:ma="http://schemas.microsoft.com/office/2006/metadata/properties/metaAttributes" ct:_="" ma:_="" ma:contentTypeName="Document" ma:contentTypeID="0x0101001CC90450323BF944A056C05D9632F2E1" ma:contentTypeVersion="6" ma:contentTypeDescription="Create a new document." ma:contentTypeScope="" ma:versionID="8ad0cff02f8856c8d358cfd7a8c4d22b">
  <xsd:schema xmlns:xsd="http://www.w3.org/2001/XMLSchema" xmlns:xs="http://www.w3.org/2001/XMLSchema" xmlns:p="http://schemas.microsoft.com/office/2006/metadata/properties" xmlns:ns2="32a12548-025c-4113-be0a-5de40f156b7f" xmlns:ns3="ad0c4147-2d43-4434-966d-a4e58ac9e85a" targetNamespace="http://schemas.microsoft.com/office/2006/metadata/properties" ma:root="true" ma:fieldsID="128fac691a6137bf2e25af61c0b4437e" ns2:_="" ns3:_="">
    <xsd:import namespace="32a12548-025c-4113-be0a-5de40f156b7f"/>
    <xsd:import namespace="ad0c4147-2d43-4434-966d-a4e58ac9e85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a12548-025c-4113-be0a-5de40f156b7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d0c4147-2d43-4434-966d-a4e58ac9e85a"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1.xml>��
</file>

<file path=customXml/item32.xml>��
</file>

<file path=customXml/item33.xml>��
</file>

<file path=customXml/item34.xml>��
</file>

<file path=customXml/item35.xml>��
</file>

<file path=customXml/item36.xml>��
</file>

<file path=customXml/item37.xml>��
</file>

<file path=customXml/item38.xml>��
</file>

<file path=customXml/item39.xml><?xml version="1.0" encoding="utf-8"?>
<p:properties xmlns:p="http://schemas.microsoft.com/office/2006/metadata/properties" xmlns:xsi="http://www.w3.org/2001/XMLSchema-instance" xmlns:pc="http://schemas.microsoft.com/office/infopath/2007/PartnerControls">
  <documentManagement/>
</p:properties>
</file>

<file path=customXml/item40.xml>��
</file>

<file path=customXml/item41.xml>��
</file>

<file path=customXml/item42.xml>��
</file>

<file path=customXml/item43.xml><?xml version="1.0" encoding="utf-8"?>
<?mso-contentType ?>
<FormTemplates xmlns="http://schemas.microsoft.com/sharepoint/v3/contenttype/forms">
  <Display>DocumentLibraryForm</Display>
  <Edit>DocumentLibraryForm</Edit>
  <New>DocumentLibraryForm</New>
</FormTemplates>
</file>

<file path=customXml/item44.xml>��
</file>

<file path=customXml/item45.xml>��
</file>

<file path=customXml/item46.xml>��
</file>

<file path=customXml/item47.xml>��
</file>

<file path=customXml/item48.xml>��
</file>

<file path=customXml/item49.xml>��
</file>

<file path=customXml/item50.xml>��
</file>

<file path=customXml/item51.xml>��
</file>

<file path=customXml/item52.xml>��
</file>

<file path=customXml/item53.xml>��
</file>

<file path=customXml/item54.xml>��
</file>

<file path=customXml/item55.xml>��
</file>

<file path=customXml/item56.xml>��
</file>

<file path=customXml/item57.xml>��
</file>

<file path=customXml/item58.xml>��
</file>

<file path=customXml/item59.xml>��
</file>

<file path=customXml/item60.xml>��
</file>

<file path=customXml/item61.xml>��
</file>

<file path=customXml/item62.xml>��
</file>

<file path=customXml/item63.xml>��
</file>

<file path=customXml/item64.xml>��
</file>

<file path=customXml/item65.xml>��
</file>

<file path=customXml/item66.xml>��
</file>

<file path=customXml/item67.xml>��
</file>

<file path=customXml/item68.xml>��
</file>

<file path=customXml/item69.xml>��
</file>

<file path=customXml/item70.xml>��
</file>

<file path=customXml/item71.xml>��
</file>

<file path=customXml/item72.xml>��
</file>

<file path=customXml/item73.xml>��
</file>

<file path=customXml/item74.xml>��
</file>

<file path=customXml/item75.xml>��
</file>

<file path=customXml/item76.xml>��
</file>

<file path=customXml/item77.xml>��
</file>

<file path=customXml/item78.xml>��
</file>

<file path=customXml/item79.xml>��
</file>

<file path=customXml/item80.xml>��
</file>

<file path=customXml/item81.xml>��
</file>

<file path=customXml/item82.xml>��
</file>

<file path=customXml/item83.xml>��
</file>

<file path=customXml/item84.xml>��
</file>

<file path=customXml/item85.xml>��
</file>

<file path=customXml/item86.xml>��
</file>

<file path=customXml/item87.xml>��
</file>

<file path=customXml/item88.xml>��
</file>

<file path=customXml/item89.xml>��
</file>

<file path=customXml/item90.xml>��
</file>

<file path=customXml/item91.xml>��
</file>

<file path=customXml/item92.xml>��
</file>

<file path=customXml/item93.xml>��
</file>

<file path=customXml/item94.xml>��
</file>

<file path=customXml/item95.xml>��
</file>

<file path=customXml/item96.xml>��
</file>

<file path=customXml/item97.xml>��
</file>

<file path=customXml/item98.xml>��
</file>

<file path=customXml/item99.xml>��
</file>

<file path=customXml/item100.xml>��
</file>

<file path=customXml/item101.xml>��
</file>

<file path=customXml/item102.xml>��
</file>

<file path=customXml/item103.xml>��
</file>

<file path=customXml/item104.xml>��
</file>

<file path=customXml/item105.xml>��
</file>

<file path=customXml/item106.xml>��
</file>

<file path=customXml/item107.xml>��
</file>

<file path=customXml/item108.xml>��
</file>

<file path=customXml/item109.xml>��
</file>

<file path=customXml/item110.xml>��
</file>

<file path=customXml/item111.xml>��
</file>

<file path=customXml/item112.xml>��
</file>

<file path=customXml/item113.xml>��
</file>

<file path=customXml/item114.xml>��
</file>

<file path=customXml/item115.xml>��
</file>

<file path=customXml/item116.xml>��
</file>

<file path=customXml/item117.xml>��
</file>

<file path=customXml/item118.xml>��
</file>

<file path=customXml/item119.xml>��
</file>

<file path=customXml/item120.xml>��
</file>

<file path=customXml/item121.xml>��
</file>

<file path=customXml/item122.xml>��
</file>

<file path=customXml/item123.xml>��
</file>

<file path=customXml/item124.xml>��
</file>

<file path=customXml/item125.xml>��
</file>

<file path=customXml/item126.xml>��
</file>

<file path=customXml/item127.xml>��
</file>

<file path=customXml/item128.xml>��
</file>

<file path=customXml/item129.xml>��
</file>

<file path=customXml/item130.xml>��
</file>

<file path=customXml/item131.xml>��
</file>

<file path=customXml/item132.xml>��
</file>

<file path=customXml/itemProps1.xml><?xml version="1.0" encoding="utf-8"?>
<ds:datastoreItem xmlns:ds="http://schemas.openxmlformats.org/officeDocument/2006/customXml" ds:itemID="{D395FDE2-DCDA-44FB-99D6-EB6FCC6A5548}">
  <ds:schemaRefs>
    <ds:schemaRef ds:uri="http://macabacus.com"/>
  </ds:schemaRefs>
</ds:datastoreItem>
</file>

<file path=customXml/itemProps2.xml><?xml version="1.0" encoding="utf-8"?>
<ds:datastoreItem xmlns:ds="http://schemas.openxmlformats.org/officeDocument/2006/customXml" ds:itemID="{F1E614D4-EFE9-43AE-9DE1-D0A67D6BB1F4}">
  <ds:schemaRefs>
    <ds:schemaRef ds:uri="http://macabacus.com"/>
  </ds:schemaRefs>
</ds:datastoreItem>
</file>

<file path=customXml/itemProps3.xml><?xml version="1.0" encoding="utf-8"?>
<ds:datastoreItem xmlns:ds="http://schemas.openxmlformats.org/officeDocument/2006/customXml" ds:itemID="{D4CE0D74-51D8-4935-96E3-E94815FD372F}">
  <ds:schemaRefs>
    <ds:schemaRef ds:uri="http://macabacus.com"/>
  </ds:schemaRefs>
</ds:datastoreItem>
</file>

<file path=customXml/itemProps4.xml><?xml version="1.0" encoding="utf-8"?>
<ds:datastoreItem xmlns:ds="http://schemas.openxmlformats.org/officeDocument/2006/customXml" ds:itemID="{A8C7D7F7-ECFD-4E99-B9F0-75E068103563}">
  <ds:schemaRefs>
    <ds:schemaRef ds:uri="http://macabacus.com"/>
  </ds:schemaRefs>
</ds:datastoreItem>
</file>

<file path=customXml/itemProps5.xml><?xml version="1.0" encoding="utf-8"?>
<ds:datastoreItem xmlns:ds="http://schemas.openxmlformats.org/officeDocument/2006/customXml" ds:itemID="{828BBFB9-B2F5-4A23-8821-8D98CCD5379F}">
  <ds:schemaRefs>
    <ds:schemaRef ds:uri="http://macabacus.com"/>
  </ds:schemaRefs>
</ds:datastoreItem>
</file>

<file path=customXml/itemProps6.xml><?xml version="1.0" encoding="utf-8"?>
<ds:datastoreItem xmlns:ds="http://schemas.openxmlformats.org/officeDocument/2006/customXml" ds:itemID="{52778C26-298A-42D0-A002-BFD67249CC89}">
  <ds:schemaRefs>
    <ds:schemaRef ds:uri="http://macabacus.com"/>
  </ds:schemaRefs>
</ds:datastoreItem>
</file>

<file path=customXml/itemProps7.xml><?xml version="1.0" encoding="utf-8"?>
<ds:datastoreItem xmlns:ds="http://schemas.openxmlformats.org/officeDocument/2006/customXml" ds:itemID="{34C00308-DC6B-4312-BC94-0453E0AC4D08}">
  <ds:schemaRefs>
    <ds:schemaRef ds:uri="http://macabacus.com"/>
  </ds:schemaRefs>
</ds:datastoreItem>
</file>

<file path=customXml/itemProps8.xml><?xml version="1.0" encoding="utf-8"?>
<ds:datastoreItem xmlns:ds="http://schemas.openxmlformats.org/officeDocument/2006/customXml" ds:itemID="{8F3F4184-DC13-4E48-BF95-83D24BFDCB59}">
  <ds:schemaRefs>
    <ds:schemaRef ds:uri="http://macabacus.com"/>
  </ds:schemaRefs>
</ds:datastoreItem>
</file>

<file path=customXml/itemProps9.xml><?xml version="1.0" encoding="utf-8"?>
<ds:datastoreItem xmlns:ds="http://schemas.openxmlformats.org/officeDocument/2006/customXml" ds:itemID="{695A3544-8374-4B68-8B56-9376732D7327}">
  <ds:schemaRefs>
    <ds:schemaRef ds:uri="http://macabacus.com"/>
  </ds:schemaRefs>
</ds:datastoreItem>
</file>

<file path=customXml/itemProps10.xml><?xml version="1.0" encoding="utf-8"?>
<ds:datastoreItem xmlns:ds="http://schemas.openxmlformats.org/officeDocument/2006/customXml" ds:itemID="{0278805A-B6E0-4ACE-B365-E5FC9EC16178}">
  <ds:schemaRefs>
    <ds:schemaRef ds:uri="http://macabacus.com"/>
  </ds:schemaRefs>
</ds:datastoreItem>
</file>

<file path=customXml/itemProps11.xml><?xml version="1.0" encoding="utf-8"?>
<ds:datastoreItem xmlns:ds="http://schemas.openxmlformats.org/officeDocument/2006/customXml" ds:itemID="{75303608-EDD5-446E-9527-DD37A1396F94}">
  <ds:schemaRefs>
    <ds:schemaRef ds:uri="http://macabacus.com"/>
  </ds:schemaRefs>
</ds:datastoreItem>
</file>

<file path=customXml/itemProps12.xml><?xml version="1.0" encoding="utf-8"?>
<ds:datastoreItem xmlns:ds="http://schemas.openxmlformats.org/officeDocument/2006/customXml" ds:itemID="{F8D26A2D-69D9-4420-B593-4E039EC17DF5}">
  <ds:schemaRefs>
    <ds:schemaRef ds:uri="http://macabacus.com"/>
  </ds:schemaRefs>
</ds:datastoreItem>
</file>

<file path=customXml/itemProps13.xml><?xml version="1.0" encoding="utf-8"?>
<ds:datastoreItem xmlns:ds="http://schemas.openxmlformats.org/officeDocument/2006/customXml" ds:itemID="{2957749B-F412-42E5-AF9C-8EFBB7EDFCFF}">
  <ds:schemaRefs>
    <ds:schemaRef ds:uri="http://macabacus.com"/>
  </ds:schemaRefs>
</ds:datastoreItem>
</file>

<file path=customXml/itemProps14.xml><?xml version="1.0" encoding="utf-8"?>
<ds:datastoreItem xmlns:ds="http://schemas.openxmlformats.org/officeDocument/2006/customXml" ds:itemID="{52A03F70-6738-43CD-A349-996DE52D49CF}">
  <ds:schemaRefs>
    <ds:schemaRef ds:uri="http://macabacus.com"/>
  </ds:schemaRefs>
</ds:datastoreItem>
</file>

<file path=customXml/itemProps15.xml><?xml version="1.0" encoding="utf-8"?>
<ds:datastoreItem xmlns:ds="http://schemas.openxmlformats.org/officeDocument/2006/customXml" ds:itemID="{8335B9E6-8E9C-4193-B118-B8BCC70B74E9}">
  <ds:schemaRefs>
    <ds:schemaRef ds:uri="http://macabacus.com"/>
  </ds:schemaRefs>
</ds:datastoreItem>
</file>

<file path=customXml/itemProps16.xml><?xml version="1.0" encoding="utf-8"?>
<ds:datastoreItem xmlns:ds="http://schemas.openxmlformats.org/officeDocument/2006/customXml" ds:itemID="{74A2F58B-1863-463B-9A17-9FD6002DF3EA}">
  <ds:schemaRefs>
    <ds:schemaRef ds:uri="http://macabacus.com"/>
  </ds:schemaRefs>
</ds:datastoreItem>
</file>

<file path=customXml/itemProps17.xml><?xml version="1.0" encoding="utf-8"?>
<ds:datastoreItem xmlns:ds="http://schemas.openxmlformats.org/officeDocument/2006/customXml" ds:itemID="{E87F85AD-EF6D-4F4B-8AD6-791F8294E1E1}">
  <ds:schemaRefs>
    <ds:schemaRef ds:uri="http://macabacus.com"/>
  </ds:schemaRefs>
</ds:datastoreItem>
</file>

<file path=customXml/itemProps18.xml><?xml version="1.0" encoding="utf-8"?>
<ds:datastoreItem xmlns:ds="http://schemas.openxmlformats.org/officeDocument/2006/customXml" ds:itemID="{5732FC22-B878-4CD7-A0E5-E150D751F040}">
  <ds:schemaRefs>
    <ds:schemaRef ds:uri="http://macabacus.com"/>
  </ds:schemaRefs>
</ds:datastoreItem>
</file>

<file path=customXml/itemProps19.xml><?xml version="1.0" encoding="utf-8"?>
<ds:datastoreItem xmlns:ds="http://schemas.openxmlformats.org/officeDocument/2006/customXml" ds:itemID="{5F0E317F-5CDD-4245-AC1A-C47048B1B28A}">
  <ds:schemaRefs>
    <ds:schemaRef ds:uri="http://macabacus.com"/>
  </ds:schemaRefs>
</ds:datastoreItem>
</file>

<file path=customXml/itemProps20.xml><?xml version="1.0" encoding="utf-8"?>
<ds:datastoreItem xmlns:ds="http://schemas.openxmlformats.org/officeDocument/2006/customXml" ds:itemID="{3C45D92A-2DFF-480C-9B58-A1E452909B84}">
  <ds:schemaRefs>
    <ds:schemaRef ds:uri="http://macabacus.com"/>
  </ds:schemaRefs>
</ds:datastoreItem>
</file>

<file path=customXml/itemProps21.xml><?xml version="1.0" encoding="utf-8"?>
<ds:datastoreItem xmlns:ds="http://schemas.openxmlformats.org/officeDocument/2006/customXml" ds:itemID="{149A8EE8-FAF9-4F0F-A58D-DE805C526F65}">
  <ds:schemaRefs>
    <ds:schemaRef ds:uri="http://macabacus.com"/>
  </ds:schemaRefs>
</ds:datastoreItem>
</file>

<file path=customXml/itemProps22.xml><?xml version="1.0" encoding="utf-8"?>
<ds:datastoreItem xmlns:ds="http://schemas.openxmlformats.org/officeDocument/2006/customXml" ds:itemID="{99387AD8-6435-4031-AED1-B765E693B6D8}">
  <ds:schemaRefs>
    <ds:schemaRef ds:uri="http://macabacus.com"/>
  </ds:schemaRefs>
</ds:datastoreItem>
</file>

<file path=customXml/itemProps23.xml><?xml version="1.0" encoding="utf-8"?>
<ds:datastoreItem xmlns:ds="http://schemas.openxmlformats.org/officeDocument/2006/customXml" ds:itemID="{2BE2369D-0F51-490B-967A-E772A297543D}">
  <ds:schemaRefs>
    <ds:schemaRef ds:uri="http://macabacus.com"/>
  </ds:schemaRefs>
</ds:datastoreItem>
</file>

<file path=customXml/itemProps24.xml><?xml version="1.0" encoding="utf-8"?>
<ds:datastoreItem xmlns:ds="http://schemas.openxmlformats.org/officeDocument/2006/customXml" ds:itemID="{135AED11-E2E2-48F5-BD3B-9F087132F148}">
  <ds:schemaRefs>
    <ds:schemaRef ds:uri="http://macabacus.com"/>
  </ds:schemaRefs>
</ds:datastoreItem>
</file>

<file path=customXml/itemProps25.xml><?xml version="1.0" encoding="utf-8"?>
<ds:datastoreItem xmlns:ds="http://schemas.openxmlformats.org/officeDocument/2006/customXml" ds:itemID="{CF6370B2-B797-4A92-8D4E-6AB628AD784B}">
  <ds:schemaRefs>
    <ds:schemaRef ds:uri="http://macabacus.com"/>
  </ds:schemaRefs>
</ds:datastoreItem>
</file>

<file path=customXml/itemProps26.xml><?xml version="1.0" encoding="utf-8"?>
<ds:datastoreItem xmlns:ds="http://schemas.openxmlformats.org/officeDocument/2006/customXml" ds:itemID="{8224CE37-2AC9-4E57-A290-E612B28B1E29}">
  <ds:schemaRefs>
    <ds:schemaRef ds:uri="http://macabacus.com"/>
  </ds:schemaRefs>
</ds:datastoreItem>
</file>

<file path=customXml/itemProps27.xml><?xml version="1.0" encoding="utf-8"?>
<ds:datastoreItem xmlns:ds="http://schemas.openxmlformats.org/officeDocument/2006/customXml" ds:itemID="{27AA862D-5A85-4E8B-B77F-137484C22EEF}">
  <ds:schemaRefs>
    <ds:schemaRef ds:uri="http://macabacus.com"/>
  </ds:schemaRefs>
</ds:datastoreItem>
</file>

<file path=customXml/itemProps28.xml><?xml version="1.0" encoding="utf-8"?>
<ds:datastoreItem xmlns:ds="http://schemas.openxmlformats.org/officeDocument/2006/customXml" ds:itemID="{91EEAC99-15C0-42ED-AD86-D2686EBF1DA2}">
  <ds:schemaRefs>
    <ds:schemaRef ds:uri="http://macabacus.com"/>
  </ds:schemaRefs>
</ds:datastoreItem>
</file>

<file path=customXml/itemProps29.xml><?xml version="1.0" encoding="utf-8"?>
<ds:datastoreItem xmlns:ds="http://schemas.openxmlformats.org/officeDocument/2006/customXml" ds:itemID="{B15DC8DE-4E41-49F2-BEB1-4C5F782A05C4}">
  <ds:schemaRefs>
    <ds:schemaRef ds:uri="http://macabacus.com"/>
  </ds:schemaRefs>
</ds:datastoreItem>
</file>

<file path=customXml/itemProps30.xml><?xml version="1.0" encoding="utf-8"?>
<ds:datastoreItem xmlns:ds="http://schemas.openxmlformats.org/officeDocument/2006/customXml" ds:itemID="{2485ED8E-DB3A-47DC-8B22-564356DAB3E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2a12548-025c-4113-be0a-5de40f156b7f"/>
    <ds:schemaRef ds:uri="ad0c4147-2d43-4434-966d-a4e58ac9e85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1.xml><?xml version="1.0" encoding="utf-8"?>
<ds:datastoreItem xmlns:ds="http://schemas.openxmlformats.org/officeDocument/2006/customXml" ds:itemID="{96A42BE5-0098-4369-B3D2-88BA3C2D62E4}">
  <ds:schemaRefs>
    <ds:schemaRef ds:uri="http://macabacus.com"/>
  </ds:schemaRefs>
</ds:datastoreItem>
</file>

<file path=customXml/itemProps32.xml><?xml version="1.0" encoding="utf-8"?>
<ds:datastoreItem xmlns:ds="http://schemas.openxmlformats.org/officeDocument/2006/customXml" ds:itemID="{B78937B7-6CED-4967-98F1-9C295EB845E6}">
  <ds:schemaRefs>
    <ds:schemaRef ds:uri="http://macabacus.com"/>
  </ds:schemaRefs>
</ds:datastoreItem>
</file>

<file path=customXml/itemProps33.xml><?xml version="1.0" encoding="utf-8"?>
<ds:datastoreItem xmlns:ds="http://schemas.openxmlformats.org/officeDocument/2006/customXml" ds:itemID="{92A90794-08F0-4B60-A689-04E998DC1D9F}">
  <ds:schemaRefs>
    <ds:schemaRef ds:uri="http://macabacus.com"/>
  </ds:schemaRefs>
</ds:datastoreItem>
</file>

<file path=customXml/itemProps34.xml><?xml version="1.0" encoding="utf-8"?>
<ds:datastoreItem xmlns:ds="http://schemas.openxmlformats.org/officeDocument/2006/customXml" ds:itemID="{5A0E3FFC-BC1B-4313-8A6D-8AE2AE15BF53}">
  <ds:schemaRefs>
    <ds:schemaRef ds:uri="http://macabacus.com"/>
  </ds:schemaRefs>
</ds:datastoreItem>
</file>

<file path=customXml/itemProps35.xml><?xml version="1.0" encoding="utf-8"?>
<ds:datastoreItem xmlns:ds="http://schemas.openxmlformats.org/officeDocument/2006/customXml" ds:itemID="{550D905A-1840-4CB8-B248-18B4A80B80D6}">
  <ds:schemaRefs>
    <ds:schemaRef ds:uri="http://macabacus.com"/>
  </ds:schemaRefs>
</ds:datastoreItem>
</file>

<file path=customXml/itemProps36.xml><?xml version="1.0" encoding="utf-8"?>
<ds:datastoreItem xmlns:ds="http://schemas.openxmlformats.org/officeDocument/2006/customXml" ds:itemID="{1A046D5D-7BC6-41BE-A417-A350A80DE7B6}">
  <ds:schemaRefs>
    <ds:schemaRef ds:uri="http://macabacus.com"/>
  </ds:schemaRefs>
</ds:datastoreItem>
</file>

<file path=customXml/itemProps37.xml><?xml version="1.0" encoding="utf-8"?>
<ds:datastoreItem xmlns:ds="http://schemas.openxmlformats.org/officeDocument/2006/customXml" ds:itemID="{84176A60-C5CE-4096-A469-0ABB795F69FC}">
  <ds:schemaRefs>
    <ds:schemaRef ds:uri="http://macabacus.com"/>
  </ds:schemaRefs>
</ds:datastoreItem>
</file>

<file path=customXml/itemProps38.xml><?xml version="1.0" encoding="utf-8"?>
<ds:datastoreItem xmlns:ds="http://schemas.openxmlformats.org/officeDocument/2006/customXml" ds:itemID="{0A92F38C-85E9-4AC0-BF0E-E22A4AD79D09}">
  <ds:schemaRefs>
    <ds:schemaRef ds:uri="http://macabacus.com"/>
  </ds:schemaRefs>
</ds:datastoreItem>
</file>

<file path=customXml/itemProps39.xml><?xml version="1.0" encoding="utf-8"?>
<ds:datastoreItem xmlns:ds="http://schemas.openxmlformats.org/officeDocument/2006/customXml" ds:itemID="{6EB3DE9F-BEE9-45D9-BC17-00C3B46DD685}">
  <ds:schemaRefs>
    <ds:schemaRef ds:uri="http://purl.org/dc/dcmitype/"/>
    <ds:schemaRef ds:uri="http://schemas.microsoft.com/office/2006/documentManagement/types"/>
    <ds:schemaRef ds:uri="http://schemas.microsoft.com/office/2006/metadata/properties"/>
    <ds:schemaRef ds:uri="http://www.w3.org/XML/1998/namespace"/>
    <ds:schemaRef ds:uri="http://purl.org/dc/terms/"/>
    <ds:schemaRef ds:uri="http://schemas.microsoft.com/office/infopath/2007/PartnerControls"/>
    <ds:schemaRef ds:uri="32a12548-025c-4113-be0a-5de40f156b7f"/>
    <ds:schemaRef ds:uri="http://schemas.openxmlformats.org/package/2006/metadata/core-properties"/>
    <ds:schemaRef ds:uri="ad0c4147-2d43-4434-966d-a4e58ac9e85a"/>
    <ds:schemaRef ds:uri="http://purl.org/dc/elements/1.1/"/>
  </ds:schemaRefs>
</ds:datastoreItem>
</file>

<file path=customXml/itemProps40.xml><?xml version="1.0" encoding="utf-8"?>
<ds:datastoreItem xmlns:ds="http://schemas.openxmlformats.org/officeDocument/2006/customXml" ds:itemID="{777C1E19-D61D-4BD1-A54B-483E91D29678}">
  <ds:schemaRefs>
    <ds:schemaRef ds:uri="http://macabacus.com"/>
  </ds:schemaRefs>
</ds:datastoreItem>
</file>

<file path=customXml/itemProps41.xml><?xml version="1.0" encoding="utf-8"?>
<ds:datastoreItem xmlns:ds="http://schemas.openxmlformats.org/officeDocument/2006/customXml" ds:itemID="{24886683-8F5D-4A66-977D-67B7EB883013}">
  <ds:schemaRefs>
    <ds:schemaRef ds:uri="http://macabacus.com"/>
  </ds:schemaRefs>
</ds:datastoreItem>
</file>

<file path=customXml/itemProps42.xml><?xml version="1.0" encoding="utf-8"?>
<ds:datastoreItem xmlns:ds="http://schemas.openxmlformats.org/officeDocument/2006/customXml" ds:itemID="{466ACEC2-36CC-405C-ACF5-E6D313DA275E}">
  <ds:schemaRefs>
    <ds:schemaRef ds:uri="http://macabacus.com"/>
  </ds:schemaRefs>
</ds:datastoreItem>
</file>

<file path=customXml/itemProps43.xml><?xml version="1.0" encoding="utf-8"?>
<ds:datastoreItem xmlns:ds="http://schemas.openxmlformats.org/officeDocument/2006/customXml" ds:itemID="{AEA2C14F-B6ED-4717-8000-5E226EE81752}">
  <ds:schemaRefs>
    <ds:schemaRef ds:uri="http://schemas.microsoft.com/sharepoint/v3/contenttype/forms"/>
  </ds:schemaRefs>
</ds:datastoreItem>
</file>

<file path=customXml/itemProps44.xml><?xml version="1.0" encoding="utf-8"?>
<ds:datastoreItem xmlns:ds="http://schemas.openxmlformats.org/officeDocument/2006/customXml" ds:itemID="{B9979C64-7404-453B-8375-CBD269CA82DF}">
  <ds:schemaRefs>
    <ds:schemaRef ds:uri="http://macabacus.com"/>
  </ds:schemaRefs>
</ds:datastoreItem>
</file>

<file path=customXml/itemProps45.xml><?xml version="1.0" encoding="utf-8"?>
<ds:datastoreItem xmlns:ds="http://schemas.openxmlformats.org/officeDocument/2006/customXml" ds:itemID="{9E9D5AF6-EDD7-4950-BDCC-2FED30665885}">
  <ds:schemaRefs>
    <ds:schemaRef ds:uri="http://macabacus.com"/>
  </ds:schemaRefs>
</ds:datastoreItem>
</file>

<file path=customXml/itemProps46.xml><?xml version="1.0" encoding="utf-8"?>
<ds:datastoreItem xmlns:ds="http://schemas.openxmlformats.org/officeDocument/2006/customXml" ds:itemID="{DC051E33-C373-49B6-B473-0A96332C9C23}">
  <ds:schemaRefs>
    <ds:schemaRef ds:uri="http://macabacus.com"/>
  </ds:schemaRefs>
</ds:datastoreItem>
</file>

<file path=customXml/itemProps47.xml><?xml version="1.0" encoding="utf-8"?>
<ds:datastoreItem xmlns:ds="http://schemas.openxmlformats.org/officeDocument/2006/customXml" ds:itemID="{8A23D2F2-04A4-4EE7-A793-E0543ECBBCF9}">
  <ds:schemaRefs>
    <ds:schemaRef ds:uri="http://macabacus.com"/>
  </ds:schemaRefs>
</ds:datastoreItem>
</file>

<file path=customXml/itemProps48.xml><?xml version="1.0" encoding="utf-8"?>
<ds:datastoreItem xmlns:ds="http://schemas.openxmlformats.org/officeDocument/2006/customXml" ds:itemID="{CF6CBFF1-1DC0-45B0-9DAA-840B67239381}">
  <ds:schemaRefs>
    <ds:schemaRef ds:uri="http://macabacus.com"/>
  </ds:schemaRefs>
</ds:datastoreItem>
</file>

<file path=customXml/itemProps49.xml><?xml version="1.0" encoding="utf-8"?>
<ds:datastoreItem xmlns:ds="http://schemas.openxmlformats.org/officeDocument/2006/customXml" ds:itemID="{060E31B7-EAAB-4D10-BD59-6966D23424AD}">
  <ds:schemaRefs>
    <ds:schemaRef ds:uri="http://macabacus.com"/>
  </ds:schemaRefs>
</ds:datastoreItem>
</file>

<file path=customXml/itemProps50.xml><?xml version="1.0" encoding="utf-8"?>
<ds:datastoreItem xmlns:ds="http://schemas.openxmlformats.org/officeDocument/2006/customXml" ds:itemID="{6186ECD5-0432-4595-91D3-DE1C10DE85B0}">
  <ds:schemaRefs>
    <ds:schemaRef ds:uri="http://macabacus.com"/>
  </ds:schemaRefs>
</ds:datastoreItem>
</file>

<file path=customXml/itemProps51.xml><?xml version="1.0" encoding="utf-8"?>
<ds:datastoreItem xmlns:ds="http://schemas.openxmlformats.org/officeDocument/2006/customXml" ds:itemID="{75E58F22-32D1-473D-873C-6F981620686F}">
  <ds:schemaRefs>
    <ds:schemaRef ds:uri="http://macabacus.com"/>
  </ds:schemaRefs>
</ds:datastoreItem>
</file>

<file path=customXml/itemProps52.xml><?xml version="1.0" encoding="utf-8"?>
<ds:datastoreItem xmlns:ds="http://schemas.openxmlformats.org/officeDocument/2006/customXml" ds:itemID="{21E72A72-0F4B-4A03-BBA3-6A27C826890C}">
  <ds:schemaRefs>
    <ds:schemaRef ds:uri="http://macabacus.com"/>
  </ds:schemaRefs>
</ds:datastoreItem>
</file>

<file path=customXml/itemProps53.xml><?xml version="1.0" encoding="utf-8"?>
<ds:datastoreItem xmlns:ds="http://schemas.openxmlformats.org/officeDocument/2006/customXml" ds:itemID="{61CAF986-50B4-4EEB-B960-EA6507E45A95}">
  <ds:schemaRefs>
    <ds:schemaRef ds:uri="http://macabacus.com"/>
  </ds:schemaRefs>
</ds:datastoreItem>
</file>

<file path=customXml/itemProps54.xml><?xml version="1.0" encoding="utf-8"?>
<ds:datastoreItem xmlns:ds="http://schemas.openxmlformats.org/officeDocument/2006/customXml" ds:itemID="{BEA8E2CE-36C8-4400-AFC6-BBFEFA1698F1}">
  <ds:schemaRefs>
    <ds:schemaRef ds:uri="http://macabacus.com"/>
  </ds:schemaRefs>
</ds:datastoreItem>
</file>

<file path=customXml/itemProps55.xml><?xml version="1.0" encoding="utf-8"?>
<ds:datastoreItem xmlns:ds="http://schemas.openxmlformats.org/officeDocument/2006/customXml" ds:itemID="{026E6971-A25B-4691-B6AB-872A4B216A56}">
  <ds:schemaRefs>
    <ds:schemaRef ds:uri="http://macabacus.com"/>
  </ds:schemaRefs>
</ds:datastoreItem>
</file>

<file path=customXml/itemProps56.xml><?xml version="1.0" encoding="utf-8"?>
<ds:datastoreItem xmlns:ds="http://schemas.openxmlformats.org/officeDocument/2006/customXml" ds:itemID="{1A6767FF-8AAD-4940-8281-2C6331C33D96}">
  <ds:schemaRefs>
    <ds:schemaRef ds:uri="http://macabacus.com"/>
  </ds:schemaRefs>
</ds:datastoreItem>
</file>

<file path=customXml/itemProps57.xml><?xml version="1.0" encoding="utf-8"?>
<ds:datastoreItem xmlns:ds="http://schemas.openxmlformats.org/officeDocument/2006/customXml" ds:itemID="{5CF2C4E1-6B68-45AA-A6FD-42AB4E713F35}">
  <ds:schemaRefs>
    <ds:schemaRef ds:uri="http://macabacus.com"/>
  </ds:schemaRefs>
</ds:datastoreItem>
</file>

<file path=customXml/itemProps58.xml><?xml version="1.0" encoding="utf-8"?>
<ds:datastoreItem xmlns:ds="http://schemas.openxmlformats.org/officeDocument/2006/customXml" ds:itemID="{04BC8FFF-6C5B-4312-8C37-24B43E601E01}">
  <ds:schemaRefs>
    <ds:schemaRef ds:uri="http://macabacus.com"/>
  </ds:schemaRefs>
</ds:datastoreItem>
</file>

<file path=customXml/itemProps59.xml><?xml version="1.0" encoding="utf-8"?>
<ds:datastoreItem xmlns:ds="http://schemas.openxmlformats.org/officeDocument/2006/customXml" ds:itemID="{4DB1A4AD-FB36-45D2-93DE-E792E1C1DE15}">
  <ds:schemaRefs>
    <ds:schemaRef ds:uri="http://macabacus.com"/>
  </ds:schemaRefs>
</ds:datastoreItem>
</file>

<file path=customXml/itemProps60.xml><?xml version="1.0" encoding="utf-8"?>
<ds:datastoreItem xmlns:ds="http://schemas.openxmlformats.org/officeDocument/2006/customXml" ds:itemID="{4AA0FDB8-0E01-4690-A96C-E8AA4B17154D}">
  <ds:schemaRefs>
    <ds:schemaRef ds:uri="http://macabacus.com"/>
  </ds:schemaRefs>
</ds:datastoreItem>
</file>

<file path=customXml/itemProps61.xml><?xml version="1.0" encoding="utf-8"?>
<ds:datastoreItem xmlns:ds="http://schemas.openxmlformats.org/officeDocument/2006/customXml" ds:itemID="{2A3C6A2B-B501-483D-8B09-45B406E80EB6}">
  <ds:schemaRefs>
    <ds:schemaRef ds:uri="http://macabacus.com"/>
  </ds:schemaRefs>
</ds:datastoreItem>
</file>

<file path=customXml/itemProps62.xml><?xml version="1.0" encoding="utf-8"?>
<ds:datastoreItem xmlns:ds="http://schemas.openxmlformats.org/officeDocument/2006/customXml" ds:itemID="{E8EF96AF-4EB1-49DE-907B-BFAE887F46CE}">
  <ds:schemaRefs>
    <ds:schemaRef ds:uri="http://macabacus.com"/>
  </ds:schemaRefs>
</ds:datastoreItem>
</file>

<file path=customXml/itemProps63.xml><?xml version="1.0" encoding="utf-8"?>
<ds:datastoreItem xmlns:ds="http://schemas.openxmlformats.org/officeDocument/2006/customXml" ds:itemID="{193BF2A5-6AC1-41F0-9A65-CE83FA056F80}">
  <ds:schemaRefs>
    <ds:schemaRef ds:uri="http://macabacus.com"/>
  </ds:schemaRefs>
</ds:datastoreItem>
</file>

<file path=customXml/itemProps64.xml><?xml version="1.0" encoding="utf-8"?>
<ds:datastoreItem xmlns:ds="http://schemas.openxmlformats.org/officeDocument/2006/customXml" ds:itemID="{653109CF-558B-4EDB-AF2E-1C87DE3D1396}">
  <ds:schemaRefs>
    <ds:schemaRef ds:uri="http://macabacus.com"/>
  </ds:schemaRefs>
</ds:datastoreItem>
</file>

<file path=customXml/itemProps65.xml><?xml version="1.0" encoding="utf-8"?>
<ds:datastoreItem xmlns:ds="http://schemas.openxmlformats.org/officeDocument/2006/customXml" ds:itemID="{3F306767-4664-4B14-B975-A5683092E94C}">
  <ds:schemaRefs>
    <ds:schemaRef ds:uri="http://macabacus.com"/>
  </ds:schemaRefs>
</ds:datastoreItem>
</file>

<file path=customXml/itemProps66.xml><?xml version="1.0" encoding="utf-8"?>
<ds:datastoreItem xmlns:ds="http://schemas.openxmlformats.org/officeDocument/2006/customXml" ds:itemID="{79517373-9F58-42BE-A4F1-0098EF5D4D0C}">
  <ds:schemaRefs>
    <ds:schemaRef ds:uri="http://macabacus.com"/>
  </ds:schemaRefs>
</ds:datastoreItem>
</file>

<file path=customXml/itemProps67.xml><?xml version="1.0" encoding="utf-8"?>
<ds:datastoreItem xmlns:ds="http://schemas.openxmlformats.org/officeDocument/2006/customXml" ds:itemID="{903AD103-0EE8-4ECE-AAFC-8F6ACF825AC3}">
  <ds:schemaRefs>
    <ds:schemaRef ds:uri="http://macabacus.com"/>
  </ds:schemaRefs>
</ds:datastoreItem>
</file>

<file path=customXml/itemProps68.xml><?xml version="1.0" encoding="utf-8"?>
<ds:datastoreItem xmlns:ds="http://schemas.openxmlformats.org/officeDocument/2006/customXml" ds:itemID="{3C2EE3FF-F903-4F4A-A361-687B89ADBF5D}">
  <ds:schemaRefs>
    <ds:schemaRef ds:uri="http://macabacus.com"/>
  </ds:schemaRefs>
</ds:datastoreItem>
</file>

<file path=customXml/itemProps69.xml><?xml version="1.0" encoding="utf-8"?>
<ds:datastoreItem xmlns:ds="http://schemas.openxmlformats.org/officeDocument/2006/customXml" ds:itemID="{21D6C46F-170C-4F46-AF8C-B5348FCFC490}">
  <ds:schemaRefs>
    <ds:schemaRef ds:uri="http://macabacus.com"/>
  </ds:schemaRefs>
</ds:datastoreItem>
</file>

<file path=customXml/itemProps70.xml><?xml version="1.0" encoding="utf-8"?>
<ds:datastoreItem xmlns:ds="http://schemas.openxmlformats.org/officeDocument/2006/customXml" ds:itemID="{21E277FB-74C8-4098-A891-DC180DA11D66}">
  <ds:schemaRefs>
    <ds:schemaRef ds:uri="http://macabacus.com"/>
  </ds:schemaRefs>
</ds:datastoreItem>
</file>

<file path=customXml/itemProps71.xml><?xml version="1.0" encoding="utf-8"?>
<ds:datastoreItem xmlns:ds="http://schemas.openxmlformats.org/officeDocument/2006/customXml" ds:itemID="{92F0377E-6BE3-4967-93F5-C4476410128A}">
  <ds:schemaRefs>
    <ds:schemaRef ds:uri="http://macabacus.com"/>
  </ds:schemaRefs>
</ds:datastoreItem>
</file>

<file path=customXml/itemProps72.xml><?xml version="1.0" encoding="utf-8"?>
<ds:datastoreItem xmlns:ds="http://schemas.openxmlformats.org/officeDocument/2006/customXml" ds:itemID="{37AC0175-97FD-4709-BFA4-236FDE52EAD6}">
  <ds:schemaRefs>
    <ds:schemaRef ds:uri="http://macabacus.com"/>
  </ds:schemaRefs>
</ds:datastoreItem>
</file>

<file path=customXml/itemProps73.xml><?xml version="1.0" encoding="utf-8"?>
<ds:datastoreItem xmlns:ds="http://schemas.openxmlformats.org/officeDocument/2006/customXml" ds:itemID="{E9A9520D-252E-47D5-AE22-67DF5E6D8E89}">
  <ds:schemaRefs>
    <ds:schemaRef ds:uri="http://macabacus.com"/>
  </ds:schemaRefs>
</ds:datastoreItem>
</file>

<file path=customXml/itemProps74.xml><?xml version="1.0" encoding="utf-8"?>
<ds:datastoreItem xmlns:ds="http://schemas.openxmlformats.org/officeDocument/2006/customXml" ds:itemID="{366104C4-CC19-40E5-9BBE-368DA0B50B87}">
  <ds:schemaRefs>
    <ds:schemaRef ds:uri="http://macabacus.com"/>
  </ds:schemaRefs>
</ds:datastoreItem>
</file>

<file path=customXml/itemProps75.xml><?xml version="1.0" encoding="utf-8"?>
<ds:datastoreItem xmlns:ds="http://schemas.openxmlformats.org/officeDocument/2006/customXml" ds:itemID="{D59F5F65-2F5B-4E00-92BD-12AEB232CBFB}">
  <ds:schemaRefs>
    <ds:schemaRef ds:uri="http://macabacus.com"/>
  </ds:schemaRefs>
</ds:datastoreItem>
</file>

<file path=customXml/itemProps76.xml><?xml version="1.0" encoding="utf-8"?>
<ds:datastoreItem xmlns:ds="http://schemas.openxmlformats.org/officeDocument/2006/customXml" ds:itemID="{1551A933-4240-4E61-A1DD-C587CC4521E9}">
  <ds:schemaRefs>
    <ds:schemaRef ds:uri="http://macabacus.com"/>
  </ds:schemaRefs>
</ds:datastoreItem>
</file>

<file path=customXml/itemProps77.xml><?xml version="1.0" encoding="utf-8"?>
<ds:datastoreItem xmlns:ds="http://schemas.openxmlformats.org/officeDocument/2006/customXml" ds:itemID="{FF53D666-BCA9-4939-B85D-F850F488C154}">
  <ds:schemaRefs>
    <ds:schemaRef ds:uri="http://macabacus.com"/>
  </ds:schemaRefs>
</ds:datastoreItem>
</file>

<file path=customXml/itemProps78.xml><?xml version="1.0" encoding="utf-8"?>
<ds:datastoreItem xmlns:ds="http://schemas.openxmlformats.org/officeDocument/2006/customXml" ds:itemID="{F268AA44-7F72-4408-9F14-9C65699ED944}">
  <ds:schemaRefs>
    <ds:schemaRef ds:uri="http://macabacus.com"/>
  </ds:schemaRefs>
</ds:datastoreItem>
</file>

<file path=customXml/itemProps79.xml><?xml version="1.0" encoding="utf-8"?>
<ds:datastoreItem xmlns:ds="http://schemas.openxmlformats.org/officeDocument/2006/customXml" ds:itemID="{AC3D7D10-DA7B-4C46-A440-D35FBEEB613C}">
  <ds:schemaRefs>
    <ds:schemaRef ds:uri="http://macabacus.com"/>
  </ds:schemaRefs>
</ds:datastoreItem>
</file>

<file path=customXml/itemProps80.xml><?xml version="1.0" encoding="utf-8"?>
<ds:datastoreItem xmlns:ds="http://schemas.openxmlformats.org/officeDocument/2006/customXml" ds:itemID="{48A0D701-53B6-4964-BFAD-B8FCAB125AF3}">
  <ds:schemaRefs>
    <ds:schemaRef ds:uri="http://macabacus.com"/>
  </ds:schemaRefs>
</ds:datastoreItem>
</file>

<file path=customXml/itemProps81.xml><?xml version="1.0" encoding="utf-8"?>
<ds:datastoreItem xmlns:ds="http://schemas.openxmlformats.org/officeDocument/2006/customXml" ds:itemID="{A336470F-4198-4394-90DE-357AD52A020A}">
  <ds:schemaRefs>
    <ds:schemaRef ds:uri="http://macabacus.com"/>
  </ds:schemaRefs>
</ds:datastoreItem>
</file>

<file path=customXml/itemProps82.xml><?xml version="1.0" encoding="utf-8"?>
<ds:datastoreItem xmlns:ds="http://schemas.openxmlformats.org/officeDocument/2006/customXml" ds:itemID="{69ED915A-16BA-4162-AB93-F9B3D20274A1}">
  <ds:schemaRefs>
    <ds:schemaRef ds:uri="http://macabacus.com"/>
  </ds:schemaRefs>
</ds:datastoreItem>
</file>

<file path=customXml/itemProps83.xml><?xml version="1.0" encoding="utf-8"?>
<ds:datastoreItem xmlns:ds="http://schemas.openxmlformats.org/officeDocument/2006/customXml" ds:itemID="{6D06D0E4-067B-4C5E-9C1B-EB0284B77838}">
  <ds:schemaRefs>
    <ds:schemaRef ds:uri="http://macabacus.com"/>
  </ds:schemaRefs>
</ds:datastoreItem>
</file>

<file path=customXml/itemProps84.xml><?xml version="1.0" encoding="utf-8"?>
<ds:datastoreItem xmlns:ds="http://schemas.openxmlformats.org/officeDocument/2006/customXml" ds:itemID="{A15087E0-4D39-4D26-957A-F9BF8AB7CD15}">
  <ds:schemaRefs>
    <ds:schemaRef ds:uri="http://macabacus.com"/>
  </ds:schemaRefs>
</ds:datastoreItem>
</file>

<file path=customXml/itemProps85.xml><?xml version="1.0" encoding="utf-8"?>
<ds:datastoreItem xmlns:ds="http://schemas.openxmlformats.org/officeDocument/2006/customXml" ds:itemID="{04A274B0-93FC-47F0-870B-502F2F0F7326}">
  <ds:schemaRefs>
    <ds:schemaRef ds:uri="http://macabacus.com"/>
  </ds:schemaRefs>
</ds:datastoreItem>
</file>

<file path=customXml/itemProps86.xml><?xml version="1.0" encoding="utf-8"?>
<ds:datastoreItem xmlns:ds="http://schemas.openxmlformats.org/officeDocument/2006/customXml" ds:itemID="{27FD3BE9-08A7-4951-A451-96DA79C01D23}">
  <ds:schemaRefs>
    <ds:schemaRef ds:uri="http://macabacus.com"/>
  </ds:schemaRefs>
</ds:datastoreItem>
</file>

<file path=customXml/itemProps87.xml><?xml version="1.0" encoding="utf-8"?>
<ds:datastoreItem xmlns:ds="http://schemas.openxmlformats.org/officeDocument/2006/customXml" ds:itemID="{671443EC-75C3-4544-A289-D9D428578426}">
  <ds:schemaRefs>
    <ds:schemaRef ds:uri="http://macabacus.com"/>
  </ds:schemaRefs>
</ds:datastoreItem>
</file>

<file path=customXml/itemProps88.xml><?xml version="1.0" encoding="utf-8"?>
<ds:datastoreItem xmlns:ds="http://schemas.openxmlformats.org/officeDocument/2006/customXml" ds:itemID="{30A181CB-C4A9-4042-9ABF-5A445AE688A4}">
  <ds:schemaRefs>
    <ds:schemaRef ds:uri="http://macabacus.com"/>
  </ds:schemaRefs>
</ds:datastoreItem>
</file>

<file path=customXml/itemProps89.xml><?xml version="1.0" encoding="utf-8"?>
<ds:datastoreItem xmlns:ds="http://schemas.openxmlformats.org/officeDocument/2006/customXml" ds:itemID="{C9507455-816F-4254-9CF8-8B9C4EB1431B}">
  <ds:schemaRefs>
    <ds:schemaRef ds:uri="http://macabacus.com"/>
  </ds:schemaRefs>
</ds:datastoreItem>
</file>

<file path=customXml/itemProps90.xml><?xml version="1.0" encoding="utf-8"?>
<ds:datastoreItem xmlns:ds="http://schemas.openxmlformats.org/officeDocument/2006/customXml" ds:itemID="{AFDAF6D5-468B-4C41-BB33-F8C62B0740C6}">
  <ds:schemaRefs>
    <ds:schemaRef ds:uri="http://macabacus.com"/>
  </ds:schemaRefs>
</ds:datastoreItem>
</file>

<file path=customXml/itemProps91.xml><?xml version="1.0" encoding="utf-8"?>
<ds:datastoreItem xmlns:ds="http://schemas.openxmlformats.org/officeDocument/2006/customXml" ds:itemID="{4FD8E487-F81B-4EE6-9364-ED05FF32A0B0}">
  <ds:schemaRefs>
    <ds:schemaRef ds:uri="http://macabacus.com"/>
  </ds:schemaRefs>
</ds:datastoreItem>
</file>

<file path=customXml/itemProps92.xml><?xml version="1.0" encoding="utf-8"?>
<ds:datastoreItem xmlns:ds="http://schemas.openxmlformats.org/officeDocument/2006/customXml" ds:itemID="{C9D376EA-5B2C-48DC-ADAC-7A4A4950557F}">
  <ds:schemaRefs>
    <ds:schemaRef ds:uri="http://macabacus.com"/>
  </ds:schemaRefs>
</ds:datastoreItem>
</file>

<file path=customXml/itemProps93.xml><?xml version="1.0" encoding="utf-8"?>
<ds:datastoreItem xmlns:ds="http://schemas.openxmlformats.org/officeDocument/2006/customXml" ds:itemID="{624ADC78-020B-4B98-9193-4D2D1A232A69}">
  <ds:schemaRefs>
    <ds:schemaRef ds:uri="http://macabacus.com"/>
  </ds:schemaRefs>
</ds:datastoreItem>
</file>

<file path=customXml/itemProps94.xml><?xml version="1.0" encoding="utf-8"?>
<ds:datastoreItem xmlns:ds="http://schemas.openxmlformats.org/officeDocument/2006/customXml" ds:itemID="{6CAD533A-8DBA-4764-8659-BA8A46567EC7}">
  <ds:schemaRefs>
    <ds:schemaRef ds:uri="http://macabacus.com"/>
  </ds:schemaRefs>
</ds:datastoreItem>
</file>

<file path=customXml/itemProps95.xml><?xml version="1.0" encoding="utf-8"?>
<ds:datastoreItem xmlns:ds="http://schemas.openxmlformats.org/officeDocument/2006/customXml" ds:itemID="{A02840BE-FEC0-4982-AC1C-360DB1E54A68}">
  <ds:schemaRefs>
    <ds:schemaRef ds:uri="http://macabacus.com"/>
  </ds:schemaRefs>
</ds:datastoreItem>
</file>

<file path=customXml/itemProps96.xml><?xml version="1.0" encoding="utf-8"?>
<ds:datastoreItem xmlns:ds="http://schemas.openxmlformats.org/officeDocument/2006/customXml" ds:itemID="{45633EBB-578B-4C7B-93AC-4E29E4D8C720}">
  <ds:schemaRefs>
    <ds:schemaRef ds:uri="http://macabacus.com"/>
  </ds:schemaRefs>
</ds:datastoreItem>
</file>

<file path=customXml/itemProps97.xml><?xml version="1.0" encoding="utf-8"?>
<ds:datastoreItem xmlns:ds="http://schemas.openxmlformats.org/officeDocument/2006/customXml" ds:itemID="{05361EA6-CB62-40B6-9F3E-042F3E4B57AD}">
  <ds:schemaRefs>
    <ds:schemaRef ds:uri="http://macabacus.com"/>
  </ds:schemaRefs>
</ds:datastoreItem>
</file>

<file path=customXml/itemProps98.xml><?xml version="1.0" encoding="utf-8"?>
<ds:datastoreItem xmlns:ds="http://schemas.openxmlformats.org/officeDocument/2006/customXml" ds:itemID="{04DEB12B-8F62-49EF-AA9D-6ECE1CD23AA0}">
  <ds:schemaRefs>
    <ds:schemaRef ds:uri="http://macabacus.com"/>
  </ds:schemaRefs>
</ds:datastoreItem>
</file>

<file path=customXml/itemProps99.xml><?xml version="1.0" encoding="utf-8"?>
<ds:datastoreItem xmlns:ds="http://schemas.openxmlformats.org/officeDocument/2006/customXml" ds:itemID="{6557C92F-E465-4DFF-8A7E-DBA031979CE3}">
  <ds:schemaRefs>
    <ds:schemaRef ds:uri="http://macabacus.com"/>
  </ds:schemaRefs>
</ds:datastoreItem>
</file>

<file path=customXml/itemProps100.xml><?xml version="1.0" encoding="utf-8"?>
<ds:datastoreItem xmlns:ds="http://schemas.openxmlformats.org/officeDocument/2006/customXml" ds:itemID="{ECA05229-FA42-44D7-9C2F-E2408D0994AD}">
  <ds:schemaRefs>
    <ds:schemaRef ds:uri="http://macabacus.com"/>
  </ds:schemaRefs>
</ds:datastoreItem>
</file>

<file path=customXml/itemProps101.xml><?xml version="1.0" encoding="utf-8"?>
<ds:datastoreItem xmlns:ds="http://schemas.openxmlformats.org/officeDocument/2006/customXml" ds:itemID="{F0D091EA-36EC-42F8-A919-8F43F0BFC2C2}">
  <ds:schemaRefs>
    <ds:schemaRef ds:uri="http://macabacus.com"/>
  </ds:schemaRefs>
</ds:datastoreItem>
</file>

<file path=customXml/itemProps102.xml><?xml version="1.0" encoding="utf-8"?>
<ds:datastoreItem xmlns:ds="http://schemas.openxmlformats.org/officeDocument/2006/customXml" ds:itemID="{DAE1DB7B-35E0-4ECA-93EC-ECC5FE3E17EE}">
  <ds:schemaRefs>
    <ds:schemaRef ds:uri="http://macabacus.com"/>
  </ds:schemaRefs>
</ds:datastoreItem>
</file>

<file path=customXml/itemProps103.xml><?xml version="1.0" encoding="utf-8"?>
<ds:datastoreItem xmlns:ds="http://schemas.openxmlformats.org/officeDocument/2006/customXml" ds:itemID="{2EA9E129-ED27-466E-BF86-590A6D772B04}">
  <ds:schemaRefs>
    <ds:schemaRef ds:uri="http://macabacus.com"/>
  </ds:schemaRefs>
</ds:datastoreItem>
</file>

<file path=customXml/itemProps104.xml><?xml version="1.0" encoding="utf-8"?>
<ds:datastoreItem xmlns:ds="http://schemas.openxmlformats.org/officeDocument/2006/customXml" ds:itemID="{6C499524-575A-4CC8-BB3E-4BD9850A135B}">
  <ds:schemaRefs>
    <ds:schemaRef ds:uri="http://macabacus.com"/>
  </ds:schemaRefs>
</ds:datastoreItem>
</file>

<file path=customXml/itemProps105.xml><?xml version="1.0" encoding="utf-8"?>
<ds:datastoreItem xmlns:ds="http://schemas.openxmlformats.org/officeDocument/2006/customXml" ds:itemID="{240A18A4-47C8-41F8-907A-BDD48939CB1E}">
  <ds:schemaRefs>
    <ds:schemaRef ds:uri="http://macabacus.com"/>
  </ds:schemaRefs>
</ds:datastoreItem>
</file>

<file path=customXml/itemProps106.xml><?xml version="1.0" encoding="utf-8"?>
<ds:datastoreItem xmlns:ds="http://schemas.openxmlformats.org/officeDocument/2006/customXml" ds:itemID="{8A14217F-6C52-425C-B096-1E1D2690959E}">
  <ds:schemaRefs>
    <ds:schemaRef ds:uri="http://macabacus.com"/>
  </ds:schemaRefs>
</ds:datastoreItem>
</file>

<file path=customXml/itemProps107.xml><?xml version="1.0" encoding="utf-8"?>
<ds:datastoreItem xmlns:ds="http://schemas.openxmlformats.org/officeDocument/2006/customXml" ds:itemID="{C6570A7B-ECCB-43C6-B7D2-0928F7217E2E}">
  <ds:schemaRefs>
    <ds:schemaRef ds:uri="http://macabacus.com"/>
  </ds:schemaRefs>
</ds:datastoreItem>
</file>

<file path=customXml/itemProps108.xml><?xml version="1.0" encoding="utf-8"?>
<ds:datastoreItem xmlns:ds="http://schemas.openxmlformats.org/officeDocument/2006/customXml" ds:itemID="{737BA18B-C454-4325-855B-35E89164B159}">
  <ds:schemaRefs>
    <ds:schemaRef ds:uri="http://macabacus.com"/>
  </ds:schemaRefs>
</ds:datastoreItem>
</file>

<file path=customXml/itemProps109.xml><?xml version="1.0" encoding="utf-8"?>
<ds:datastoreItem xmlns:ds="http://schemas.openxmlformats.org/officeDocument/2006/customXml" ds:itemID="{263CB93B-A20B-40C7-8137-66B2B7E81A48}">
  <ds:schemaRefs>
    <ds:schemaRef ds:uri="http://macabacus.com"/>
  </ds:schemaRefs>
</ds:datastoreItem>
</file>

<file path=customXml/itemProps110.xml><?xml version="1.0" encoding="utf-8"?>
<ds:datastoreItem xmlns:ds="http://schemas.openxmlformats.org/officeDocument/2006/customXml" ds:itemID="{5E380FEB-070E-4283-8187-4B93836E0F74}">
  <ds:schemaRefs>
    <ds:schemaRef ds:uri="http://macabacus.com"/>
  </ds:schemaRefs>
</ds:datastoreItem>
</file>

<file path=customXml/itemProps111.xml><?xml version="1.0" encoding="utf-8"?>
<ds:datastoreItem xmlns:ds="http://schemas.openxmlformats.org/officeDocument/2006/customXml" ds:itemID="{6FD65DFD-96EE-47DE-9ECE-92962A30AE8E}">
  <ds:schemaRefs>
    <ds:schemaRef ds:uri="http://macabacus.com"/>
  </ds:schemaRefs>
</ds:datastoreItem>
</file>

<file path=customXml/itemProps112.xml><?xml version="1.0" encoding="utf-8"?>
<ds:datastoreItem xmlns:ds="http://schemas.openxmlformats.org/officeDocument/2006/customXml" ds:itemID="{4E49E78D-54E1-4A7E-AA90-39082CD5CBA2}">
  <ds:schemaRefs>
    <ds:schemaRef ds:uri="http://macabacus.com"/>
  </ds:schemaRefs>
</ds:datastoreItem>
</file>

<file path=customXml/itemProps113.xml><?xml version="1.0" encoding="utf-8"?>
<ds:datastoreItem xmlns:ds="http://schemas.openxmlformats.org/officeDocument/2006/customXml" ds:itemID="{453648E7-00C6-44CE-8CCF-B935E9B1F836}">
  <ds:schemaRefs>
    <ds:schemaRef ds:uri="http://macabacus.com"/>
  </ds:schemaRefs>
</ds:datastoreItem>
</file>

<file path=customXml/itemProps114.xml><?xml version="1.0" encoding="utf-8"?>
<ds:datastoreItem xmlns:ds="http://schemas.openxmlformats.org/officeDocument/2006/customXml" ds:itemID="{2872A061-3A62-476F-A0A2-FE5B075CE8EF}">
  <ds:schemaRefs>
    <ds:schemaRef ds:uri="http://macabacus.com"/>
  </ds:schemaRefs>
</ds:datastoreItem>
</file>

<file path=customXml/itemProps115.xml><?xml version="1.0" encoding="utf-8"?>
<ds:datastoreItem xmlns:ds="http://schemas.openxmlformats.org/officeDocument/2006/customXml" ds:itemID="{6F74B883-01D0-491F-AC29-F1B1F36A687B}">
  <ds:schemaRefs>
    <ds:schemaRef ds:uri="http://macabacus.com"/>
  </ds:schemaRefs>
</ds:datastoreItem>
</file>

<file path=customXml/itemProps116.xml><?xml version="1.0" encoding="utf-8"?>
<ds:datastoreItem xmlns:ds="http://schemas.openxmlformats.org/officeDocument/2006/customXml" ds:itemID="{96315420-B635-4BA3-AD64-ED3197249883}">
  <ds:schemaRefs>
    <ds:schemaRef ds:uri="http://macabacus.com"/>
  </ds:schemaRefs>
</ds:datastoreItem>
</file>

<file path=customXml/itemProps117.xml><?xml version="1.0" encoding="utf-8"?>
<ds:datastoreItem xmlns:ds="http://schemas.openxmlformats.org/officeDocument/2006/customXml" ds:itemID="{D8700D8D-62CA-481B-B998-7BE282AEF742}">
  <ds:schemaRefs>
    <ds:schemaRef ds:uri="http://macabacus.com"/>
  </ds:schemaRefs>
</ds:datastoreItem>
</file>

<file path=customXml/itemProps118.xml><?xml version="1.0" encoding="utf-8"?>
<ds:datastoreItem xmlns:ds="http://schemas.openxmlformats.org/officeDocument/2006/customXml" ds:itemID="{2947A6FC-801D-4412-81BD-980A26BD6B9E}">
  <ds:schemaRefs>
    <ds:schemaRef ds:uri="http://macabacus.com"/>
  </ds:schemaRefs>
</ds:datastoreItem>
</file>

<file path=customXml/itemProps119.xml><?xml version="1.0" encoding="utf-8"?>
<ds:datastoreItem xmlns:ds="http://schemas.openxmlformats.org/officeDocument/2006/customXml" ds:itemID="{A2C983DD-E8B1-49FB-BF06-72675BD1246C}">
  <ds:schemaRefs>
    <ds:schemaRef ds:uri="http://macabacus.com"/>
  </ds:schemaRefs>
</ds:datastoreItem>
</file>

<file path=customXml/itemProps120.xml><?xml version="1.0" encoding="utf-8"?>
<ds:datastoreItem xmlns:ds="http://schemas.openxmlformats.org/officeDocument/2006/customXml" ds:itemID="{C6FE8F90-0EC5-42EE-A96E-E8FDE77EC9CA}">
  <ds:schemaRefs>
    <ds:schemaRef ds:uri="http://macabacus.com"/>
  </ds:schemaRefs>
</ds:datastoreItem>
</file>

<file path=customXml/itemProps121.xml><?xml version="1.0" encoding="utf-8"?>
<ds:datastoreItem xmlns:ds="http://schemas.openxmlformats.org/officeDocument/2006/customXml" ds:itemID="{B66B62CF-60AD-46A3-AA4B-E25ECC580B08}">
  <ds:schemaRefs>
    <ds:schemaRef ds:uri="http://macabacus.com"/>
  </ds:schemaRefs>
</ds:datastoreItem>
</file>

<file path=customXml/itemProps122.xml><?xml version="1.0" encoding="utf-8"?>
<ds:datastoreItem xmlns:ds="http://schemas.openxmlformats.org/officeDocument/2006/customXml" ds:itemID="{4B5CD039-CA50-4F51-B46A-8DED96384D34}">
  <ds:schemaRefs>
    <ds:schemaRef ds:uri="http://macabacus.com"/>
  </ds:schemaRefs>
</ds:datastoreItem>
</file>

<file path=customXml/itemProps123.xml><?xml version="1.0" encoding="utf-8"?>
<ds:datastoreItem xmlns:ds="http://schemas.openxmlformats.org/officeDocument/2006/customXml" ds:itemID="{9066CBFA-1D84-48FB-8F84-9A0C96FA636D}">
  <ds:schemaRefs>
    <ds:schemaRef ds:uri="http://macabacus.com"/>
  </ds:schemaRefs>
</ds:datastoreItem>
</file>

<file path=customXml/itemProps124.xml><?xml version="1.0" encoding="utf-8"?>
<ds:datastoreItem xmlns:ds="http://schemas.openxmlformats.org/officeDocument/2006/customXml" ds:itemID="{0EE1E98B-F3F6-4C3A-B3F4-D56F144C0ED1}">
  <ds:schemaRefs>
    <ds:schemaRef ds:uri="http://macabacus.com"/>
  </ds:schemaRefs>
</ds:datastoreItem>
</file>

<file path=customXml/itemProps125.xml><?xml version="1.0" encoding="utf-8"?>
<ds:datastoreItem xmlns:ds="http://schemas.openxmlformats.org/officeDocument/2006/customXml" ds:itemID="{94AEEB49-1FF7-4848-94DC-D56CBDC3194B}">
  <ds:schemaRefs>
    <ds:schemaRef ds:uri="http://macabacus.com"/>
  </ds:schemaRefs>
</ds:datastoreItem>
</file>

<file path=customXml/itemProps126.xml><?xml version="1.0" encoding="utf-8"?>
<ds:datastoreItem xmlns:ds="http://schemas.openxmlformats.org/officeDocument/2006/customXml" ds:itemID="{8EC9C2FB-156C-4C94-9EA1-947D106A7A1C}">
  <ds:schemaRefs>
    <ds:schemaRef ds:uri="http://macabacus.com"/>
  </ds:schemaRefs>
</ds:datastoreItem>
</file>

<file path=customXml/itemProps127.xml><?xml version="1.0" encoding="utf-8"?>
<ds:datastoreItem xmlns:ds="http://schemas.openxmlformats.org/officeDocument/2006/customXml" ds:itemID="{4E7DBD33-61D1-40AC-854D-8450BED07E7A}">
  <ds:schemaRefs>
    <ds:schemaRef ds:uri="http://macabacus.com"/>
  </ds:schemaRefs>
</ds:datastoreItem>
</file>

<file path=customXml/itemProps128.xml><?xml version="1.0" encoding="utf-8"?>
<ds:datastoreItem xmlns:ds="http://schemas.openxmlformats.org/officeDocument/2006/customXml" ds:itemID="{5056A744-3AA2-41D9-9520-DA4884EEB787}">
  <ds:schemaRefs>
    <ds:schemaRef ds:uri="http://macabacus.com"/>
  </ds:schemaRefs>
</ds:datastoreItem>
</file>

<file path=customXml/itemProps129.xml><?xml version="1.0" encoding="utf-8"?>
<ds:datastoreItem xmlns:ds="http://schemas.openxmlformats.org/officeDocument/2006/customXml" ds:itemID="{326E4EF2-6C1C-4D86-9022-5819E0A56E05}">
  <ds:schemaRefs>
    <ds:schemaRef ds:uri="http://macabacus.com"/>
  </ds:schemaRefs>
</ds:datastoreItem>
</file>

<file path=customXml/itemProps130.xml><?xml version="1.0" encoding="utf-8"?>
<ds:datastoreItem xmlns:ds="http://schemas.openxmlformats.org/officeDocument/2006/customXml" ds:itemID="{9BBAE588-F412-4A99-B99D-83F512F6C267}">
  <ds:schemaRefs>
    <ds:schemaRef ds:uri="http://macabacus.com"/>
  </ds:schemaRefs>
</ds:datastoreItem>
</file>

<file path=customXml/itemProps131.xml><?xml version="1.0" encoding="utf-8"?>
<ds:datastoreItem xmlns:ds="http://schemas.openxmlformats.org/officeDocument/2006/customXml" ds:itemID="{C9A0195F-520C-464B-A87E-C3BAC10A9A4B}">
  <ds:schemaRefs>
    <ds:schemaRef ds:uri="http://macabacus.com"/>
  </ds:schemaRefs>
</ds:datastoreItem>
</file>

<file path=customXml/itemProps132.xml><?xml version="1.0" encoding="utf-8"?>
<ds:datastoreItem xmlns:ds="http://schemas.openxmlformats.org/officeDocument/2006/customXml" ds:itemID="{D014C11A-0CB9-479C-B3CC-CF3C2287EE75}">
  <ds:schemaRefs>
    <ds:schemaRef ds:uri="http://macabacus.com"/>
  </ds:schemaRefs>
</ds:datastoreItem>
</file>

<file path=docProps/app.xml><?xml version="1.0" encoding="utf-8"?>
<Properties xmlns="http://schemas.openxmlformats.org/officeDocument/2006/extended-properties" xmlns:vt="http://schemas.openxmlformats.org/officeDocument/2006/docPropsVTypes">
  <Template/>
  <TotalTime>1646</TotalTime>
  <Words>1551</Words>
  <Application>Microsoft Office PowerPoint</Application>
  <PresentationFormat>On-screen Show (4:3)</PresentationFormat>
  <Paragraphs>321</Paragraphs>
  <Slides>15</Slides>
  <Notes>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15</vt:i4>
      </vt:variant>
    </vt:vector>
  </HeadingPairs>
  <TitlesOfParts>
    <vt:vector size="25" baseType="lpstr">
      <vt:lpstr>Aharoni</vt:lpstr>
      <vt:lpstr>Wingdings</vt:lpstr>
      <vt:lpstr>Segoe UI</vt:lpstr>
      <vt:lpstr>Arial</vt:lpstr>
      <vt:lpstr>Palatino Linotype</vt:lpstr>
      <vt:lpstr>Century Gothic</vt:lpstr>
      <vt:lpstr>Calibri</vt:lpstr>
      <vt:lpstr>Corbel</vt:lpstr>
      <vt:lpstr>Office Theme</vt:lpstr>
      <vt:lpstr>4_Custom Design</vt:lpstr>
      <vt:lpstr>PowerPoint Presentation</vt:lpstr>
      <vt:lpstr>Executive Summary</vt:lpstr>
      <vt:lpstr>INFOR Financial Inc. Overview </vt:lpstr>
      <vt:lpstr>Canada’s Top Independent M&amp;A Advisor</vt:lpstr>
      <vt:lpstr>INFOR Key Highlights</vt:lpstr>
      <vt:lpstr>PowerPoint Presentation</vt:lpstr>
      <vt:lpstr>Introduction to [Client Name]</vt:lpstr>
      <vt:lpstr>Open Text Corporation Q3 FY2026 Earnings Summary</vt:lpstr>
      <vt:lpstr>PowerPoint Presentation</vt:lpstr>
      <vt:lpstr>Potential Perceived Acquiror Considerations and Mitigants</vt:lpstr>
      <vt:lpstr>Comparable Companies Financial Analysis</vt:lpstr>
      <vt:lpstr>Key Investment Highlights</vt:lpstr>
      <vt:lpstr>Potential [x] Market Entry Targets</vt:lpstr>
      <vt:lpstr>Disclaimer</vt:lpstr>
      <vt:lpstr>Contact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Joey Shaw</dc:creator>
  <cp:lastModifiedBy>Tate Wilson</cp:lastModifiedBy>
  <cp:revision>65</cp:revision>
  <cp:lastPrinted>2022-07-27T14:27:48Z</cp:lastPrinted>
  <dcterms:created xsi:type="dcterms:W3CDTF">2017-07-31T13:36:44Z</dcterms:created>
  <dcterms:modified xsi:type="dcterms:W3CDTF">2026-05-28T20:47:46Z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0x0101001CC90450323BF944A056C05D9632F2E1</vt:lpwstr>
  </property>
</Properties>
</file>