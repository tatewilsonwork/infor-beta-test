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notesSlides/notesSlide10.xml" ContentType="application/vnd.openxmlformats-officedocument.presentationml.notesSlide+xml"/>
  <Override PartName="/ppt/tags/tag16.xml" ContentType="application/vnd.openxmlformats-officedocument.presentationml.tags+xml"/>
  <Override PartName="/ppt/tags/tag17.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51"/>
  </p:notesMasterIdLst>
  <p:handoutMasterIdLst>
    <p:handoutMasterId r:id="rId152"/>
  </p:handoutMasterIdLst>
  <p:sldIdLst>
    <p:sldId id="3958" r:id="rId135"/>
    <p:sldId id="3931" r:id="rId136"/>
    <p:sldId id="3980" r:id="rId137"/>
    <p:sldId id="4010" r:id="rId138"/>
    <p:sldId id="3951" r:id="rId139"/>
    <p:sldId id="1670" r:id="rId140"/>
    <p:sldId id="3956" r:id="rId141"/>
    <p:sldId id="3814" r:id="rId142"/>
    <p:sldId id="4024" r:id="rId143"/>
    <p:sldId id="3880" r:id="rId144"/>
    <p:sldId id="4104" r:id="rId145"/>
    <p:sldId id="4272" r:id="rId146"/>
    <p:sldId id="3971" r:id="rId147"/>
    <p:sldId id="837" r:id="rId148"/>
    <p:sldId id="468" r:id="rId149"/>
    <p:sldId id="985" r:id="rId150"/>
  </p:sldIdLst>
  <p:sldSz cx="9144000" cy="6858000" type="screen4x3"/>
  <p:notesSz cx="7010400" cy="9296400"/>
  <p:embeddedFontLst>
    <p:embeddedFont>
      <p:font typeface="Aharoni" panose="02010803020104030203" pitchFamily="2" charset="-79"/>
      <p:bold r:id="rId153"/>
    </p:embeddedFont>
    <p:embeddedFont>
      <p:font typeface="Century Gothic" panose="020B0502020202020204" pitchFamily="34" charset="0"/>
      <p:regular r:id="rId154"/>
      <p:bold r:id="rId155"/>
      <p:italic r:id="rId156"/>
      <p:boldItalic r:id="rId157"/>
    </p:embeddedFont>
    <p:embeddedFont>
      <p:font typeface="Corbel" panose="020B0503020204020204" pitchFamily="34" charset="0"/>
      <p:regular r:id="rId158"/>
      <p:bold r:id="rId159"/>
      <p:italic r:id="rId160"/>
      <p:boldItalic r:id="rId161"/>
    </p:embeddedFont>
    <p:embeddedFont>
      <p:font typeface="Palatino Linotype" panose="02040502050505030304" pitchFamily="18" charset="0"/>
      <p:regular r:id="rId162"/>
      <p:bold r:id="rId163"/>
      <p:italic r:id="rId164"/>
      <p:boldItalic r:id="rId165"/>
    </p:embeddedFont>
    <p:embeddedFont>
      <p:font typeface="Segoe UI" panose="020B0502040204020203" pitchFamily="34" charset="0"/>
      <p:regular r:id="rId166"/>
      <p:bold r:id="rId167"/>
      <p:italic r:id="rId168"/>
      <p:boldItalic r:id="rId169"/>
    </p:embeddedFont>
  </p:embeddedFontLst>
  <p:custDataLst>
    <p:tags r:id="rId17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E578A18-E2FF-4E4B-8E3C-AD7524502E78}" v="12" dt="2026-06-03T14:00:33.8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1" Type="http://schemas.openxmlformats.org/officeDocument/2006/relationships/customXml" Target="../customXml/item21.xml"/><Relationship Id="rId42" Type="http://schemas.openxmlformats.org/officeDocument/2006/relationships/customXml" Target="../customXml/item42.xml"/><Relationship Id="rId63" Type="http://schemas.openxmlformats.org/officeDocument/2006/relationships/customXml" Target="../customXml/item63.xml"/><Relationship Id="rId84" Type="http://schemas.openxmlformats.org/officeDocument/2006/relationships/customXml" Target="../customXml/item84.xml"/><Relationship Id="rId138" Type="http://schemas.openxmlformats.org/officeDocument/2006/relationships/slide" Target="slides/slide4.xml"/><Relationship Id="rId159" Type="http://schemas.openxmlformats.org/officeDocument/2006/relationships/font" Target="fonts/font7.fntdata"/><Relationship Id="rId170" Type="http://schemas.openxmlformats.org/officeDocument/2006/relationships/tags" Target="tags/tag1.xml"/><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53" Type="http://schemas.openxmlformats.org/officeDocument/2006/relationships/customXml" Target="../customXml/item53.xml"/><Relationship Id="rId74" Type="http://schemas.openxmlformats.org/officeDocument/2006/relationships/customXml" Target="../customXml/item74.xml"/><Relationship Id="rId128" Type="http://schemas.openxmlformats.org/officeDocument/2006/relationships/customXml" Target="../customXml/item128.xml"/><Relationship Id="rId149" Type="http://schemas.openxmlformats.org/officeDocument/2006/relationships/slide" Target="slides/slide15.xml"/><Relationship Id="rId5" Type="http://schemas.openxmlformats.org/officeDocument/2006/relationships/customXml" Target="../customXml/item5.xml"/><Relationship Id="rId95" Type="http://schemas.openxmlformats.org/officeDocument/2006/relationships/customXml" Target="../customXml/item95.xml"/><Relationship Id="rId160" Type="http://schemas.openxmlformats.org/officeDocument/2006/relationships/font" Target="fonts/font8.fntdata"/><Relationship Id="rId22" Type="http://schemas.openxmlformats.org/officeDocument/2006/relationships/customXml" Target="../customXml/item22.xml"/><Relationship Id="rId43" Type="http://schemas.openxmlformats.org/officeDocument/2006/relationships/customXml" Target="../customXml/item43.xml"/><Relationship Id="rId64" Type="http://schemas.openxmlformats.org/officeDocument/2006/relationships/customXml" Target="../customXml/item64.xml"/><Relationship Id="rId118" Type="http://schemas.openxmlformats.org/officeDocument/2006/relationships/customXml" Target="../customXml/item118.xml"/><Relationship Id="rId139" Type="http://schemas.openxmlformats.org/officeDocument/2006/relationships/slide" Target="slides/slide5.xml"/><Relationship Id="rId85" Type="http://schemas.openxmlformats.org/officeDocument/2006/relationships/customXml" Target="../customXml/item85.xml"/><Relationship Id="rId150" Type="http://schemas.openxmlformats.org/officeDocument/2006/relationships/slide" Target="slides/slide16.xml"/><Relationship Id="rId171" Type="http://schemas.openxmlformats.org/officeDocument/2006/relationships/commentAuthors" Target="commentAuthors.xml"/><Relationship Id="rId12" Type="http://schemas.openxmlformats.org/officeDocument/2006/relationships/customXml" Target="../customXml/item12.xml"/><Relationship Id="rId33" Type="http://schemas.openxmlformats.org/officeDocument/2006/relationships/customXml" Target="../customXml/item33.xml"/><Relationship Id="rId108" Type="http://schemas.openxmlformats.org/officeDocument/2006/relationships/customXml" Target="../customXml/item108.xml"/><Relationship Id="rId129" Type="http://schemas.openxmlformats.org/officeDocument/2006/relationships/customXml" Target="../customXml/item129.xml"/><Relationship Id="rId54" Type="http://schemas.openxmlformats.org/officeDocument/2006/relationships/customXml" Target="../customXml/item54.xml"/><Relationship Id="rId75" Type="http://schemas.openxmlformats.org/officeDocument/2006/relationships/customXml" Target="../customXml/item75.xml"/><Relationship Id="rId96" Type="http://schemas.openxmlformats.org/officeDocument/2006/relationships/customXml" Target="../customXml/item96.xml"/><Relationship Id="rId140" Type="http://schemas.openxmlformats.org/officeDocument/2006/relationships/slide" Target="slides/slide6.xml"/><Relationship Id="rId161" Type="http://schemas.openxmlformats.org/officeDocument/2006/relationships/font" Target="fonts/font9.fntdata"/><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119" Type="http://schemas.openxmlformats.org/officeDocument/2006/relationships/customXml" Target="../customXml/item119.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openxmlformats.org/officeDocument/2006/relationships/customXml" Target="../customXml/item130.xml"/><Relationship Id="rId135" Type="http://schemas.openxmlformats.org/officeDocument/2006/relationships/slide" Target="slides/slide1.xml"/><Relationship Id="rId151" Type="http://schemas.openxmlformats.org/officeDocument/2006/relationships/notesMaster" Target="notesMasters/notesMaster1.xml"/><Relationship Id="rId156" Type="http://schemas.openxmlformats.org/officeDocument/2006/relationships/font" Target="fonts/font4.fntdata"/><Relationship Id="rId177" Type="http://schemas.microsoft.com/office/2015/10/relationships/revisionInfo" Target="revisionInfo.xml"/><Relationship Id="rId172" Type="http://schemas.openxmlformats.org/officeDocument/2006/relationships/presProps" Target="presProps.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customXml" Target="../customXml/item120.xml"/><Relationship Id="rId125" Type="http://schemas.openxmlformats.org/officeDocument/2006/relationships/customXml" Target="../customXml/item125.xml"/><Relationship Id="rId141" Type="http://schemas.openxmlformats.org/officeDocument/2006/relationships/slide" Target="slides/slide7.xml"/><Relationship Id="rId146" Type="http://schemas.openxmlformats.org/officeDocument/2006/relationships/slide" Target="slides/slide12.xml"/><Relationship Id="rId167" Type="http://schemas.openxmlformats.org/officeDocument/2006/relationships/font" Target="fonts/font15.fntdata"/><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162" Type="http://schemas.openxmlformats.org/officeDocument/2006/relationships/font" Target="fonts/font10.fntdata"/><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15" Type="http://schemas.openxmlformats.org/officeDocument/2006/relationships/customXml" Target="../customXml/item115.xml"/><Relationship Id="rId131" Type="http://schemas.openxmlformats.org/officeDocument/2006/relationships/customXml" Target="../customXml/item131.xml"/><Relationship Id="rId136" Type="http://schemas.openxmlformats.org/officeDocument/2006/relationships/slide" Target="slides/slide2.xml"/><Relationship Id="rId157" Type="http://schemas.openxmlformats.org/officeDocument/2006/relationships/font" Target="fonts/font5.fntdata"/><Relationship Id="rId178" Type="http://schemas.microsoft.com/office/2018/10/relationships/authors" Target="authors.xml"/><Relationship Id="rId61" Type="http://schemas.openxmlformats.org/officeDocument/2006/relationships/customXml" Target="../customXml/item61.xml"/><Relationship Id="rId82" Type="http://schemas.openxmlformats.org/officeDocument/2006/relationships/customXml" Target="../customXml/item82.xml"/><Relationship Id="rId152" Type="http://schemas.openxmlformats.org/officeDocument/2006/relationships/handoutMaster" Target="handoutMasters/handoutMaster1.xml"/><Relationship Id="rId173" Type="http://schemas.openxmlformats.org/officeDocument/2006/relationships/viewProps" Target="viewProps.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slide" Target="slides/slide13.xml"/><Relationship Id="rId168" Type="http://schemas.openxmlformats.org/officeDocument/2006/relationships/font" Target="fonts/font16.fntdata"/><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slide" Target="slides/slide8.xml"/><Relationship Id="rId163" Type="http://schemas.openxmlformats.org/officeDocument/2006/relationships/font" Target="fonts/font11.fntdata"/><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customXml" Target="../customXml/item116.xml"/><Relationship Id="rId137" Type="http://schemas.openxmlformats.org/officeDocument/2006/relationships/slide" Target="slides/slide3.xml"/><Relationship Id="rId158" Type="http://schemas.openxmlformats.org/officeDocument/2006/relationships/font" Target="fonts/font6.fntdata"/><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font" Target="fonts/font1.fntdata"/><Relationship Id="rId174" Type="http://schemas.openxmlformats.org/officeDocument/2006/relationships/theme" Target="theme/theme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slide" Target="slides/slide9.xml"/><Relationship Id="rId148" Type="http://schemas.openxmlformats.org/officeDocument/2006/relationships/slide" Target="slides/slide14.xml"/><Relationship Id="rId164" Type="http://schemas.openxmlformats.org/officeDocument/2006/relationships/font" Target="fonts/font12.fntdata"/><Relationship Id="rId169" Type="http://schemas.openxmlformats.org/officeDocument/2006/relationships/font" Target="fonts/font17.fntdata"/><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slideMaster" Target="slideMasters/slideMaster1.xml"/><Relationship Id="rId154" Type="http://schemas.openxmlformats.org/officeDocument/2006/relationships/font" Target="fonts/font2.fntdata"/><Relationship Id="rId175" Type="http://schemas.openxmlformats.org/officeDocument/2006/relationships/tableStyles" Target="tableStyles.xml"/><Relationship Id="rId16" Type="http://schemas.openxmlformats.org/officeDocument/2006/relationships/customXml" Target="../customXml/item16.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slide" Target="slides/slide10.xml"/><Relationship Id="rId90" Type="http://schemas.openxmlformats.org/officeDocument/2006/relationships/customXml" Target="../customXml/item90.xml"/><Relationship Id="rId165" Type="http://schemas.openxmlformats.org/officeDocument/2006/relationships/font" Target="fonts/font13.fntdata"/><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slideMaster" Target="slideMasters/slideMaster2.xml"/><Relationship Id="rId80" Type="http://schemas.openxmlformats.org/officeDocument/2006/relationships/customXml" Target="../customXml/item80.xml"/><Relationship Id="rId155" Type="http://schemas.openxmlformats.org/officeDocument/2006/relationships/font" Target="fonts/font3.fntdata"/><Relationship Id="rId176" Type="http://schemas.microsoft.com/office/2016/11/relationships/changesInfo" Target="changesInfos/changesInfo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slide" Target="slides/slide11.xml"/><Relationship Id="rId166" Type="http://schemas.openxmlformats.org/officeDocument/2006/relationships/font" Target="fonts/font14.fntdata"/><Relationship Id="rId1" Type="http://schemas.openxmlformats.org/officeDocument/2006/relationships/customXml" Target="../customXml/item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Wilson" userId="dd715062-ed57-4058-a014-95cd6b7000da" providerId="ADAL" clId="{ECC2427A-958D-48F4-91B3-1A337BB0DFE3}"/>
    <pc:docChg chg="custSel addSld modSld modMainMaster">
      <pc:chgData name="Tate Wilson" userId="dd715062-ed57-4058-a014-95cd6b7000da" providerId="ADAL" clId="{ECC2427A-958D-48F4-91B3-1A337BB0DFE3}" dt="2026-06-03T14:00:39.236" v="62" actId="478"/>
      <pc:docMkLst>
        <pc:docMk/>
      </pc:docMkLst>
      <pc:sldChg chg="addSp delSp modSp add mod modClrScheme chgLayout">
        <pc:chgData name="Tate Wilson" userId="dd715062-ed57-4058-a014-95cd6b7000da" providerId="ADAL" clId="{ECC2427A-958D-48F4-91B3-1A337BB0DFE3}" dt="2026-06-03T14:00:39.236" v="62" actId="478"/>
        <pc:sldMkLst>
          <pc:docMk/>
          <pc:sldMk cId="1740364246" sldId="837"/>
        </pc:sldMkLst>
        <pc:spChg chg="add mod ord">
          <ac:chgData name="Tate Wilson" userId="dd715062-ed57-4058-a014-95cd6b7000da" providerId="ADAL" clId="{ECC2427A-958D-48F4-91B3-1A337BB0DFE3}" dt="2026-06-03T14:00:36.236" v="61" actId="14100"/>
          <ac:spMkLst>
            <pc:docMk/>
            <pc:sldMk cId="1740364246" sldId="837"/>
            <ac:spMk id="2" creationId="{8F157F75-FB65-0538-495A-410FEC73F488}"/>
          </ac:spMkLst>
        </pc:spChg>
        <pc:spChg chg="mod ord">
          <ac:chgData name="Tate Wilson" userId="dd715062-ed57-4058-a014-95cd6b7000da" providerId="ADAL" clId="{ECC2427A-958D-48F4-91B3-1A337BB0DFE3}" dt="2026-06-03T13:59:17.310" v="18" actId="700"/>
          <ac:spMkLst>
            <pc:docMk/>
            <pc:sldMk cId="1740364246" sldId="837"/>
            <ac:spMk id="3" creationId="{00000000-0000-0000-0000-000000000000}"/>
          </ac:spMkLst>
        </pc:spChg>
        <pc:spChg chg="add mod">
          <ac:chgData name="Tate Wilson" userId="dd715062-ed57-4058-a014-95cd6b7000da" providerId="ADAL" clId="{ECC2427A-958D-48F4-91B3-1A337BB0DFE3}" dt="2026-06-03T13:59:43.591" v="59" actId="20577"/>
          <ac:spMkLst>
            <pc:docMk/>
            <pc:sldMk cId="1740364246" sldId="837"/>
            <ac:spMk id="4" creationId="{4F7B9329-AEF9-0CC1-38F8-4CEB00B02B8E}"/>
          </ac:spMkLst>
        </pc:spChg>
        <pc:spChg chg="add mod ord">
          <ac:chgData name="Tate Wilson" userId="dd715062-ed57-4058-a014-95cd6b7000da" providerId="ADAL" clId="{ECC2427A-958D-48F4-91B3-1A337BB0DFE3}" dt="2026-06-03T13:59:19.384" v="21" actId="20577"/>
          <ac:spMkLst>
            <pc:docMk/>
            <pc:sldMk cId="1740364246" sldId="837"/>
            <ac:spMk id="5" creationId="{768AD244-3A20-57B2-4ADA-71A9B6863829}"/>
          </ac:spMkLst>
        </pc:spChg>
        <pc:spChg chg="mod ord">
          <ac:chgData name="Tate Wilson" userId="dd715062-ed57-4058-a014-95cd6b7000da" providerId="ADAL" clId="{ECC2427A-958D-48F4-91B3-1A337BB0DFE3}" dt="2026-06-03T13:59:17.310" v="18" actId="700"/>
          <ac:spMkLst>
            <pc:docMk/>
            <pc:sldMk cId="1740364246" sldId="837"/>
            <ac:spMk id="7" creationId="{00000000-0000-0000-0000-000000000000}"/>
          </ac:spMkLst>
        </pc:spChg>
        <pc:spChg chg="mod ord">
          <ac:chgData name="Tate Wilson" userId="dd715062-ed57-4058-a014-95cd6b7000da" providerId="ADAL" clId="{ECC2427A-958D-48F4-91B3-1A337BB0DFE3}" dt="2026-06-03T13:59:17.310" v="18" actId="700"/>
          <ac:spMkLst>
            <pc:docMk/>
            <pc:sldMk cId="1740364246" sldId="837"/>
            <ac:spMk id="15" creationId="{8D36FBFB-0BC0-4A4C-B382-B0D361DF317E}"/>
          </ac:spMkLst>
        </pc:spChg>
        <pc:picChg chg="add del mod">
          <ac:chgData name="Tate Wilson" userId="dd715062-ed57-4058-a014-95cd6b7000da" providerId="ADAL" clId="{ECC2427A-958D-48F4-91B3-1A337BB0DFE3}" dt="2026-06-03T14:00:39.236" v="62" actId="478"/>
          <ac:picMkLst>
            <pc:docMk/>
            <pc:sldMk cId="1740364246" sldId="837"/>
            <ac:picMk id="6" creationId="{C2AB24D5-9394-9021-37D8-5AC4E710E4F6}"/>
          </ac:picMkLst>
        </pc:picChg>
        <pc:picChg chg="del">
          <ac:chgData name="Tate Wilson" userId="dd715062-ed57-4058-a014-95cd6b7000da" providerId="ADAL" clId="{ECC2427A-958D-48F4-91B3-1A337BB0DFE3}" dt="2026-06-03T13:58:52.433" v="17" actId="478"/>
          <ac:picMkLst>
            <pc:docMk/>
            <pc:sldMk cId="1740364246" sldId="837"/>
            <ac:picMk id="11" creationId="{33E12BE4-BF2A-49EB-8B93-4D0A382708C4}"/>
          </ac:picMkLst>
        </pc:picChg>
      </pc:sldChg>
      <pc:sldChg chg="modSp mod">
        <pc:chgData name="Tate Wilson" userId="dd715062-ed57-4058-a014-95cd6b7000da" providerId="ADAL" clId="{ECC2427A-958D-48F4-91B3-1A337BB0DFE3}" dt="2026-05-28T23:57:20.780" v="0" actId="167"/>
        <pc:sldMkLst>
          <pc:docMk/>
          <pc:sldMk cId="2957093444" sldId="3956"/>
        </pc:sldMkLst>
        <pc:spChg chg="ord">
          <ac:chgData name="Tate Wilson" userId="dd715062-ed57-4058-a014-95cd6b7000da" providerId="ADAL" clId="{ECC2427A-958D-48F4-91B3-1A337BB0DFE3}" dt="2026-05-28T23:57:20.780" v="0" actId="167"/>
          <ac:spMkLst>
            <pc:docMk/>
            <pc:sldMk cId="2957093444" sldId="3956"/>
            <ac:spMk id="16" creationId="{94657DC8-6BF9-3A95-3AD3-77AF93FAFED0}"/>
          </ac:spMkLst>
        </pc:spChg>
      </pc:sldChg>
      <pc:sldMasterChg chg="modSldLayout">
        <pc:chgData name="Tate Wilson" userId="dd715062-ed57-4058-a014-95cd6b7000da" providerId="ADAL" clId="{ECC2427A-958D-48F4-91B3-1A337BB0DFE3}" dt="2026-06-03T13:57:43.130" v="9"/>
        <pc:sldMasterMkLst>
          <pc:docMk/>
          <pc:sldMasterMk cId="4131669179" sldId="2147483732"/>
        </pc:sldMasterMkLst>
        <pc:sldLayoutChg chg="addSp delSp modSp mod">
          <pc:chgData name="Tate Wilson" userId="dd715062-ed57-4058-a014-95cd6b7000da" providerId="ADAL" clId="{ECC2427A-958D-48F4-91B3-1A337BB0DFE3}" dt="2026-06-03T13:57:43.130" v="9"/>
          <pc:sldLayoutMkLst>
            <pc:docMk/>
            <pc:sldMasterMk cId="4131669179" sldId="2147483732"/>
            <pc:sldLayoutMk cId="1640211033" sldId="2147483733"/>
          </pc:sldLayoutMkLst>
          <pc:spChg chg="add mod modVis">
            <ac:chgData name="Tate Wilson" userId="dd715062-ed57-4058-a014-95cd6b7000da" providerId="ADAL" clId="{ECC2427A-958D-48F4-91B3-1A337BB0DFE3}" dt="2026-06-03T13:57:43.130" v="9"/>
            <ac:spMkLst>
              <pc:docMk/>
              <pc:sldMasterMk cId="4131669179" sldId="2147483732"/>
              <pc:sldLayoutMk cId="1640211033" sldId="2147483733"/>
              <ac:spMk id="3" creationId="{B861C087-D4F8-9C76-E0C9-85F3B6957C6D}"/>
            </ac:spMkLst>
          </pc:spChg>
          <pc:spChg chg="del">
            <ac:chgData name="Tate Wilson" userId="dd715062-ed57-4058-a014-95cd6b7000da" providerId="ADAL" clId="{ECC2427A-958D-48F4-91B3-1A337BB0DFE3}" dt="2026-06-03T13:57:43.119" v="2"/>
            <ac:spMkLst>
              <pc:docMk/>
              <pc:sldMasterMk cId="4131669179" sldId="2147483732"/>
              <pc:sldLayoutMk cId="1640211033" sldId="2147483733"/>
              <ac:spMk id="4" creationId="{A7742205-BCB3-FDCA-D69A-80038ABB63C5}"/>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2026-06-03</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03/06/2026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A817-5322-47DA-EDEB-8AC82340D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BA69E-3F7C-5290-EA1F-6BD3BB6CDAF8}"/>
              </a:ext>
            </a:extLst>
          </p:cNvPr>
          <p:cNvSpPr>
            <a:spLocks noGrp="1" noRot="1" noChangeAspect="1"/>
          </p:cNvSpPr>
          <p:nvPr>
            <p:ph type="sldImg"/>
          </p:nvPr>
        </p:nvSpPr>
        <p:spPr/>
        <p:txBody>
          <a:bodyPr/>
          <a:lstStyle/>
          <a:p>
            <a:endParaRPr lang="en-CA" dirty="0"/>
          </a:p>
        </p:txBody>
      </p:sp>
      <p:sp>
        <p:nvSpPr>
          <p:cNvPr id="3" name="Notes Placeholder 2">
            <a:extLst>
              <a:ext uri="{FF2B5EF4-FFF2-40B4-BE49-F238E27FC236}">
                <a16:creationId xmlns:a16="http://schemas.microsoft.com/office/drawing/2014/main" id="{1E137C5E-BA08-3B2A-FFFA-8F087BCC20D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ED9EABF1-ED24-F5DC-91F5-2844DFE1FAA8}"/>
              </a:ext>
            </a:extLst>
          </p:cNvPr>
          <p:cNvSpPr>
            <a:spLocks noGrp="1"/>
          </p:cNvSpPr>
          <p:nvPr>
            <p:ph type="sldNum" sz="quarter" idx="5"/>
          </p:nvPr>
        </p:nvSpPr>
        <p:spPr/>
        <p:txBody>
          <a:bodyPr/>
          <a:lstStyle/>
          <a:p>
            <a:fld id="{5BE1016A-D413-403C-A974-2E06FD2162DF}" type="slidenum">
              <a:rPr lang="en-GB" smtClean="0"/>
              <a:t>7</a:t>
            </a:fld>
            <a:endParaRPr lang="en-GB" dirty="0"/>
          </a:p>
        </p:txBody>
      </p:sp>
    </p:spTree>
    <p:extLst>
      <p:ext uri="{BB962C8B-B14F-4D97-AF65-F5344CB8AC3E}">
        <p14:creationId xmlns:p14="http://schemas.microsoft.com/office/powerpoint/2010/main" val="2157314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9</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10</a:t>
            </a:fld>
            <a:endParaRPr lang="en-GB"/>
          </a:p>
        </p:txBody>
      </p:sp>
    </p:spTree>
    <p:extLst>
      <p:ext uri="{BB962C8B-B14F-4D97-AF65-F5344CB8AC3E}">
        <p14:creationId xmlns:p14="http://schemas.microsoft.com/office/powerpoint/2010/main" val="10083274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8DFE-74AE-4CD9-5617-22B240D4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A7EEA-A34E-15E1-BF6F-59AD659BE1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B489CE-BF3F-DE00-D2D0-301302E9A74D}"/>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37ABB40-8750-EE09-D938-79DA1BED510E}"/>
              </a:ext>
            </a:extLst>
          </p:cNvPr>
          <p:cNvSpPr>
            <a:spLocks noGrp="1"/>
          </p:cNvSpPr>
          <p:nvPr>
            <p:ph type="sldNum" sz="quarter" idx="5"/>
          </p:nvPr>
        </p:nvSpPr>
        <p:spPr/>
        <p:txBody>
          <a:bodyPr/>
          <a:lstStyle/>
          <a:p>
            <a:fld id="{6C9A846F-B28C-4F87-B8A7-3AD5C1A97D5B}" type="slidenum">
              <a:rPr lang="en-CA" smtClean="0"/>
              <a:t>11</a:t>
            </a:fld>
            <a:endParaRPr lang="en-CA"/>
          </a:p>
        </p:txBody>
      </p:sp>
    </p:spTree>
    <p:extLst>
      <p:ext uri="{BB962C8B-B14F-4D97-AF65-F5344CB8AC3E}">
        <p14:creationId xmlns:p14="http://schemas.microsoft.com/office/powerpoint/2010/main" val="21588425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AB50-E997-1713-5CF7-D19314642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102E0-6EB2-B0D1-FA39-C7934C389EEE}"/>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8E1317B0-0B8F-4761-BB70-3FEF4DE5BD77}"/>
              </a:ext>
            </a:extLst>
          </p:cNvPr>
          <p:cNvSpPr>
            <a:spLocks noGrp="1"/>
          </p:cNvSpPr>
          <p:nvPr>
            <p:ph type="body" idx="1"/>
          </p:nvPr>
        </p:nvSpPr>
        <p:spPr/>
        <p:txBody>
          <a:bodyPr/>
          <a:lstStyle/>
          <a:p>
            <a:endParaRPr lang="en-CA" b="0" u="none" dirty="0"/>
          </a:p>
        </p:txBody>
      </p:sp>
      <p:sp>
        <p:nvSpPr>
          <p:cNvPr id="4" name="Slide Number Placeholder 3">
            <a:extLst>
              <a:ext uri="{FF2B5EF4-FFF2-40B4-BE49-F238E27FC236}">
                <a16:creationId xmlns:a16="http://schemas.microsoft.com/office/drawing/2014/main" id="{555EB309-F381-35B3-2A2C-5F1D69B8E651}"/>
              </a:ext>
            </a:extLst>
          </p:cNvPr>
          <p:cNvSpPr>
            <a:spLocks noGrp="1"/>
          </p:cNvSpPr>
          <p:nvPr>
            <p:ph type="sldNum" sz="quarter" idx="5"/>
          </p:nvPr>
        </p:nvSpPr>
        <p:spPr/>
        <p:txBody>
          <a:bodyPr/>
          <a:lstStyle/>
          <a:p>
            <a:fld id="{6C9A846F-B28C-4F87-B8A7-3AD5C1A97D5B}" type="slidenum">
              <a:rPr lang="en-CA" smtClean="0"/>
              <a:t>12</a:t>
            </a:fld>
            <a:endParaRPr lang="en-CA"/>
          </a:p>
        </p:txBody>
      </p:sp>
    </p:spTree>
    <p:extLst>
      <p:ext uri="{BB962C8B-B14F-4D97-AF65-F5344CB8AC3E}">
        <p14:creationId xmlns:p14="http://schemas.microsoft.com/office/powerpoint/2010/main" val="3056573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13</a:t>
            </a:fld>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447231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B861C087-D4F8-9C76-E0C9-85F3B6957C6D}"/>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CA8E89-00EF-C267-8379-76E2A2A85AEA}"/>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26B8C178-DAEB-60E1-BECD-C223885D665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286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5"/>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41" r:id="rId3"/>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slideLayout" Target="../slideLayouts/slideLayout4.xml"/><Relationship Id="rId6" Type="http://schemas.openxmlformats.org/officeDocument/2006/relationships/image" Target="../media/image7.sv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slideLayout" Target="../slideLayouts/slideLayout4.xml"/><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jpeg"/><Relationship Id="rId2" Type="http://schemas.openxmlformats.org/officeDocument/2006/relationships/tags" Target="../tags/tag11.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tags" Target="../tags/tag10.xml"/><Relationship Id="rId6" Type="http://schemas.openxmlformats.org/officeDocument/2006/relationships/image" Target="../media/image15.emf"/><Relationship Id="rId11" Type="http://schemas.openxmlformats.org/officeDocument/2006/relationships/image" Target="../media/image20.jpe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jpeg"/><Relationship Id="rId19" Type="http://schemas.openxmlformats.org/officeDocument/2006/relationships/image" Target="../media/image28.png"/><Relationship Id="rId4" Type="http://schemas.openxmlformats.org/officeDocument/2006/relationships/notesSlide" Target="../notesSlides/notesSlide2.xml"/><Relationship Id="rId9" Type="http://schemas.openxmlformats.org/officeDocument/2006/relationships/image" Target="../media/image18.png"/><Relationship Id="rId14" Type="http://schemas.openxmlformats.org/officeDocument/2006/relationships/image" Target="../media/image23.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jpeg"/><Relationship Id="rId4" Type="http://schemas.openxmlformats.org/officeDocument/2006/relationships/image" Target="../media/image24.png"/><Relationship Id="rId9" Type="http://schemas.openxmlformats.org/officeDocument/2006/relationships/image" Target="../media/image35.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8.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tags" Target="../tags/tag15.xml"/><Relationship Id="rId1" Type="http://schemas.openxmlformats.org/officeDocument/2006/relationships/tags" Target="../tags/tag14.xml"/><Relationship Id="rId5" Type="http://schemas.openxmlformats.org/officeDocument/2006/relationships/image" Target="../media/image39.emf"/><Relationship Id="rId4"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6.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slideLayout" Target="../slideLayouts/slideLayout4.xml"/><Relationship Id="rId1" Type="http://schemas.openxmlformats.org/officeDocument/2006/relationships/tags" Target="../tags/tag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[x]$MM,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Company Overview</a:t>
            </a:r>
            <a:endParaRPr kumimoji="0" lang="en-CA" sz="1400" b="1" i="0" u="none" strike="noStrike" kern="0" cap="none" spc="0" normalizeH="0" baseline="0" noProof="0" dirty="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8BE5B-7A51-40E0-AB95-E6F9CAD4F76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E8BECDF-68B2-1AA4-637A-65701752E1F2}"/>
              </a:ext>
            </a:extLst>
          </p:cNvPr>
          <p:cNvGraphicFramePr>
            <a:graphicFrameLocks noGrp="1"/>
          </p:cNvGraphicFramePr>
          <p:nvPr>
            <p:extLst>
              <p:ext uri="{D42A27DB-BD31-4B8C-83A1-F6EECF244321}">
                <p14:modId xmlns:p14="http://schemas.microsoft.com/office/powerpoint/2010/main" val="4102265103"/>
              </p:ext>
            </p:extLst>
          </p:nvPr>
        </p:nvGraphicFramePr>
        <p:xfrm>
          <a:off x="322185" y="4145476"/>
          <a:ext cx="4140000" cy="1508760"/>
        </p:xfrm>
        <a:graphic>
          <a:graphicData uri="http://schemas.openxmlformats.org/drawingml/2006/table">
            <a:tbl>
              <a:tblPr firstRow="1" bandRow="1">
                <a:tableStyleId>{5C22544A-7EE6-4342-B048-85BDC9FD1C3A}</a:tableStyleId>
              </a:tblPr>
              <a:tblGrid>
                <a:gridCol w="1414059">
                  <a:extLst>
                    <a:ext uri="{9D8B030D-6E8A-4147-A177-3AD203B41FA5}">
                      <a16:colId xmlns:a16="http://schemas.microsoft.com/office/drawing/2014/main" val="3223766902"/>
                    </a:ext>
                  </a:extLst>
                </a:gridCol>
                <a:gridCol w="908647">
                  <a:extLst>
                    <a:ext uri="{9D8B030D-6E8A-4147-A177-3AD203B41FA5}">
                      <a16:colId xmlns:a16="http://schemas.microsoft.com/office/drawing/2014/main" val="268978678"/>
                    </a:ext>
                  </a:extLst>
                </a:gridCol>
                <a:gridCol w="908647">
                  <a:extLst>
                    <a:ext uri="{9D8B030D-6E8A-4147-A177-3AD203B41FA5}">
                      <a16:colId xmlns:a16="http://schemas.microsoft.com/office/drawing/2014/main" val="2347857369"/>
                    </a:ext>
                  </a:extLst>
                </a:gridCol>
                <a:gridCol w="908647">
                  <a:extLst>
                    <a:ext uri="{9D8B030D-6E8A-4147-A177-3AD203B41FA5}">
                      <a16:colId xmlns:a16="http://schemas.microsoft.com/office/drawing/2014/main" val="3248819179"/>
                    </a:ext>
                  </a:extLst>
                </a:gridCol>
              </a:tblGrid>
              <a:tr h="337819">
                <a:tc>
                  <a:txBody>
                    <a:bodyPr/>
                    <a:lstStyle/>
                    <a:p>
                      <a:r>
                        <a:rPr sz="900" dirty="0">
                          <a:latin typeface="Palatino Linotype"/>
                        </a:rPr>
                        <a:t>Figures in </a:t>
                      </a:r>
                      <a:r>
                        <a:rPr lang="en-US" sz="900" dirty="0">
                          <a:latin typeface="Palatino Linotype"/>
                        </a:rPr>
                        <a:t>[x]</a:t>
                      </a:r>
                      <a:r>
                        <a:rPr sz="900" dirty="0">
                          <a:latin typeface="Palatino Linotype"/>
                        </a:rPr>
                        <a:t>$MM</a:t>
                      </a:r>
                      <a:endParaRPr lang="en-US" sz="900" i="1" dirty="0">
                        <a:latin typeface="Palatino Linotype" panose="02040502050505030304" pitchFamily="18" charset="0"/>
                      </a:endParaRP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Reported</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Bloomberg Estimate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Variance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837117398"/>
                  </a:ext>
                </a:extLst>
              </a:tr>
              <a:tr h="211137">
                <a:tc>
                  <a:txBody>
                    <a:bodyPr/>
                    <a:lstStyle/>
                    <a:p>
                      <a:r>
                        <a:rPr lang="en-US" sz="900" dirty="0">
                          <a:latin typeface="Palatino Linotype"/>
                        </a:rPr>
                        <a:t>[Metric #1]</a:t>
                      </a:r>
                      <a:endParaRPr sz="900" dirty="0">
                        <a:latin typeface="Palatino Linotype"/>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26597359"/>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786937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37254403"/>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774393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63010781"/>
                  </a:ext>
                </a:extLst>
              </a:tr>
            </a:tbl>
          </a:graphicData>
        </a:graphic>
      </p:graphicFrame>
      <p:sp>
        <p:nvSpPr>
          <p:cNvPr id="11" name="Rectangle 10">
            <a:extLst>
              <a:ext uri="{FF2B5EF4-FFF2-40B4-BE49-F238E27FC236}">
                <a16:creationId xmlns:a16="http://schemas.microsoft.com/office/drawing/2014/main" id="{511F9D52-F123-4B43-3B96-E9CA40879171}"/>
              </a:ext>
            </a:extLst>
          </p:cNvPr>
          <p:cNvSpPr/>
          <p:nvPr/>
        </p:nvSpPr>
        <p:spPr>
          <a:xfrm>
            <a:off x="323997"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Broker Estimates vs Actuals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4" name="Slide Number Placeholder 3">
            <a:extLst>
              <a:ext uri="{FF2B5EF4-FFF2-40B4-BE49-F238E27FC236}">
                <a16:creationId xmlns:a16="http://schemas.microsoft.com/office/drawing/2014/main" id="{AB7B68A8-0D03-D133-481F-577AA926F888}"/>
              </a:ext>
            </a:extLst>
          </p:cNvPr>
          <p:cNvSpPr>
            <a:spLocks noGrp="1"/>
          </p:cNvSpPr>
          <p:nvPr>
            <p:ph type="sldNum" sz="quarter" idx="12"/>
          </p:nvPr>
        </p:nvSpPr>
        <p:spPr/>
        <p:txBody>
          <a:bodyPr/>
          <a:lstStyle/>
          <a:p>
            <a:fld id="{B0BBF262-6B1A-47DC-B7A7-A92B0DCA2A1B}" type="slidenum">
              <a:rPr lang="en-CA" smtClean="0"/>
              <a:pPr/>
              <a:t>7</a:t>
            </a:fld>
            <a:endParaRPr lang="en-CA" dirty="0"/>
          </a:p>
        </p:txBody>
      </p:sp>
      <p:sp>
        <p:nvSpPr>
          <p:cNvPr id="2" name="Text Placeholder 1">
            <a:extLst>
              <a:ext uri="{FF2B5EF4-FFF2-40B4-BE49-F238E27FC236}">
                <a16:creationId xmlns:a16="http://schemas.microsoft.com/office/drawing/2014/main" id="{005C7CFC-DF4F-2409-4550-D9ABBA35C4B0}"/>
              </a:ext>
            </a:extLst>
          </p:cNvPr>
          <p:cNvSpPr>
            <a:spLocks noGrp="1"/>
          </p:cNvSpPr>
          <p:nvPr>
            <p:ph type="body" sz="quarter" idx="13"/>
          </p:nvPr>
        </p:nvSpPr>
        <p:spPr>
          <a:noFill/>
        </p:spPr>
        <p:txBody>
          <a:bodyPr numCol="1"/>
          <a:lstStyle/>
          <a:p>
            <a:r>
              <a:rPr lang="en-US" dirty="0"/>
              <a:t>Source: Company filings, S&amp;P Capital IQ, Bloomberg, equity research </a:t>
            </a:r>
          </a:p>
          <a:p>
            <a:r>
              <a:rPr lang="en-US" dirty="0"/>
              <a:t>Note: All figures in [x]$MM, except where indicated otherwise</a:t>
            </a:r>
          </a:p>
        </p:txBody>
      </p:sp>
      <p:sp>
        <p:nvSpPr>
          <p:cNvPr id="6" name="Rectangle 5">
            <a:extLst>
              <a:ext uri="{FF2B5EF4-FFF2-40B4-BE49-F238E27FC236}">
                <a16:creationId xmlns:a16="http://schemas.microsoft.com/office/drawing/2014/main" id="{0F11B6BD-D605-5F42-494B-42D514DD3378}"/>
              </a:ext>
            </a:extLst>
          </p:cNvPr>
          <p:cNvSpPr/>
          <p:nvPr/>
        </p:nvSpPr>
        <p:spPr>
          <a:xfrm>
            <a:off x="323997" y="101922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Business Updates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8" name="Rectangle 7">
            <a:extLst>
              <a:ext uri="{FF2B5EF4-FFF2-40B4-BE49-F238E27FC236}">
                <a16:creationId xmlns:a16="http://schemas.microsoft.com/office/drawing/2014/main" id="{7FF5F561-DBF4-ACF4-D59E-6B19C548CDEB}"/>
              </a:ext>
            </a:extLst>
          </p:cNvPr>
          <p:cNvSpPr/>
          <p:nvPr/>
        </p:nvSpPr>
        <p:spPr>
          <a:xfrm>
            <a:off x="4681219" y="1019228"/>
            <a:ext cx="4140000" cy="311616"/>
          </a:xfrm>
          <a:prstGeom prst="rect">
            <a:avLst/>
          </a:prstGeom>
          <a:solidFill>
            <a:srgbClr val="0E213F"/>
          </a:solidFill>
          <a:ln w="12700" cap="flat" cmpd="sng" algn="ctr">
            <a:noFill/>
            <a:prstDash val="solid"/>
            <a:miter lim="800000"/>
          </a:ln>
          <a:effectLst/>
        </p:spPr>
        <p:txBody>
          <a:bodyPr rtlCol="0" anchor="ctr"/>
          <a:lstStyle/>
          <a:p>
            <a:pPr algn="ctr"/>
            <a:r>
              <a:rPr lang="en-US" sz="1400" b="1" kern="0" dirty="0">
                <a:solidFill>
                  <a:prstClr val="white"/>
                </a:solidFill>
                <a:latin typeface="Palatino Linotype" panose="02040502050505030304" pitchFamily="18" charset="0"/>
              </a:rPr>
              <a:t>Financial Highlights</a:t>
            </a:r>
            <a:endParaRPr lang="en-CA" sz="1400" b="1" kern="0" dirty="0">
              <a:solidFill>
                <a:prstClr val="white"/>
              </a:solidFill>
              <a:latin typeface="Palatino Linotype" panose="02040502050505030304" pitchFamily="18" charset="0"/>
            </a:endParaRPr>
          </a:p>
        </p:txBody>
      </p:sp>
      <p:sp>
        <p:nvSpPr>
          <p:cNvPr id="51" name="Title 1">
            <a:extLst>
              <a:ext uri="{FF2B5EF4-FFF2-40B4-BE49-F238E27FC236}">
                <a16:creationId xmlns:a16="http://schemas.microsoft.com/office/drawing/2014/main" id="{7DA048D1-81D5-3239-5BDD-00646345C204}"/>
              </a:ext>
            </a:extLst>
          </p:cNvPr>
          <p:cNvSpPr>
            <a:spLocks noGrp="1"/>
          </p:cNvSpPr>
          <p:nvPr>
            <p:ph type="title"/>
          </p:nvPr>
        </p:nvSpPr>
        <p:spPr>
          <a:xfrm>
            <a:off x="239833" y="116475"/>
            <a:ext cx="8577386" cy="878890"/>
          </a:xfrm>
        </p:spPr>
        <p:txBody>
          <a:bodyPr/>
          <a:lstStyle/>
          <a:p>
            <a:r>
              <a:rPr lang="en-CA" dirty="0"/>
              <a:t>Open Text Corporation Q3 FY2026 Earnings Summary</a:t>
            </a:r>
            <a:endParaRPr lang="en-CA" i="1" dirty="0">
              <a:solidFill>
                <a:schemeClr val="accent2"/>
              </a:solidFill>
            </a:endParaRPr>
          </a:p>
        </p:txBody>
      </p:sp>
      <p:sp>
        <p:nvSpPr>
          <p:cNvPr id="12" name="Rectangle 11">
            <a:extLst>
              <a:ext uri="{FF2B5EF4-FFF2-40B4-BE49-F238E27FC236}">
                <a16:creationId xmlns:a16="http://schemas.microsoft.com/office/drawing/2014/main" id="{857A0024-75A5-1387-0831-C59C6FD5AB66}"/>
              </a:ext>
            </a:extLst>
          </p:cNvPr>
          <p:cNvSpPr/>
          <p:nvPr/>
        </p:nvSpPr>
        <p:spPr>
          <a:xfrm>
            <a:off x="4681219"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Management Guidance</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ndParaRPr>
          </a:p>
        </p:txBody>
      </p:sp>
      <p:grpSp>
        <p:nvGrpSpPr>
          <p:cNvPr id="13" name="Group 12">
            <a:extLst>
              <a:ext uri="{FF2B5EF4-FFF2-40B4-BE49-F238E27FC236}">
                <a16:creationId xmlns:a16="http://schemas.microsoft.com/office/drawing/2014/main" id="{F0BE627A-75F2-F503-482F-79964625789A}"/>
              </a:ext>
            </a:extLst>
          </p:cNvPr>
          <p:cNvGrpSpPr/>
          <p:nvPr/>
        </p:nvGrpSpPr>
        <p:grpSpPr>
          <a:xfrm>
            <a:off x="4688657" y="1663255"/>
            <a:ext cx="4140000" cy="496021"/>
            <a:chOff x="4688657" y="1344864"/>
            <a:chExt cx="4140000" cy="545623"/>
          </a:xfrm>
        </p:grpSpPr>
        <p:sp>
          <p:nvSpPr>
            <p:cNvPr id="1033" name="Rectangle 1032">
              <a:extLst>
                <a:ext uri="{FF2B5EF4-FFF2-40B4-BE49-F238E27FC236}">
                  <a16:creationId xmlns:a16="http://schemas.microsoft.com/office/drawing/2014/main" id="{3271E267-EBEE-C600-0E90-E55CA1A0BA3E}"/>
                </a:ext>
              </a:extLst>
            </p:cNvPr>
            <p:cNvSpPr/>
            <p:nvPr/>
          </p:nvSpPr>
          <p:spPr>
            <a:xfrm>
              <a:off x="4688657"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5" name="Rectangle 1034">
              <a:extLst>
                <a:ext uri="{FF2B5EF4-FFF2-40B4-BE49-F238E27FC236}">
                  <a16:creationId xmlns:a16="http://schemas.microsoft.com/office/drawing/2014/main" id="{F8C35546-9C64-2C8B-1182-DE2B2F37CEAF}"/>
                </a:ext>
              </a:extLst>
            </p:cNvPr>
            <p:cNvSpPr/>
            <p:nvPr/>
          </p:nvSpPr>
          <p:spPr>
            <a:xfrm>
              <a:off x="7513750"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0" name="Isosceles Triangle 1039">
              <a:extLst>
                <a:ext uri="{FF2B5EF4-FFF2-40B4-BE49-F238E27FC236}">
                  <a16:creationId xmlns:a16="http://schemas.microsoft.com/office/drawing/2014/main" id="{0891B236-9BC7-9943-8F0C-7F15A78EC842}"/>
                </a:ext>
              </a:extLst>
            </p:cNvPr>
            <p:cNvSpPr/>
            <p:nvPr/>
          </p:nvSpPr>
          <p:spPr>
            <a:xfrm rot="5400000">
              <a:off x="5922593"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1" name="Isosceles Triangle 1040">
              <a:extLst>
                <a:ext uri="{FF2B5EF4-FFF2-40B4-BE49-F238E27FC236}">
                  <a16:creationId xmlns:a16="http://schemas.microsoft.com/office/drawing/2014/main" id="{CFBB4655-2A6A-A87C-BBCD-57A34C1BBD70}"/>
                </a:ext>
              </a:extLst>
            </p:cNvPr>
            <p:cNvSpPr/>
            <p:nvPr/>
          </p:nvSpPr>
          <p:spPr>
            <a:xfrm rot="5400000">
              <a:off x="7049097"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2" name="Rectangle 1041">
              <a:extLst>
                <a:ext uri="{FF2B5EF4-FFF2-40B4-BE49-F238E27FC236}">
                  <a16:creationId xmlns:a16="http://schemas.microsoft.com/office/drawing/2014/main" id="{DF747CFB-62CB-3697-072D-86F8DBFA26C1}"/>
                </a:ext>
              </a:extLst>
            </p:cNvPr>
            <p:cNvSpPr/>
            <p:nvPr/>
          </p:nvSpPr>
          <p:spPr>
            <a:xfrm>
              <a:off x="6244645" y="1354302"/>
              <a:ext cx="1028023"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grpSp>
      <p:grpSp>
        <p:nvGrpSpPr>
          <p:cNvPr id="10" name="Group 9">
            <a:extLst>
              <a:ext uri="{FF2B5EF4-FFF2-40B4-BE49-F238E27FC236}">
                <a16:creationId xmlns:a16="http://schemas.microsoft.com/office/drawing/2014/main" id="{642A324F-D8E1-4366-136A-81F4CBAC0DE0}"/>
              </a:ext>
            </a:extLst>
          </p:cNvPr>
          <p:cNvGrpSpPr/>
          <p:nvPr/>
        </p:nvGrpSpPr>
        <p:grpSpPr>
          <a:xfrm>
            <a:off x="4688657" y="2202484"/>
            <a:ext cx="4140000" cy="497385"/>
            <a:chOff x="4688657" y="1972538"/>
            <a:chExt cx="4140000" cy="547124"/>
          </a:xfrm>
        </p:grpSpPr>
        <p:sp>
          <p:nvSpPr>
            <p:cNvPr id="1038" name="Rectangle 1037">
              <a:extLst>
                <a:ext uri="{FF2B5EF4-FFF2-40B4-BE49-F238E27FC236}">
                  <a16:creationId xmlns:a16="http://schemas.microsoft.com/office/drawing/2014/main" id="{058CDC41-2C7C-DFA1-C891-3F4FF3BEC767}"/>
                </a:ext>
              </a:extLst>
            </p:cNvPr>
            <p:cNvSpPr/>
            <p:nvPr/>
          </p:nvSpPr>
          <p:spPr>
            <a:xfrm>
              <a:off x="7513750"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3" name="Rectangle 1042">
              <a:extLst>
                <a:ext uri="{FF2B5EF4-FFF2-40B4-BE49-F238E27FC236}">
                  <a16:creationId xmlns:a16="http://schemas.microsoft.com/office/drawing/2014/main" id="{608014EB-520D-C9B0-D63B-B8C01AA39342}"/>
                </a:ext>
              </a:extLst>
            </p:cNvPr>
            <p:cNvSpPr/>
            <p:nvPr/>
          </p:nvSpPr>
          <p:spPr>
            <a:xfrm>
              <a:off x="6228224" y="1972538"/>
              <a:ext cx="997715"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44" name="Rectangle 1043">
              <a:extLst>
                <a:ext uri="{FF2B5EF4-FFF2-40B4-BE49-F238E27FC236}">
                  <a16:creationId xmlns:a16="http://schemas.microsoft.com/office/drawing/2014/main" id="{983FB226-B6F4-5AB4-8552-0AF68244051F}"/>
                </a:ext>
              </a:extLst>
            </p:cNvPr>
            <p:cNvSpPr/>
            <p:nvPr/>
          </p:nvSpPr>
          <p:spPr>
            <a:xfrm>
              <a:off x="4688657"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6" name="Isosceles Triangle 1045">
              <a:extLst>
                <a:ext uri="{FF2B5EF4-FFF2-40B4-BE49-F238E27FC236}">
                  <a16:creationId xmlns:a16="http://schemas.microsoft.com/office/drawing/2014/main" id="{FA43A4E2-B93A-B073-0600-AB5EAAD1B678}"/>
                </a:ext>
              </a:extLst>
            </p:cNvPr>
            <p:cNvSpPr/>
            <p:nvPr/>
          </p:nvSpPr>
          <p:spPr>
            <a:xfrm rot="5400000">
              <a:off x="5922593"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7" name="Isosceles Triangle 1046">
              <a:extLst>
                <a:ext uri="{FF2B5EF4-FFF2-40B4-BE49-F238E27FC236}">
                  <a16:creationId xmlns:a16="http://schemas.microsoft.com/office/drawing/2014/main" id="{1586F809-212A-B922-2D6A-C62738CD2969}"/>
                </a:ext>
              </a:extLst>
            </p:cNvPr>
            <p:cNvSpPr/>
            <p:nvPr/>
          </p:nvSpPr>
          <p:spPr>
            <a:xfrm rot="5400000">
              <a:off x="7049097"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1060" name="Straight Connector 1059">
            <a:extLst>
              <a:ext uri="{FF2B5EF4-FFF2-40B4-BE49-F238E27FC236}">
                <a16:creationId xmlns:a16="http://schemas.microsoft.com/office/drawing/2014/main" id="{BBDD365C-5E2B-5388-01DB-D988BA03F6CD}"/>
              </a:ext>
            </a:extLst>
          </p:cNvPr>
          <p:cNvCxnSpPr>
            <a:cxnSpLocks/>
          </p:cNvCxnSpPr>
          <p:nvPr/>
        </p:nvCxnSpPr>
        <p:spPr>
          <a:xfrm>
            <a:off x="4688656" y="3270024"/>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DB4CEC1-2820-6CAD-8F00-3D13EE2B7B8D}"/>
              </a:ext>
            </a:extLst>
          </p:cNvPr>
          <p:cNvGrpSpPr/>
          <p:nvPr/>
        </p:nvGrpSpPr>
        <p:grpSpPr>
          <a:xfrm>
            <a:off x="4688657" y="2743077"/>
            <a:ext cx="4147415" cy="505343"/>
            <a:chOff x="4688657" y="2604399"/>
            <a:chExt cx="4147415" cy="555877"/>
          </a:xfrm>
        </p:grpSpPr>
        <p:sp>
          <p:nvSpPr>
            <p:cNvPr id="1036" name="Rectangle 1035">
              <a:extLst>
                <a:ext uri="{FF2B5EF4-FFF2-40B4-BE49-F238E27FC236}">
                  <a16:creationId xmlns:a16="http://schemas.microsoft.com/office/drawing/2014/main" id="{092CE947-C040-0DBD-63A2-4F8FEFAE157C}"/>
                </a:ext>
              </a:extLst>
            </p:cNvPr>
            <p:cNvSpPr/>
            <p:nvPr/>
          </p:nvSpPr>
          <p:spPr>
            <a:xfrm>
              <a:off x="4688657"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7" name="Rectangle 1036">
              <a:extLst>
                <a:ext uri="{FF2B5EF4-FFF2-40B4-BE49-F238E27FC236}">
                  <a16:creationId xmlns:a16="http://schemas.microsoft.com/office/drawing/2014/main" id="{DED029C2-D4EE-B37A-5FA7-E601EAE36B00}"/>
                </a:ext>
              </a:extLst>
            </p:cNvPr>
            <p:cNvSpPr/>
            <p:nvPr/>
          </p:nvSpPr>
          <p:spPr>
            <a:xfrm>
              <a:off x="7521165"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2" name="Rectangle 1061">
              <a:extLst>
                <a:ext uri="{FF2B5EF4-FFF2-40B4-BE49-F238E27FC236}">
                  <a16:creationId xmlns:a16="http://schemas.microsoft.com/office/drawing/2014/main" id="{C4756C2A-CCA3-3FE4-64A7-7FD92895440D}"/>
                </a:ext>
              </a:extLst>
            </p:cNvPr>
            <p:cNvSpPr/>
            <p:nvPr/>
          </p:nvSpPr>
          <p:spPr>
            <a:xfrm>
              <a:off x="6291373" y="2613152"/>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63" name="Isosceles Triangle 1062">
              <a:extLst>
                <a:ext uri="{FF2B5EF4-FFF2-40B4-BE49-F238E27FC236}">
                  <a16:creationId xmlns:a16="http://schemas.microsoft.com/office/drawing/2014/main" id="{8CA68590-10AB-A606-8702-7D9B3E05ACA0}"/>
                </a:ext>
              </a:extLst>
            </p:cNvPr>
            <p:cNvSpPr/>
            <p:nvPr/>
          </p:nvSpPr>
          <p:spPr>
            <a:xfrm rot="5400000">
              <a:off x="5922593"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4" name="Isosceles Triangle 1063">
              <a:extLst>
                <a:ext uri="{FF2B5EF4-FFF2-40B4-BE49-F238E27FC236}">
                  <a16:creationId xmlns:a16="http://schemas.microsoft.com/office/drawing/2014/main" id="{15640D8C-A57A-68ED-C338-AB4233682F7E}"/>
                </a:ext>
              </a:extLst>
            </p:cNvPr>
            <p:cNvSpPr/>
            <p:nvPr/>
          </p:nvSpPr>
          <p:spPr>
            <a:xfrm rot="5400000">
              <a:off x="7049097"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 name="Group 2">
            <a:extLst>
              <a:ext uri="{FF2B5EF4-FFF2-40B4-BE49-F238E27FC236}">
                <a16:creationId xmlns:a16="http://schemas.microsoft.com/office/drawing/2014/main" id="{C39B0122-0CE7-DD6D-2F3C-6B109EEF5CD4}"/>
              </a:ext>
            </a:extLst>
          </p:cNvPr>
          <p:cNvGrpSpPr/>
          <p:nvPr/>
        </p:nvGrpSpPr>
        <p:grpSpPr>
          <a:xfrm>
            <a:off x="4688657" y="3291629"/>
            <a:ext cx="4147415" cy="497385"/>
            <a:chOff x="4688657" y="3215959"/>
            <a:chExt cx="4147415" cy="547124"/>
          </a:xfrm>
        </p:grpSpPr>
        <p:sp>
          <p:nvSpPr>
            <p:cNvPr id="1058" name="Rectangle 1057">
              <a:extLst>
                <a:ext uri="{FF2B5EF4-FFF2-40B4-BE49-F238E27FC236}">
                  <a16:creationId xmlns:a16="http://schemas.microsoft.com/office/drawing/2014/main" id="{0184E092-F4B8-0DE1-7AF0-15E041377EB9}"/>
                </a:ext>
              </a:extLst>
            </p:cNvPr>
            <p:cNvSpPr/>
            <p:nvPr/>
          </p:nvSpPr>
          <p:spPr>
            <a:xfrm>
              <a:off x="4688657"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59" name="Rectangle 1058">
              <a:extLst>
                <a:ext uri="{FF2B5EF4-FFF2-40B4-BE49-F238E27FC236}">
                  <a16:creationId xmlns:a16="http://schemas.microsoft.com/office/drawing/2014/main" id="{C614A5DF-7BF8-15F2-2D8B-D797F4019930}"/>
                </a:ext>
              </a:extLst>
            </p:cNvPr>
            <p:cNvSpPr/>
            <p:nvPr/>
          </p:nvSpPr>
          <p:spPr>
            <a:xfrm>
              <a:off x="7521165"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5" name="Rectangle 1064">
              <a:extLst>
                <a:ext uri="{FF2B5EF4-FFF2-40B4-BE49-F238E27FC236}">
                  <a16:creationId xmlns:a16="http://schemas.microsoft.com/office/drawing/2014/main" id="{017AD4F8-FE8A-7617-5AE2-09F17ADE445C}"/>
                </a:ext>
              </a:extLst>
            </p:cNvPr>
            <p:cNvSpPr/>
            <p:nvPr/>
          </p:nvSpPr>
          <p:spPr>
            <a:xfrm>
              <a:off x="6291373" y="3215959"/>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C00000"/>
                  </a:solidFill>
                  <a:latin typeface="Palatino Linotype" panose="02040502050505030304" pitchFamily="18" charset="0"/>
                </a:rPr>
                <a:t>[x]%</a:t>
              </a:r>
            </a:p>
          </p:txBody>
        </p:sp>
        <p:sp>
          <p:nvSpPr>
            <p:cNvPr id="1066" name="Isosceles Triangle 1065">
              <a:extLst>
                <a:ext uri="{FF2B5EF4-FFF2-40B4-BE49-F238E27FC236}">
                  <a16:creationId xmlns:a16="http://schemas.microsoft.com/office/drawing/2014/main" id="{15EF89E2-5BE1-CF80-BC94-91DC757835B2}"/>
                </a:ext>
              </a:extLst>
            </p:cNvPr>
            <p:cNvSpPr/>
            <p:nvPr/>
          </p:nvSpPr>
          <p:spPr>
            <a:xfrm rot="5400000">
              <a:off x="5922593"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7" name="Isosceles Triangle 1066">
              <a:extLst>
                <a:ext uri="{FF2B5EF4-FFF2-40B4-BE49-F238E27FC236}">
                  <a16:creationId xmlns:a16="http://schemas.microsoft.com/office/drawing/2014/main" id="{FBACFD52-D724-EC87-9191-2CFA1E3A2007}"/>
                </a:ext>
              </a:extLst>
            </p:cNvPr>
            <p:cNvSpPr/>
            <p:nvPr/>
          </p:nvSpPr>
          <p:spPr>
            <a:xfrm rot="5400000">
              <a:off x="7049097"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071" name="Group 1070">
            <a:extLst>
              <a:ext uri="{FF2B5EF4-FFF2-40B4-BE49-F238E27FC236}">
                <a16:creationId xmlns:a16="http://schemas.microsoft.com/office/drawing/2014/main" id="{E61D6DEC-94C1-696C-BF93-77F67A8BEEE4}"/>
              </a:ext>
            </a:extLst>
          </p:cNvPr>
          <p:cNvGrpSpPr/>
          <p:nvPr/>
        </p:nvGrpSpPr>
        <p:grpSpPr>
          <a:xfrm>
            <a:off x="4696070" y="4161281"/>
            <a:ext cx="4121148" cy="1056432"/>
            <a:chOff x="4649224" y="1951418"/>
            <a:chExt cx="4140000" cy="877380"/>
          </a:xfrm>
        </p:grpSpPr>
        <p:sp>
          <p:nvSpPr>
            <p:cNvPr id="1072" name="Freeform 7">
              <a:extLst>
                <a:ext uri="{FF2B5EF4-FFF2-40B4-BE49-F238E27FC236}">
                  <a16:creationId xmlns:a16="http://schemas.microsoft.com/office/drawing/2014/main" id="{3C6A5F6D-C8B8-C4D9-95DF-9363709B95A0}"/>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73" name="TextBox 1072">
              <a:extLst>
                <a:ext uri="{FF2B5EF4-FFF2-40B4-BE49-F238E27FC236}">
                  <a16:creationId xmlns:a16="http://schemas.microsoft.com/office/drawing/2014/main" id="{7DE337D3-2D2C-D032-7AD5-9C7AC5815146}"/>
                </a:ext>
              </a:extLst>
            </p:cNvPr>
            <p:cNvSpPr txBox="1"/>
            <p:nvPr/>
          </p:nvSpPr>
          <p:spPr>
            <a:xfrm>
              <a:off x="4758776" y="2342287"/>
              <a:ext cx="3920896" cy="210880"/>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74" name="TextBox 1073">
              <a:extLst>
                <a:ext uri="{FF2B5EF4-FFF2-40B4-BE49-F238E27FC236}">
                  <a16:creationId xmlns:a16="http://schemas.microsoft.com/office/drawing/2014/main" id="{BAF59BD9-CEF3-DD89-09ED-5F94076E1259}"/>
                </a:ext>
              </a:extLst>
            </p:cNvPr>
            <p:cNvSpPr txBox="1"/>
            <p:nvPr/>
          </p:nvSpPr>
          <p:spPr>
            <a:xfrm>
              <a:off x="4758776" y="1951418"/>
              <a:ext cx="3920896" cy="226271"/>
            </a:xfrm>
            <a:prstGeom prst="rect">
              <a:avLst/>
            </a:prstGeom>
            <a:noFill/>
          </p:spPr>
          <p:txBody>
            <a:bodyPr wrap="square" rtlCol="0" anchor="ctr">
              <a:spAutoFit/>
            </a:bodyPr>
            <a:lstStyle/>
            <a:p>
              <a:pPr algn="just">
                <a:lnSpc>
                  <a:spcPct val="119000"/>
                </a:lnSpc>
                <a:spcBef>
                  <a:spcPts val="100"/>
                </a:spcBef>
                <a:spcAft>
                  <a:spcPts val="100"/>
                </a:spcAft>
              </a:pPr>
              <a:r>
                <a:rPr lang="en-US" sz="1050" b="1" u="sng" dirty="0">
                  <a:latin typeface="Palatino Linotype" panose="02040502050505030304" pitchFamily="18" charset="0"/>
                </a:rPr>
                <a:t>[Name] – [Role]</a:t>
              </a:r>
            </a:p>
          </p:txBody>
        </p:sp>
      </p:grpSp>
      <p:grpSp>
        <p:nvGrpSpPr>
          <p:cNvPr id="1087" name="Group 1086">
            <a:extLst>
              <a:ext uri="{FF2B5EF4-FFF2-40B4-BE49-F238E27FC236}">
                <a16:creationId xmlns:a16="http://schemas.microsoft.com/office/drawing/2014/main" id="{877CAD62-1E81-DC1F-ED73-334CE8C7F381}"/>
              </a:ext>
            </a:extLst>
          </p:cNvPr>
          <p:cNvGrpSpPr/>
          <p:nvPr/>
        </p:nvGrpSpPr>
        <p:grpSpPr>
          <a:xfrm>
            <a:off x="4649222" y="5227514"/>
            <a:ext cx="4140002" cy="1081434"/>
            <a:chOff x="4649224" y="1930653"/>
            <a:chExt cx="4140000" cy="898145"/>
          </a:xfrm>
        </p:grpSpPr>
        <p:sp>
          <p:nvSpPr>
            <p:cNvPr id="1088" name="Freeform 7">
              <a:extLst>
                <a:ext uri="{FF2B5EF4-FFF2-40B4-BE49-F238E27FC236}">
                  <a16:creationId xmlns:a16="http://schemas.microsoft.com/office/drawing/2014/main" id="{15D904C5-E698-2DB8-5633-69E3BF69082A}"/>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89" name="TextBox 1088">
              <a:extLst>
                <a:ext uri="{FF2B5EF4-FFF2-40B4-BE49-F238E27FC236}">
                  <a16:creationId xmlns:a16="http://schemas.microsoft.com/office/drawing/2014/main" id="{5E1CEA0A-73D5-DB5B-D64B-AA54AC232116}"/>
                </a:ext>
              </a:extLst>
            </p:cNvPr>
            <p:cNvSpPr txBox="1"/>
            <p:nvPr/>
          </p:nvSpPr>
          <p:spPr>
            <a:xfrm>
              <a:off x="4758776" y="2354816"/>
              <a:ext cx="3920896" cy="210881"/>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90" name="TextBox 1089">
              <a:extLst>
                <a:ext uri="{FF2B5EF4-FFF2-40B4-BE49-F238E27FC236}">
                  <a16:creationId xmlns:a16="http://schemas.microsoft.com/office/drawing/2014/main" id="{ECC69798-7E1E-627A-CB7B-1ED86EEC6132}"/>
                </a:ext>
              </a:extLst>
            </p:cNvPr>
            <p:cNvSpPr txBox="1"/>
            <p:nvPr/>
          </p:nvSpPr>
          <p:spPr>
            <a:xfrm>
              <a:off x="4758776" y="1930653"/>
              <a:ext cx="3920896" cy="233353"/>
            </a:xfrm>
            <a:prstGeom prst="rect">
              <a:avLst/>
            </a:prstGeom>
            <a:noFill/>
          </p:spPr>
          <p:txBody>
            <a:bodyPr wrap="square" rtlCol="0" anchor="ctr">
              <a:spAutoFit/>
            </a:bodyPr>
            <a:lstStyle/>
            <a:p>
              <a:pPr algn="just">
                <a:lnSpc>
                  <a:spcPct val="119000"/>
                </a:lnSpc>
                <a:spcBef>
                  <a:spcPts val="100"/>
                </a:spcBef>
                <a:spcAft>
                  <a:spcPts val="100"/>
                </a:spcAft>
              </a:pPr>
              <a:r>
                <a:rPr lang="en-US" sz="1100" b="1" u="sng" dirty="0">
                  <a:latin typeface="Palatino Linotype" panose="02040502050505030304" pitchFamily="18" charset="0"/>
                </a:rPr>
                <a:t>[Name] – [Role]</a:t>
              </a:r>
            </a:p>
          </p:txBody>
        </p:sp>
      </p:grpSp>
      <p:sp>
        <p:nvSpPr>
          <p:cNvPr id="1112" name="Rectangle 1111">
            <a:extLst>
              <a:ext uri="{FF2B5EF4-FFF2-40B4-BE49-F238E27FC236}">
                <a16:creationId xmlns:a16="http://schemas.microsoft.com/office/drawing/2014/main" id="{1A4517D6-DBB5-A9F5-D1FE-FC647C20410D}"/>
              </a:ext>
            </a:extLst>
          </p:cNvPr>
          <p:cNvSpPr/>
          <p:nvPr/>
        </p:nvSpPr>
        <p:spPr>
          <a:xfrm>
            <a:off x="324000" y="5688544"/>
            <a:ext cx="4140000" cy="574799"/>
          </a:xfrm>
          <a:prstGeom prst="rect">
            <a:avLst/>
          </a:prstGeom>
          <a:solidFill>
            <a:srgbClr val="EEE7DA">
              <a:alpha val="45098"/>
            </a:srgbClr>
          </a:solidFill>
          <a:ln w="12700" cap="flat" cmpd="sng" algn="ctr">
            <a:solidFill>
              <a:schemeClr val="accent4"/>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u="none" strike="noStrike" kern="0" cap="none" spc="0" normalizeH="0" baseline="0" noProof="0" dirty="0">
                <a:ln>
                  <a:noFill/>
                </a:ln>
                <a:solidFill>
                  <a:schemeClr val="accent4"/>
                </a:solidFill>
                <a:effectLst/>
                <a:uLnTx/>
                <a:uFillTx/>
                <a:latin typeface="Palatino Linotype" panose="02040502050505030304" pitchFamily="18" charset="0"/>
                <a:ea typeface="+mn-ea"/>
                <a:cs typeface="+mn-cs"/>
              </a:rPr>
              <a:t>[x]</a:t>
            </a:r>
          </a:p>
        </p:txBody>
      </p:sp>
      <p:sp>
        <p:nvSpPr>
          <p:cNvPr id="7" name="TextBox 6">
            <a:extLst>
              <a:ext uri="{FF2B5EF4-FFF2-40B4-BE49-F238E27FC236}">
                <a16:creationId xmlns:a16="http://schemas.microsoft.com/office/drawing/2014/main" id="{2623FF35-4715-4CE5-E397-C3A417A1C9F6}"/>
              </a:ext>
            </a:extLst>
          </p:cNvPr>
          <p:cNvSpPr txBox="1">
            <a:spLocks/>
          </p:cNvSpPr>
          <p:nvPr/>
        </p:nvSpPr>
        <p:spPr>
          <a:xfrm>
            <a:off x="342899" y="1345241"/>
            <a:ext cx="4121102" cy="253916"/>
          </a:xfrm>
          <a:prstGeom prst="rect">
            <a:avLst/>
          </a:prstGeom>
          <a:noFill/>
        </p:spPr>
        <p:txBody>
          <a:bodyPr wrap="square" lIns="0" rIns="0" rtlCol="0">
            <a:spAutoFit/>
          </a:bodyPr>
          <a:lstStyle/>
          <a:p>
            <a:pPr marL="180975" indent="-180975">
              <a:spcBef>
                <a:spcPts val="100"/>
              </a:spcBef>
              <a:spcAft>
                <a:spcPts val="100"/>
              </a:spcAft>
              <a:buSzPct val="100000"/>
              <a:buFont typeface="Wingdings" panose="05000000000000000000" pitchFamily="2" charset="2"/>
              <a:buChar char="§"/>
            </a:pPr>
            <a:r>
              <a:rPr lang="en-US" sz="1050" dirty="0">
                <a:latin typeface="Palatino Linotype"/>
              </a:rPr>
              <a:t>[x]</a:t>
            </a:r>
            <a:endParaRPr lang="en-US" sz="1050" dirty="0">
              <a:latin typeface="Palatino Linotype" panose="02040502050505030304" pitchFamily="18" charset="0"/>
            </a:endParaRPr>
          </a:p>
        </p:txBody>
      </p:sp>
      <p:cxnSp>
        <p:nvCxnSpPr>
          <p:cNvPr id="14" name="Straight Connector 13">
            <a:extLst>
              <a:ext uri="{FF2B5EF4-FFF2-40B4-BE49-F238E27FC236}">
                <a16:creationId xmlns:a16="http://schemas.microsoft.com/office/drawing/2014/main" id="{6C6A4182-FCE2-684A-4D1D-AC6D624AB3AC}"/>
              </a:ext>
            </a:extLst>
          </p:cNvPr>
          <p:cNvCxnSpPr>
            <a:cxnSpLocks/>
          </p:cNvCxnSpPr>
          <p:nvPr/>
        </p:nvCxnSpPr>
        <p:spPr>
          <a:xfrm>
            <a:off x="4688656" y="2721473"/>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E108F5F-56FB-953D-D16B-77BE0B5E2BAF}"/>
              </a:ext>
            </a:extLst>
          </p:cNvPr>
          <p:cNvCxnSpPr>
            <a:cxnSpLocks/>
          </p:cNvCxnSpPr>
          <p:nvPr/>
        </p:nvCxnSpPr>
        <p:spPr>
          <a:xfrm>
            <a:off x="4688656" y="2180880"/>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633D496-3DE0-FF38-489D-15611785C247}"/>
              </a:ext>
            </a:extLst>
          </p:cNvPr>
          <p:cNvSpPr/>
          <p:nvPr/>
        </p:nvSpPr>
        <p:spPr>
          <a:xfrm>
            <a:off x="4681219"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2" name="Rectangle 21">
            <a:extLst>
              <a:ext uri="{FF2B5EF4-FFF2-40B4-BE49-F238E27FC236}">
                <a16:creationId xmlns:a16="http://schemas.microsoft.com/office/drawing/2014/main" id="{F369E056-B85F-2E8B-B0CF-B3F78EBA4438}"/>
              </a:ext>
            </a:extLst>
          </p:cNvPr>
          <p:cNvSpPr/>
          <p:nvPr/>
        </p:nvSpPr>
        <p:spPr>
          <a:xfrm>
            <a:off x="7498875"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3" name="Rectangle 22">
            <a:extLst>
              <a:ext uri="{FF2B5EF4-FFF2-40B4-BE49-F238E27FC236}">
                <a16:creationId xmlns:a16="http://schemas.microsoft.com/office/drawing/2014/main" id="{D95E6DF1-251B-AC0B-2E4B-3F7CF168C46D}"/>
              </a:ext>
            </a:extLst>
          </p:cNvPr>
          <p:cNvSpPr/>
          <p:nvPr/>
        </p:nvSpPr>
        <p:spPr>
          <a:xfrm>
            <a:off x="6090047"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Variance</a:t>
            </a:r>
            <a:endParaRPr lang="en-CA" sz="1200" b="1" kern="0" dirty="0">
              <a:solidFill>
                <a:prstClr val="white"/>
              </a:solidFill>
              <a:latin typeface="Palatino Linotype" panose="02040502050505030304" pitchFamily="18" charset="0"/>
            </a:endParaRPr>
          </a:p>
        </p:txBody>
      </p:sp>
    </p:spTree>
    <p:extLst>
      <p:ext uri="{BB962C8B-B14F-4D97-AF65-F5344CB8AC3E}">
        <p14:creationId xmlns:p14="http://schemas.microsoft.com/office/powerpoint/2010/main" val="41273111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a:t>
            </a:r>
            <a:r>
              <a:rPr lang="en-US" dirty="0"/>
              <a:t>filings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5306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Financial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10</a:t>
            </a:fld>
            <a:endParaRPr lang="en-CA"/>
          </a:p>
        </p:txBody>
      </p:sp>
      <p:sp>
        <p:nvSpPr>
          <p:cNvPr id="2" name="Text Placeholder 1"/>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75E22-0210-7536-0B5B-811756024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CFA3F-7234-C715-7BAE-0F44F1648BE0}"/>
              </a:ext>
            </a:extLst>
          </p:cNvPr>
          <p:cNvSpPr>
            <a:spLocks noGrp="1"/>
          </p:cNvSpPr>
          <p:nvPr>
            <p:ph type="title"/>
          </p:nvPr>
        </p:nvSpPr>
        <p:spPr/>
        <p:txBody>
          <a:bodyPr>
            <a:normAutofit/>
          </a:bodyPr>
          <a:lstStyle/>
          <a:p>
            <a:r>
              <a:rPr lang="en-US"/>
              <a:t>Key Investment Highlights</a:t>
            </a:r>
            <a:endParaRPr lang="en-CA"/>
          </a:p>
        </p:txBody>
      </p:sp>
      <p:sp>
        <p:nvSpPr>
          <p:cNvPr id="5" name="Slide Number Placeholder 4">
            <a:extLst>
              <a:ext uri="{FF2B5EF4-FFF2-40B4-BE49-F238E27FC236}">
                <a16:creationId xmlns:a16="http://schemas.microsoft.com/office/drawing/2014/main" id="{6C45219E-9729-308D-4FE5-1598C27A5B82}"/>
              </a:ext>
            </a:extLst>
          </p:cNvPr>
          <p:cNvSpPr>
            <a:spLocks noGrp="1"/>
          </p:cNvSpPr>
          <p:nvPr>
            <p:ph type="sldNum" sz="quarter" idx="12"/>
          </p:nvPr>
        </p:nvSpPr>
        <p:spPr/>
        <p:txBody>
          <a:bodyPr/>
          <a:lstStyle/>
          <a:p>
            <a:fld id="{B0BBF262-6B1A-47DC-B7A7-A92B0DCA2A1B}" type="slidenum">
              <a:rPr lang="en-CA" smtClean="0"/>
              <a:t>11</a:t>
            </a:fld>
            <a:endParaRPr lang="en-CA"/>
          </a:p>
        </p:txBody>
      </p:sp>
      <p:sp>
        <p:nvSpPr>
          <p:cNvPr id="14" name="Text Placeholder 13">
            <a:extLst>
              <a:ext uri="{FF2B5EF4-FFF2-40B4-BE49-F238E27FC236}">
                <a16:creationId xmlns:a16="http://schemas.microsoft.com/office/drawing/2014/main" id="{C268EA0E-B4EE-E373-B01D-5A8296A5B1E8}"/>
              </a:ext>
            </a:extLst>
          </p:cNvPr>
          <p:cNvSpPr>
            <a:spLocks noGrp="1"/>
          </p:cNvSpPr>
          <p:nvPr>
            <p:ph type="body" sz="quarter" idx="13"/>
          </p:nvPr>
        </p:nvSpPr>
        <p:spPr/>
        <p:txBody>
          <a:bodyPr/>
          <a:lstStyle/>
          <a:p>
            <a:r>
              <a:rPr lang="en-US" dirty="0"/>
              <a:t>Note: All figures in [x]$MM unless indicated otherwise</a:t>
            </a:r>
          </a:p>
        </p:txBody>
      </p:sp>
      <p:sp>
        <p:nvSpPr>
          <p:cNvPr id="3" name="Text Placeholder 2">
            <a:extLst>
              <a:ext uri="{FF2B5EF4-FFF2-40B4-BE49-F238E27FC236}">
                <a16:creationId xmlns:a16="http://schemas.microsoft.com/office/drawing/2014/main" id="{8E570E2B-A521-20E2-0FEB-D22E4136A735}"/>
              </a:ext>
            </a:extLst>
          </p:cNvPr>
          <p:cNvSpPr>
            <a:spLocks noGrp="1"/>
          </p:cNvSpPr>
          <p:nvPr>
            <p:ph type="body" sz="quarter" idx="15"/>
          </p:nvPr>
        </p:nvSpPr>
        <p:spPr/>
        <p:txBody>
          <a:bodyPr/>
          <a:lstStyle/>
          <a:p>
            <a:r>
              <a:rPr lang="en-US" dirty="0"/>
              <a:t>[x]</a:t>
            </a:r>
          </a:p>
        </p:txBody>
      </p:sp>
      <p:grpSp>
        <p:nvGrpSpPr>
          <p:cNvPr id="2243" name="Group 2242">
            <a:extLst>
              <a:ext uri="{FF2B5EF4-FFF2-40B4-BE49-F238E27FC236}">
                <a16:creationId xmlns:a16="http://schemas.microsoft.com/office/drawing/2014/main" id="{6C6B3A7A-3C08-4A6F-6375-07D6EDE0F566}"/>
              </a:ext>
            </a:extLst>
          </p:cNvPr>
          <p:cNvGrpSpPr/>
          <p:nvPr/>
        </p:nvGrpSpPr>
        <p:grpSpPr>
          <a:xfrm>
            <a:off x="235910" y="1049085"/>
            <a:ext cx="8588180" cy="1155939"/>
            <a:chOff x="235910" y="1049085"/>
            <a:chExt cx="8588180" cy="1155939"/>
          </a:xfrm>
        </p:grpSpPr>
        <p:grpSp>
          <p:nvGrpSpPr>
            <p:cNvPr id="11" name="Group 10">
              <a:extLst>
                <a:ext uri="{FF2B5EF4-FFF2-40B4-BE49-F238E27FC236}">
                  <a16:creationId xmlns:a16="http://schemas.microsoft.com/office/drawing/2014/main" id="{F7E87DBC-6D20-4210-B9E6-FC3CA7597909}"/>
                </a:ext>
              </a:extLst>
            </p:cNvPr>
            <p:cNvGrpSpPr/>
            <p:nvPr/>
          </p:nvGrpSpPr>
          <p:grpSpPr>
            <a:xfrm>
              <a:off x="510415" y="1049085"/>
              <a:ext cx="8313675" cy="1155939"/>
              <a:chOff x="510415" y="1045462"/>
              <a:chExt cx="8313675" cy="955964"/>
            </a:xfrm>
          </p:grpSpPr>
          <p:sp>
            <p:nvSpPr>
              <p:cNvPr id="20" name="Rectangle 19">
                <a:extLst>
                  <a:ext uri="{FF2B5EF4-FFF2-40B4-BE49-F238E27FC236}">
                    <a16:creationId xmlns:a16="http://schemas.microsoft.com/office/drawing/2014/main" id="{95A00408-F9EF-B62B-1361-74CD49EAE5F1}"/>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25" name="Arrow: Pentagon 24">
                <a:extLst>
                  <a:ext uri="{FF2B5EF4-FFF2-40B4-BE49-F238E27FC236}">
                    <a16:creationId xmlns:a16="http://schemas.microsoft.com/office/drawing/2014/main" id="{8D0F7FC0-295D-3E2C-EEC5-6583FA43407C}"/>
                  </a:ext>
                </a:extLst>
              </p:cNvPr>
              <p:cNvSpPr/>
              <p:nvPr/>
            </p:nvSpPr>
            <p:spPr>
              <a:xfrm>
                <a:off x="510415" y="1045462"/>
                <a:ext cx="2260213" cy="955964"/>
              </a:xfrm>
              <a:prstGeom prst="homePlate">
                <a:avLst>
                  <a:gd name="adj" fmla="val 29380"/>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#1]</a:t>
                </a:r>
              </a:p>
            </p:txBody>
          </p:sp>
          <p:sp>
            <p:nvSpPr>
              <p:cNvPr id="18" name="Rectangle 17">
                <a:extLst>
                  <a:ext uri="{FF2B5EF4-FFF2-40B4-BE49-F238E27FC236}">
                    <a16:creationId xmlns:a16="http://schemas.microsoft.com/office/drawing/2014/main" id="{560BF95E-74ED-E3A7-6168-0680555F2F9F}"/>
                  </a:ext>
                </a:extLst>
              </p:cNvPr>
              <p:cNvSpPr/>
              <p:nvPr/>
            </p:nvSpPr>
            <p:spPr>
              <a:xfrm>
                <a:off x="2770762" y="104546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43" name="Oval 42">
              <a:extLst>
                <a:ext uri="{FF2B5EF4-FFF2-40B4-BE49-F238E27FC236}">
                  <a16:creationId xmlns:a16="http://schemas.microsoft.com/office/drawing/2014/main" id="{A5BDFC9B-5F2B-42BA-043F-8C2197497F34}"/>
                </a:ext>
              </a:extLst>
            </p:cNvPr>
            <p:cNvSpPr/>
            <p:nvPr/>
          </p:nvSpPr>
          <p:spPr>
            <a:xfrm>
              <a:off x="235910" y="1352548"/>
              <a:ext cx="549012" cy="549012"/>
            </a:xfrm>
            <a:prstGeom prst="ellipse">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1</a:t>
              </a:r>
            </a:p>
          </p:txBody>
        </p:sp>
      </p:grpSp>
      <p:grpSp>
        <p:nvGrpSpPr>
          <p:cNvPr id="2246" name="Group 2245">
            <a:extLst>
              <a:ext uri="{FF2B5EF4-FFF2-40B4-BE49-F238E27FC236}">
                <a16:creationId xmlns:a16="http://schemas.microsoft.com/office/drawing/2014/main" id="{EC258830-0970-35D4-16E6-59F114AE6C76}"/>
              </a:ext>
            </a:extLst>
          </p:cNvPr>
          <p:cNvGrpSpPr/>
          <p:nvPr/>
        </p:nvGrpSpPr>
        <p:grpSpPr>
          <a:xfrm>
            <a:off x="235910" y="4632373"/>
            <a:ext cx="8588180" cy="1155939"/>
            <a:chOff x="235910" y="4632373"/>
            <a:chExt cx="8588180" cy="1155939"/>
          </a:xfrm>
        </p:grpSpPr>
        <p:grpSp>
          <p:nvGrpSpPr>
            <p:cNvPr id="53" name="Group 52">
              <a:extLst>
                <a:ext uri="{FF2B5EF4-FFF2-40B4-BE49-F238E27FC236}">
                  <a16:creationId xmlns:a16="http://schemas.microsoft.com/office/drawing/2014/main" id="{537826DA-D22A-1FD1-B444-43AD503B14AB}"/>
                </a:ext>
              </a:extLst>
            </p:cNvPr>
            <p:cNvGrpSpPr/>
            <p:nvPr/>
          </p:nvGrpSpPr>
          <p:grpSpPr>
            <a:xfrm>
              <a:off x="510415" y="4632373"/>
              <a:ext cx="8313675" cy="1155939"/>
              <a:chOff x="510415" y="1045462"/>
              <a:chExt cx="8313675" cy="955964"/>
            </a:xfrm>
          </p:grpSpPr>
          <p:sp>
            <p:nvSpPr>
              <p:cNvPr id="56" name="Rectangle 55">
                <a:extLst>
                  <a:ext uri="{FF2B5EF4-FFF2-40B4-BE49-F238E27FC236}">
                    <a16:creationId xmlns:a16="http://schemas.microsoft.com/office/drawing/2014/main" id="{AA5FC770-3994-7C60-93A2-E19E0C90CBC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7" name="Arrow: Pentagon 56">
                <a:extLst>
                  <a:ext uri="{FF2B5EF4-FFF2-40B4-BE49-F238E27FC236}">
                    <a16:creationId xmlns:a16="http://schemas.microsoft.com/office/drawing/2014/main" id="{F77FA99E-D651-D394-9816-7782F9EC7E72}"/>
                  </a:ext>
                </a:extLst>
              </p:cNvPr>
              <p:cNvSpPr/>
              <p:nvPr/>
            </p:nvSpPr>
            <p:spPr>
              <a:xfrm>
                <a:off x="510415" y="1045462"/>
                <a:ext cx="2260213" cy="955964"/>
              </a:xfrm>
              <a:prstGeom prst="homePlate">
                <a:avLst>
                  <a:gd name="adj" fmla="val 28556"/>
                </a:avLst>
              </a:prstGeom>
              <a:solidFill>
                <a:schemeClr val="accent5"/>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#4]</a:t>
                </a:r>
              </a:p>
            </p:txBody>
          </p:sp>
          <p:sp>
            <p:nvSpPr>
              <p:cNvPr id="2240" name="Rectangle 2239">
                <a:extLst>
                  <a:ext uri="{FF2B5EF4-FFF2-40B4-BE49-F238E27FC236}">
                    <a16:creationId xmlns:a16="http://schemas.microsoft.com/office/drawing/2014/main" id="{77345182-53F9-59E0-DC80-DC71CCDB9033}"/>
                  </a:ext>
                </a:extLst>
              </p:cNvPr>
              <p:cNvSpPr/>
              <p:nvPr/>
            </p:nvSpPr>
            <p:spPr>
              <a:xfrm>
                <a:off x="2770762" y="1052940"/>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61" name="Oval 60">
              <a:extLst>
                <a:ext uri="{FF2B5EF4-FFF2-40B4-BE49-F238E27FC236}">
                  <a16:creationId xmlns:a16="http://schemas.microsoft.com/office/drawing/2014/main" id="{04859513-945D-682F-CBB8-D03A84FBE2A4}"/>
                </a:ext>
              </a:extLst>
            </p:cNvPr>
            <p:cNvSpPr/>
            <p:nvPr/>
          </p:nvSpPr>
          <p:spPr>
            <a:xfrm>
              <a:off x="235910" y="4935836"/>
              <a:ext cx="549012" cy="549012"/>
            </a:xfrm>
            <a:prstGeom prst="ellipse">
              <a:avLst/>
            </a:prstGeom>
            <a:solidFill>
              <a:schemeClr val="bg1"/>
            </a:solid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4</a:t>
              </a:r>
            </a:p>
          </p:txBody>
        </p:sp>
      </p:grpSp>
      <p:grpSp>
        <p:nvGrpSpPr>
          <p:cNvPr id="2245" name="Group 2244">
            <a:extLst>
              <a:ext uri="{FF2B5EF4-FFF2-40B4-BE49-F238E27FC236}">
                <a16:creationId xmlns:a16="http://schemas.microsoft.com/office/drawing/2014/main" id="{2C560181-05C8-1A06-F9E2-C7C347320323}"/>
              </a:ext>
            </a:extLst>
          </p:cNvPr>
          <p:cNvGrpSpPr/>
          <p:nvPr/>
        </p:nvGrpSpPr>
        <p:grpSpPr>
          <a:xfrm>
            <a:off x="235910" y="3437943"/>
            <a:ext cx="8588180" cy="1155939"/>
            <a:chOff x="235910" y="3437943"/>
            <a:chExt cx="8588180" cy="1155939"/>
          </a:xfrm>
        </p:grpSpPr>
        <p:grpSp>
          <p:nvGrpSpPr>
            <p:cNvPr id="48" name="Group 47">
              <a:extLst>
                <a:ext uri="{FF2B5EF4-FFF2-40B4-BE49-F238E27FC236}">
                  <a16:creationId xmlns:a16="http://schemas.microsoft.com/office/drawing/2014/main" id="{70A286B5-4310-5EDB-AE06-EC035D37FABF}"/>
                </a:ext>
              </a:extLst>
            </p:cNvPr>
            <p:cNvGrpSpPr/>
            <p:nvPr/>
          </p:nvGrpSpPr>
          <p:grpSpPr>
            <a:xfrm>
              <a:off x="510415" y="3437943"/>
              <a:ext cx="8313675" cy="1155939"/>
              <a:chOff x="510415" y="1045462"/>
              <a:chExt cx="8313675" cy="955964"/>
            </a:xfrm>
          </p:grpSpPr>
          <p:sp>
            <p:nvSpPr>
              <p:cNvPr id="49" name="Rectangle 48">
                <a:extLst>
                  <a:ext uri="{FF2B5EF4-FFF2-40B4-BE49-F238E27FC236}">
                    <a16:creationId xmlns:a16="http://schemas.microsoft.com/office/drawing/2014/main" id="{6A7B9090-538D-6637-108F-4C027FD9168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0" name="Arrow: Pentagon 49">
                <a:extLst>
                  <a:ext uri="{FF2B5EF4-FFF2-40B4-BE49-F238E27FC236}">
                    <a16:creationId xmlns:a16="http://schemas.microsoft.com/office/drawing/2014/main" id="{DA9E7EB5-2D37-AC69-4261-81B5A24DE58A}"/>
                  </a:ext>
                </a:extLst>
              </p:cNvPr>
              <p:cNvSpPr/>
              <p:nvPr/>
            </p:nvSpPr>
            <p:spPr>
              <a:xfrm>
                <a:off x="510415" y="1045462"/>
                <a:ext cx="2260213" cy="955964"/>
              </a:xfrm>
              <a:prstGeom prst="homePlate">
                <a:avLst>
                  <a:gd name="adj" fmla="val 28556"/>
                </a:avLst>
              </a:pr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#3]</a:t>
                </a:r>
              </a:p>
            </p:txBody>
          </p:sp>
          <p:sp>
            <p:nvSpPr>
              <p:cNvPr id="52" name="Rectangle 51">
                <a:extLst>
                  <a:ext uri="{FF2B5EF4-FFF2-40B4-BE49-F238E27FC236}">
                    <a16:creationId xmlns:a16="http://schemas.microsoft.com/office/drawing/2014/main" id="{95101C11-8CD3-53BF-BDC7-C81866CC4352}"/>
                  </a:ext>
                </a:extLst>
              </p:cNvPr>
              <p:cNvSpPr/>
              <p:nvPr/>
            </p:nvSpPr>
            <p:spPr>
              <a:xfrm>
                <a:off x="2770762" y="105294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2290" name="Oval 2289">
              <a:extLst>
                <a:ext uri="{FF2B5EF4-FFF2-40B4-BE49-F238E27FC236}">
                  <a16:creationId xmlns:a16="http://schemas.microsoft.com/office/drawing/2014/main" id="{E88DEFC3-A1FE-152C-BA64-27D885B5CE67}"/>
                </a:ext>
              </a:extLst>
            </p:cNvPr>
            <p:cNvSpPr/>
            <p:nvPr/>
          </p:nvSpPr>
          <p:spPr>
            <a:xfrm>
              <a:off x="235910" y="3741406"/>
              <a:ext cx="549012" cy="549012"/>
            </a:xfrm>
            <a:prstGeom prst="ellipse">
              <a:avLst/>
            </a:prstGeom>
            <a:solidFill>
              <a:schemeClr val="bg1"/>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3</a:t>
              </a:r>
            </a:p>
          </p:txBody>
        </p:sp>
      </p:grpSp>
      <p:grpSp>
        <p:nvGrpSpPr>
          <p:cNvPr id="2244" name="Group 2243">
            <a:extLst>
              <a:ext uri="{FF2B5EF4-FFF2-40B4-BE49-F238E27FC236}">
                <a16:creationId xmlns:a16="http://schemas.microsoft.com/office/drawing/2014/main" id="{72763FA1-C61E-F3FA-73F7-6B94CBCDFC7D}"/>
              </a:ext>
            </a:extLst>
          </p:cNvPr>
          <p:cNvGrpSpPr/>
          <p:nvPr/>
        </p:nvGrpSpPr>
        <p:grpSpPr>
          <a:xfrm>
            <a:off x="235910" y="2243514"/>
            <a:ext cx="8588180" cy="1155939"/>
            <a:chOff x="235910" y="2243514"/>
            <a:chExt cx="8588180" cy="1155939"/>
          </a:xfrm>
        </p:grpSpPr>
        <p:grpSp>
          <p:nvGrpSpPr>
            <p:cNvPr id="34" name="Group 33">
              <a:extLst>
                <a:ext uri="{FF2B5EF4-FFF2-40B4-BE49-F238E27FC236}">
                  <a16:creationId xmlns:a16="http://schemas.microsoft.com/office/drawing/2014/main" id="{478AF046-445A-B59F-4E72-C48D8D071E00}"/>
                </a:ext>
              </a:extLst>
            </p:cNvPr>
            <p:cNvGrpSpPr/>
            <p:nvPr/>
          </p:nvGrpSpPr>
          <p:grpSpPr>
            <a:xfrm>
              <a:off x="510415" y="2243514"/>
              <a:ext cx="8313675" cy="1155939"/>
              <a:chOff x="510415" y="1045462"/>
              <a:chExt cx="8313675" cy="955964"/>
            </a:xfrm>
          </p:grpSpPr>
          <p:sp>
            <p:nvSpPr>
              <p:cNvPr id="35" name="Rectangle 34">
                <a:extLst>
                  <a:ext uri="{FF2B5EF4-FFF2-40B4-BE49-F238E27FC236}">
                    <a16:creationId xmlns:a16="http://schemas.microsoft.com/office/drawing/2014/main" id="{01011192-395F-91FA-6693-E5BC3B277B7E}"/>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36" name="Arrow: Pentagon 35">
                <a:extLst>
                  <a:ext uri="{FF2B5EF4-FFF2-40B4-BE49-F238E27FC236}">
                    <a16:creationId xmlns:a16="http://schemas.microsoft.com/office/drawing/2014/main" id="{18D8D718-3AC8-6B61-A6C8-BDD537B588CD}"/>
                  </a:ext>
                </a:extLst>
              </p:cNvPr>
              <p:cNvSpPr/>
              <p:nvPr/>
            </p:nvSpPr>
            <p:spPr>
              <a:xfrm>
                <a:off x="510415" y="1045462"/>
                <a:ext cx="2260213" cy="955964"/>
              </a:xfrm>
              <a:prstGeom prst="homePlate">
                <a:avLst>
                  <a:gd name="adj" fmla="val 29380"/>
                </a:avLst>
              </a:prstGeom>
              <a:solidFill>
                <a:schemeClr val="accent2"/>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#2]</a:t>
                </a:r>
              </a:p>
            </p:txBody>
          </p:sp>
          <p:sp>
            <p:nvSpPr>
              <p:cNvPr id="44" name="Rectangle 43">
                <a:extLst>
                  <a:ext uri="{FF2B5EF4-FFF2-40B4-BE49-F238E27FC236}">
                    <a16:creationId xmlns:a16="http://schemas.microsoft.com/office/drawing/2014/main" id="{A1B40AEA-3012-F2E5-FC92-41A5A7E9191F}"/>
                  </a:ext>
                </a:extLst>
              </p:cNvPr>
              <p:cNvSpPr/>
              <p:nvPr/>
            </p:nvSpPr>
            <p:spPr>
              <a:xfrm>
                <a:off x="2770762" y="1052943"/>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55" name="Oval 54">
              <a:extLst>
                <a:ext uri="{FF2B5EF4-FFF2-40B4-BE49-F238E27FC236}">
                  <a16:creationId xmlns:a16="http://schemas.microsoft.com/office/drawing/2014/main" id="{E5E02658-EAF7-4DAF-78A6-42A3051D7A04}"/>
                </a:ext>
              </a:extLst>
            </p:cNvPr>
            <p:cNvSpPr/>
            <p:nvPr/>
          </p:nvSpPr>
          <p:spPr>
            <a:xfrm>
              <a:off x="235910" y="2546977"/>
              <a:ext cx="549012" cy="549012"/>
            </a:xfrm>
            <a:prstGeom prst="ellipse">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2</a:t>
              </a:r>
            </a:p>
          </p:txBody>
        </p:sp>
      </p:grpSp>
    </p:spTree>
    <p:extLst>
      <p:ext uri="{BB962C8B-B14F-4D97-AF65-F5344CB8AC3E}">
        <p14:creationId xmlns:p14="http://schemas.microsoft.com/office/powerpoint/2010/main" val="159724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F75E-E01E-A520-7648-BE2123D03351}"/>
            </a:ext>
          </a:extLst>
        </p:cNvPr>
        <p:cNvGrpSpPr/>
        <p:nvPr/>
      </p:nvGrpSpPr>
      <p:grpSpPr>
        <a:xfrm>
          <a:off x="0" y="0"/>
          <a:ext cx="0" cy="0"/>
          <a:chOff x="0" y="0"/>
          <a:chExt cx="0" cy="0"/>
        </a:xfrm>
      </p:grpSpPr>
      <p:graphicFrame>
        <p:nvGraphicFramePr>
          <p:cNvPr id="1216" name="Table 1215">
            <a:extLst>
              <a:ext uri="{FF2B5EF4-FFF2-40B4-BE49-F238E27FC236}">
                <a16:creationId xmlns:a16="http://schemas.microsoft.com/office/drawing/2014/main" id="{F27B3196-583A-F888-B016-C3D764D21276}"/>
              </a:ext>
            </a:extLst>
          </p:cNvPr>
          <p:cNvGraphicFramePr>
            <a:graphicFrameLocks noGrp="1"/>
          </p:cNvGraphicFramePr>
          <p:nvPr>
            <p:extLst>
              <p:ext uri="{D42A27DB-BD31-4B8C-83A1-F6EECF244321}">
                <p14:modId xmlns:p14="http://schemas.microsoft.com/office/powerpoint/2010/main" val="1637623852"/>
              </p:ext>
            </p:extLst>
          </p:nvPr>
        </p:nvGraphicFramePr>
        <p:xfrm>
          <a:off x="326782" y="1097280"/>
          <a:ext cx="8496934" cy="5230050"/>
        </p:xfrm>
        <a:graphic>
          <a:graphicData uri="http://schemas.openxmlformats.org/drawingml/2006/table">
            <a:tbl>
              <a:tblPr firstRow="1" bandRow="1">
                <a:tableStyleId>{5C22544A-7EE6-4342-B048-85BDC9FD1C3A}</a:tableStyleId>
              </a:tblPr>
              <a:tblGrid>
                <a:gridCol w="1515334">
                  <a:extLst>
                    <a:ext uri="{9D8B030D-6E8A-4147-A177-3AD203B41FA5}">
                      <a16:colId xmlns:a16="http://schemas.microsoft.com/office/drawing/2014/main" val="2612546772"/>
                    </a:ext>
                  </a:extLst>
                </a:gridCol>
                <a:gridCol w="3490800">
                  <a:extLst>
                    <a:ext uri="{9D8B030D-6E8A-4147-A177-3AD203B41FA5}">
                      <a16:colId xmlns:a16="http://schemas.microsoft.com/office/drawing/2014/main" val="1050933617"/>
                    </a:ext>
                  </a:extLst>
                </a:gridCol>
                <a:gridCol w="3490800">
                  <a:extLst>
                    <a:ext uri="{9D8B030D-6E8A-4147-A177-3AD203B41FA5}">
                      <a16:colId xmlns:a16="http://schemas.microsoft.com/office/drawing/2014/main" val="593983270"/>
                    </a:ext>
                  </a:extLst>
                </a:gridCol>
              </a:tblGrid>
              <a:tr h="256085">
                <a:tc>
                  <a:txBody>
                    <a:bodyPr/>
                    <a:lstStyle/>
                    <a:p>
                      <a:endParaRPr lang="en-US" sz="1100">
                        <a:latin typeface="Palatino Linotype" panose="02040502050505030304" pitchFamily="18"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en-US" sz="1000" dirty="0">
                        <a:latin typeface="Palatino Linotype" panose="02040502050505030304" pitchFamily="18" charset="0"/>
                      </a:endParaRPr>
                    </a:p>
                  </a:txBody>
                  <a:tcPr>
                    <a:lnL w="12700" cmpd="sng">
                      <a:noFill/>
                    </a:lnL>
                    <a:lnR w="12700" cap="flat" cmpd="sng" algn="ctr">
                      <a:no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100">
                        <a:latin typeface="Palatino Linotype" panose="02040502050505030304" pitchFamily="18" charset="0"/>
                      </a:endParaRPr>
                    </a:p>
                  </a:txBody>
                  <a:tcPr>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1403807"/>
                  </a:ext>
                </a:extLst>
              </a:tr>
              <a:tr h="843574">
                <a:tc>
                  <a:txBody>
                    <a:bodyPr/>
                    <a:lstStyle/>
                    <a:p>
                      <a:pPr algn="ctr"/>
                      <a:r>
                        <a:rPr lang="en-US" sz="1100" b="1">
                          <a:solidFill>
                            <a:schemeClr val="bg1"/>
                          </a:solidFill>
                          <a:latin typeface="Palatino Linotype" panose="02040502050505030304" pitchFamily="18" charset="0"/>
                        </a:rPr>
                        <a:t>Overview</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8588912"/>
                  </a:ext>
                </a:extLst>
              </a:tr>
              <a:tr h="256085">
                <a:tc>
                  <a:txBody>
                    <a:bodyPr/>
                    <a:lstStyle/>
                    <a:p>
                      <a:pPr algn="ctr"/>
                      <a:r>
                        <a:rPr lang="en-US" sz="1100" b="1">
                          <a:solidFill>
                            <a:schemeClr val="bg1"/>
                          </a:solidFill>
                          <a:latin typeface="Palatino Linotype" panose="02040502050505030304" pitchFamily="18" charset="0"/>
                        </a:rPr>
                        <a:t>Headquarters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239830"/>
                  </a:ext>
                </a:extLst>
              </a:tr>
              <a:tr h="256085">
                <a:tc>
                  <a:txBody>
                    <a:bodyPr/>
                    <a:lstStyle/>
                    <a:p>
                      <a:pPr algn="ctr"/>
                      <a:r>
                        <a:rPr lang="en-US" sz="1100" b="1" dirty="0">
                          <a:solidFill>
                            <a:schemeClr val="bg1"/>
                          </a:solidFill>
                          <a:latin typeface="Palatino Linotype" panose="02040502050505030304" pitchFamily="18" charset="0"/>
                        </a:rPr>
                        <a:t>Year Founded</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930638"/>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075465"/>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0866258"/>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1368760"/>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3503752"/>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7442278"/>
                  </a:ext>
                </a:extLst>
              </a:tr>
              <a:tr h="421787">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379732"/>
                  </a:ext>
                </a:extLst>
              </a:tr>
              <a:tr h="256085">
                <a:tc>
                  <a:txBody>
                    <a:bodyPr/>
                    <a:lstStyle/>
                    <a:p>
                      <a:pPr algn="ctr"/>
                      <a:r>
                        <a:rPr lang="en-US" sz="1100" b="1">
                          <a:solidFill>
                            <a:schemeClr val="bg1"/>
                          </a:solidFill>
                          <a:latin typeface="Palatino Linotype" panose="02040502050505030304" pitchFamily="18" charset="0"/>
                        </a:rPr>
                        <a:t>[Relevant Metric]</a:t>
                      </a:r>
                      <a:endParaRPr lang="en-US" sz="1100" b="1" dirty="0">
                        <a:solidFill>
                          <a:schemeClr val="bg1"/>
                        </a:solidFill>
                        <a:latin typeface="Palatino Linotype" panose="02040502050505030304" pitchFamily="18" charset="0"/>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28282326"/>
                  </a:ext>
                </a:extLst>
              </a:tr>
              <a:tr h="542297">
                <a:tc>
                  <a:txBody>
                    <a:bodyPr/>
                    <a:lstStyle/>
                    <a:p>
                      <a:pPr algn="ctr"/>
                      <a:r>
                        <a:rPr lang="en-US" sz="1100" b="1" dirty="0">
                          <a:solidFill>
                            <a:schemeClr val="bg1"/>
                          </a:solidFill>
                          <a:latin typeface="Palatino Linotype" panose="02040502050505030304" pitchFamily="18" charset="0"/>
                        </a:rPr>
                        <a:t>Scale KPIs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8166535"/>
                  </a:ext>
                </a:extLst>
              </a:tr>
              <a:tr h="692935">
                <a:tc>
                  <a:txBody>
                    <a:bodyPr/>
                    <a:lstStyle/>
                    <a:p>
                      <a:pPr algn="ctr"/>
                      <a:r>
                        <a:rPr lang="en-US" sz="1100" b="1">
                          <a:solidFill>
                            <a:schemeClr val="bg1"/>
                          </a:solidFill>
                          <a:latin typeface="Palatino Linotype" panose="02040502050505030304" pitchFamily="18" charset="0"/>
                        </a:rPr>
                        <a:t>Strategic Rationale</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2"/>
                    </a:solidFill>
                  </a:tcPr>
                </a:tc>
                <a:tc>
                  <a:txBody>
                    <a:bodyPr/>
                    <a:lstStyle/>
                    <a:p>
                      <a:pPr marL="0" indent="0" algn="ctr">
                        <a:buFont typeface="Wingdings" panose="05000000000000000000" pitchFamily="2" charset="2"/>
                        <a:buNone/>
                      </a:pPr>
                      <a:r>
                        <a:rPr lang="en-US" sz="1000" b="1"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marL="0" indent="0" algn="ctr" defTabSz="914400" rtl="0" eaLnBrk="1" latinLnBrk="0" hangingPunct="1">
                        <a:buFont typeface="Wingdings" panose="05000000000000000000" pitchFamily="2" charset="2"/>
                        <a:buNone/>
                      </a:pPr>
                      <a:r>
                        <a:rPr lang="en-US" sz="1000" b="1" kern="1200" dirty="0">
                          <a:solidFill>
                            <a:schemeClr val="dk1"/>
                          </a:solidFill>
                          <a:latin typeface="Palatino Linotype" panose="02040502050505030304" pitchFamily="18" charset="0"/>
                          <a:ea typeface="+mn-ea"/>
                          <a:cs typeface="+mn-cs"/>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4127259398"/>
                  </a:ext>
                </a:extLst>
              </a:tr>
            </a:tbl>
          </a:graphicData>
        </a:graphic>
      </p:graphicFrame>
      <p:sp>
        <p:nvSpPr>
          <p:cNvPr id="2" name="Title 1">
            <a:extLst>
              <a:ext uri="{FF2B5EF4-FFF2-40B4-BE49-F238E27FC236}">
                <a16:creationId xmlns:a16="http://schemas.microsoft.com/office/drawing/2014/main" id="{860B30F6-63CD-737D-9688-147C4361CF30}"/>
              </a:ext>
            </a:extLst>
          </p:cNvPr>
          <p:cNvSpPr>
            <a:spLocks noGrp="1"/>
          </p:cNvSpPr>
          <p:nvPr>
            <p:ph type="title"/>
          </p:nvPr>
        </p:nvSpPr>
        <p:spPr/>
        <p:txBody>
          <a:bodyPr/>
          <a:lstStyle/>
          <a:p>
            <a:r>
              <a:rPr lang="en-US" dirty="0"/>
              <a:t>Potential [x] Market Entry Targets</a:t>
            </a:r>
            <a:endParaRPr lang="en-CA" dirty="0">
              <a:solidFill>
                <a:srgbClr val="FF0000"/>
              </a:solidFill>
            </a:endParaRPr>
          </a:p>
        </p:txBody>
      </p:sp>
      <p:sp>
        <p:nvSpPr>
          <p:cNvPr id="5" name="Slide Number Placeholder 4">
            <a:extLst>
              <a:ext uri="{FF2B5EF4-FFF2-40B4-BE49-F238E27FC236}">
                <a16:creationId xmlns:a16="http://schemas.microsoft.com/office/drawing/2014/main" id="{9AECB8E7-E38A-9230-C552-E8B1B4B46F24}"/>
              </a:ext>
            </a:extLst>
          </p:cNvPr>
          <p:cNvSpPr>
            <a:spLocks noGrp="1"/>
          </p:cNvSpPr>
          <p:nvPr>
            <p:ph type="sldNum" sz="quarter" idx="12"/>
          </p:nvPr>
        </p:nvSpPr>
        <p:spPr/>
        <p:txBody>
          <a:bodyPr/>
          <a:lstStyle/>
          <a:p>
            <a:fld id="{B0BBF262-6B1A-47DC-B7A7-A92B0DCA2A1B}" type="slidenum">
              <a:rPr lang="en-CA" smtClean="0"/>
              <a:t>12</a:t>
            </a:fld>
            <a:endParaRPr lang="en-CA"/>
          </a:p>
        </p:txBody>
      </p:sp>
      <p:sp>
        <p:nvSpPr>
          <p:cNvPr id="4" name="Text Placeholder 3">
            <a:extLst>
              <a:ext uri="{FF2B5EF4-FFF2-40B4-BE49-F238E27FC236}">
                <a16:creationId xmlns:a16="http://schemas.microsoft.com/office/drawing/2014/main" id="{6866552C-3098-F8EA-958A-E384C5F8FF91}"/>
              </a:ext>
            </a:extLst>
          </p:cNvPr>
          <p:cNvSpPr>
            <a:spLocks noGrp="1"/>
          </p:cNvSpPr>
          <p:nvPr>
            <p:ph type="body" sz="quarter" idx="13"/>
          </p:nvPr>
        </p:nvSpPr>
        <p:spPr/>
        <p:txBody>
          <a:bodyPr/>
          <a:lstStyle/>
          <a:p>
            <a:r>
              <a:rPr lang="en-US" dirty="0"/>
              <a:t>Note: All figures in [x]$MM unless indicated otherwise</a:t>
            </a:r>
          </a:p>
          <a:p>
            <a:r>
              <a:rPr lang="en-US" dirty="0"/>
              <a:t>Source: Public sources</a:t>
            </a:r>
          </a:p>
        </p:txBody>
      </p:sp>
      <p:sp>
        <p:nvSpPr>
          <p:cNvPr id="6" name="Rectangle 5">
            <a:extLst>
              <a:ext uri="{FF2B5EF4-FFF2-40B4-BE49-F238E27FC236}">
                <a16:creationId xmlns:a16="http://schemas.microsoft.com/office/drawing/2014/main" id="{53AAE883-B8DA-DE71-9571-DC5AD48E5C63}"/>
              </a:ext>
            </a:extLst>
          </p:cNvPr>
          <p:cNvSpPr/>
          <p:nvPr/>
        </p:nvSpPr>
        <p:spPr>
          <a:xfrm>
            <a:off x="61590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
        <p:nvSpPr>
          <p:cNvPr id="8" name="Rectangle 7">
            <a:extLst>
              <a:ext uri="{FF2B5EF4-FFF2-40B4-BE49-F238E27FC236}">
                <a16:creationId xmlns:a16="http://schemas.microsoft.com/office/drawing/2014/main" id="{B786E451-AD97-4581-2A71-A3B38A55D816}"/>
              </a:ext>
            </a:extLst>
          </p:cNvPr>
          <p:cNvSpPr/>
          <p:nvPr/>
        </p:nvSpPr>
        <p:spPr>
          <a:xfrm>
            <a:off x="26682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Tree>
    <p:extLst>
      <p:ext uri="{BB962C8B-B14F-4D97-AF65-F5344CB8AC3E}">
        <p14:creationId xmlns:p14="http://schemas.microsoft.com/office/powerpoint/2010/main" val="3224510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F157F75-FB65-0538-495A-410FEC73F488}"/>
              </a:ext>
            </a:extLst>
          </p:cNvPr>
          <p:cNvSpPr/>
          <p:nvPr/>
        </p:nvSpPr>
        <p:spPr>
          <a:xfrm>
            <a:off x="333369" y="1385387"/>
            <a:ext cx="4121952" cy="307577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Insider Ownership]</a:t>
            </a:r>
          </a:p>
        </p:txBody>
      </p:sp>
      <p:sp>
        <p:nvSpPr>
          <p:cNvPr id="7" name="Title 6"/>
          <p:cNvSpPr>
            <a:spLocks noGrp="1"/>
          </p:cNvSpPr>
          <p:nvPr>
            <p:ph type="title"/>
          </p:nvPr>
        </p:nvSpPr>
        <p:spPr/>
        <p:txBody>
          <a:bodyPr>
            <a:normAutofit/>
          </a:bodyPr>
          <a:lstStyle/>
          <a:p>
            <a:r>
              <a:rPr lang="en-CA" dirty="0"/>
              <a:t>Ownership</a:t>
            </a:r>
          </a:p>
        </p:txBody>
      </p:sp>
      <p:sp>
        <p:nvSpPr>
          <p:cNvPr id="3" name="Slide Number Placeholder 2"/>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US"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15" name="Text Placeholder 14">
            <a:extLst>
              <a:ext uri="{FF2B5EF4-FFF2-40B4-BE49-F238E27FC236}">
                <a16:creationId xmlns:a16="http://schemas.microsoft.com/office/drawing/2014/main" id="{8D36FBFB-0BC0-4A4C-B382-B0D361DF317E}"/>
              </a:ext>
            </a:extLst>
          </p:cNvPr>
          <p:cNvSpPr>
            <a:spLocks noGrp="1"/>
          </p:cNvSpPr>
          <p:nvPr>
            <p:ph type="body" sz="quarter" idx="13"/>
          </p:nvPr>
        </p:nvSpPr>
        <p:spPr/>
        <p:txBody>
          <a:bodyPr/>
          <a:lstStyle/>
          <a:p>
            <a:r>
              <a:rPr lang="en-US" dirty="0"/>
              <a:t>Source: Bloomberg</a:t>
            </a:r>
          </a:p>
        </p:txBody>
      </p:sp>
      <p:sp>
        <p:nvSpPr>
          <p:cNvPr id="5" name="Text Placeholder 4">
            <a:extLst>
              <a:ext uri="{FF2B5EF4-FFF2-40B4-BE49-F238E27FC236}">
                <a16:creationId xmlns:a16="http://schemas.microsoft.com/office/drawing/2014/main" id="{768AD244-3A20-57B2-4ADA-71A9B6863829}"/>
              </a:ext>
            </a:extLst>
          </p:cNvPr>
          <p:cNvSpPr>
            <a:spLocks noGrp="1"/>
          </p:cNvSpPr>
          <p:nvPr>
            <p:ph type="body" sz="quarter" idx="15"/>
          </p:nvPr>
        </p:nvSpPr>
        <p:spPr/>
        <p:txBody>
          <a:bodyPr/>
          <a:lstStyle/>
          <a:p>
            <a:r>
              <a:rPr lang="en-US" dirty="0"/>
              <a:t>[x]</a:t>
            </a:r>
          </a:p>
        </p:txBody>
      </p:sp>
      <p:sp>
        <p:nvSpPr>
          <p:cNvPr id="20" name="Rectangle 19">
            <a:extLst>
              <a:ext uri="{FF2B5EF4-FFF2-40B4-BE49-F238E27FC236}">
                <a16:creationId xmlns:a16="http://schemas.microsoft.com/office/drawing/2014/main" id="{BB02DF0F-FC1B-41E7-A69B-47F98CBCD7D6}"/>
              </a:ext>
            </a:extLst>
          </p:cNvPr>
          <p:cNvSpPr/>
          <p:nvPr/>
        </p:nvSpPr>
        <p:spPr>
          <a:xfrm>
            <a:off x="4688681"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Institutions</a:t>
            </a:r>
            <a:endParaRPr kumimoji="0" lang="en-CA" sz="1400" b="1" i="0" u="none" strike="noStrike" kern="0" cap="none" spc="0" normalizeH="0" baseline="30000" noProof="0" dirty="0">
              <a:ln>
                <a:noFill/>
              </a:ln>
              <a:solidFill>
                <a:prstClr val="white"/>
              </a:solidFill>
              <a:effectLst/>
              <a:uLnTx/>
              <a:uFillTx/>
              <a:latin typeface="Palatino Linotype"/>
              <a:ea typeface="+mn-ea"/>
              <a:cs typeface="+mn-cs"/>
            </a:endParaRPr>
          </a:p>
        </p:txBody>
      </p:sp>
      <p:sp>
        <p:nvSpPr>
          <p:cNvPr id="25" name="Rectangle 24">
            <a:extLst>
              <a:ext uri="{FF2B5EF4-FFF2-40B4-BE49-F238E27FC236}">
                <a16:creationId xmlns:a16="http://schemas.microsoft.com/office/drawing/2014/main" id="{75E6EB81-7049-43E7-BDFB-7E69B8326032}"/>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0" cap="none" spc="0" normalizeH="0" baseline="0" noProof="0" dirty="0">
                <a:ln>
                  <a:noFill/>
                </a:ln>
                <a:solidFill>
                  <a:prstClr val="white"/>
                </a:solidFill>
                <a:effectLst/>
                <a:uLnTx/>
                <a:uFillTx/>
                <a:latin typeface="Palatino Linotype"/>
                <a:ea typeface="+mn-ea"/>
                <a:cs typeface="+mn-cs"/>
              </a:rPr>
              <a:t>Insiders</a:t>
            </a:r>
          </a:p>
        </p:txBody>
      </p:sp>
      <p:pic>
        <p:nvPicPr>
          <p:cNvPr id="10" name="Picture 9">
            <a:extLst>
              <a:ext uri="{FF2B5EF4-FFF2-40B4-BE49-F238E27FC236}">
                <a16:creationId xmlns:a16="http://schemas.microsoft.com/office/drawing/2014/main" id="{CF5754A3-2507-400E-959B-2880C043E988}"/>
              </a:ext>
            </a:extLst>
          </p:cNvPr>
          <p:cNvPicPr>
            <a:picLocks noChangeAspect="1"/>
          </p:cNvPicPr>
          <p:nvPr>
            <p:custDataLst>
              <p:tags r:id="rId2"/>
            </p:custDataLst>
          </p:nvPr>
        </p:nvPicPr>
        <p:blipFill>
          <a:blip r:embed="rId5"/>
          <a:stretch>
            <a:fillRect/>
          </a:stretch>
        </p:blipFill>
        <p:spPr>
          <a:xfrm>
            <a:off x="4688681" y="1385387"/>
            <a:ext cx="4140000" cy="3374566"/>
          </a:xfrm>
          <a:prstGeom prst="rect">
            <a:avLst/>
          </a:prstGeom>
        </p:spPr>
      </p:pic>
      <p:sp>
        <p:nvSpPr>
          <p:cNvPr id="4" name="Rectangle 3">
            <a:extLst>
              <a:ext uri="{FF2B5EF4-FFF2-40B4-BE49-F238E27FC236}">
                <a16:creationId xmlns:a16="http://schemas.microsoft.com/office/drawing/2014/main" id="{4F7B9329-AEF9-0CC1-38F8-4CEB00B02B8E}"/>
              </a:ext>
            </a:extLst>
          </p:cNvPr>
          <p:cNvSpPr/>
          <p:nvPr/>
        </p:nvSpPr>
        <p:spPr>
          <a:xfrm>
            <a:off x="4688679" y="1385387"/>
            <a:ext cx="4121952" cy="3374566"/>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Institutional Ownership]</a:t>
            </a:r>
          </a:p>
        </p:txBody>
      </p:sp>
    </p:spTree>
    <p:custDataLst>
      <p:tags r:id="rId1"/>
    </p:custDataLst>
    <p:extLst>
      <p:ext uri="{BB962C8B-B14F-4D97-AF65-F5344CB8AC3E}">
        <p14:creationId xmlns:p14="http://schemas.microsoft.com/office/powerpoint/2010/main" val="17403642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e10102.pptx]]&gt;&lt;/Source&gt;&lt;SourceModified&gt;2026-04-20 20:03:02&lt;/SourceModified&gt;&lt;ParentId&gt;&lt;/ParentId&gt;&lt;LinkId&gt;c776c967009314bd&lt;/LinkId&gt;&lt;FriendlyName&gt;&lt;/FriendlyName&gt;&lt;Type&gt;10&lt;/Type&gt;&lt;Address&gt;&lt;/Address&gt;&lt;LastUpdate&gt;2026-06-03 09:56: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e10102.pptx]]&gt;&lt;/ContentPath&gt;&lt;ContentType&gt;1&lt;/ContentType&gt;&lt;ContentId&gt;c776c967009314bd&lt;/ContentId&gt;&lt;Title&gt;Ownership&lt;/Title&gt;&lt;CurrentVersion&gt;1&lt;/CurrentVersion&gt;&lt;IgnoredVersion /&gt;&lt;KeepSrcFormatting&gt;True&lt;/KeepSrcFormatting&gt;&lt;ModifiedAt&gt;2026-06-03 13:56:51&lt;/ModifiedAt&gt;&lt;ModifiedBy&gt;Joey Shaw&lt;/ModifiedBy&gt;&lt;/LibraryInfo&gt;"/>
</p:tagLst>
</file>

<file path=ppt/tags/tag15.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8.9.13.0&quot;&gt;&lt;Source&gt;&lt;![CDATA[I:\Clients\Technology\Maximus Inc\2019\Overview Presentation\MMS Overview Workbook (2019.03.14).xlsx]]&gt;&lt;/Source&gt;&lt;SourceModified&gt;2019-03-15 18:40:55&lt;/SourceModified&gt;&lt;ParentId&gt;MLNK090eb0e5ba4546f482b8846c0fcfe1a5&lt;/ParentId&gt;&lt;LinkId&gt;MLNK1b6a7654bc1e41d89096fc6e629fbad6&lt;/LinkId&gt;&lt;FriendlyName&gt;&lt;/FriendlyName&gt;&lt;Type&gt;1&lt;/Type&gt;&lt;Address&gt;=HDS!$J$4:$O$17&lt;/Address&gt;&lt;LastUpdate&gt;2019-03-15 14:41:28&lt;/LastUpdate&gt;&lt;User&gt;Ben Pereira&lt;/User&gt;&lt;/Link&gt;&lt;/Links&gt;"/>
</p:tagLst>
</file>

<file path=ppt/tags/tag16.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7.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xml version="1.0" encoding="utf-8"?>
<?mso-contentType ?>
<FormTemplates xmlns="http://schemas.microsoft.com/sharepoint/v3/contenttype/forms">
  <Display>DocumentLibraryForm</Display>
  <Edit>DocumentLibraryForm</Edit>
  <New>DocumentLibraryForm</New>
</FormTemplates>
</file>

<file path=customXml/item3.xml>��
</file>

<file path=customXml/item4.xml>��
</file>

<file path=customXml/item5.xml>��
</file>

<file path=customXml/item6.xml>��
</file>

<file path=customXml/item7.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
</file>

<file path=customXml/item9.xml>��
</file>

<file path=customXml/item10.xml>��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
</file>

<file path=customXml/item21.xml>��
</file>

<file path=customXml/item22.xml>��
</file>

<file path=customXml/item23.xml>��
</file>

<file path=customXml/item24.xml>��
</file>

<file path=customXml/item25.xml>��
</file>

<file path=customXml/item26.xml>��
</file>

<file path=customXml/item27.xml>��
</file>

<file path=customXml/item28.xml>��
</file>

<file path=customXml/item29.xml>��
</file>

<file path=customXml/item30.xml>��
</file>

<file path=customXml/item31.xml>��
</file>

<file path=customXml/item32.xml>��
</file>

<file path=customXml/item33.xml>��
</file>

<file path=customXml/item34.xml>��
</file>

<file path=customXml/item35.xml>��
</file>

<file path=customXml/item36.xml>��
</file>

<file path=customXml/item37.xml>��
</file>

<file path=customXml/item38.xml>��
</file>

<file path=customXml/item39.xml>��
</file>

<file path=customXml/item40.xml>��
</file>

<file path=customXml/item41.xml>��
</file>

<file path=customXml/item42.xml>��
</file>

<file path=customXml/item43.xml>��
</file>

<file path=customXml/item44.xml>��
</file>

<file path=customXml/item45.xml>��
</file>

<file path=customXml/item46.xml>��
</file>

<file path=customXml/item47.xml><?xml version="1.0" encoding="utf-8"?>
<p:properties xmlns:p="http://schemas.microsoft.com/office/2006/metadata/properties" xmlns:xsi="http://www.w3.org/2001/XMLSchema-instance" xmlns:pc="http://schemas.microsoft.com/office/infopath/2007/PartnerControls">
  <documentManagement/>
</p:properties>
</file>

<file path=customXml/item48.xml>��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
</file>

<file path=customXml/item58.xml>��
</file>

<file path=customXml/item59.xml>��
</file>

<file path=customXml/item60.xml>��
</file>

<file path=customXml/item61.xml>��
</file>

<file path=customXml/item62.xml>��
</file>

<file path=customXml/item63.xml>��
</file>

<file path=customXml/item64.xml>��
</file>

<file path=customXml/item65.xml>��
</file>

<file path=customXml/item66.xml>��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
</file>

<file path=customXml/item81.xml>��
</file>

<file path=customXml/item82.xml>��
</file>

<file path=customXml/item83.xml>��
</file>

<file path=customXml/item84.xml>��
</file>

<file path=customXml/item85.xml>��
</file>

<file path=customXml/item86.xml>��
</file>

<file path=customXml/item87.xml>��
</file>

<file path=customXml/item88.xml>��
</file>

<file path=customXml/item89.xml>��
</file>

<file path=customXml/item90.xml>��
</file>

<file path=customXml/item91.xml>��
</file>

<file path=customXml/item92.xml>��
</file>

<file path=customXml/item93.xml>��
</file>

<file path=customXml/item94.xml>��
</file>

<file path=customXml/item95.xml>��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9BBAE588-F412-4A99-B99D-83F512F6C267}">
  <ds:schemaRefs>
    <ds:schemaRef ds:uri="http://macabacus.com"/>
  </ds:schemaRefs>
</ds:datastoreItem>
</file>

<file path=customXml/itemProps2.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3.xml><?xml version="1.0" encoding="utf-8"?>
<ds:datastoreItem xmlns:ds="http://schemas.openxmlformats.org/officeDocument/2006/customXml" ds:itemID="{F268AA44-7F72-4408-9F14-9C65699ED944}">
  <ds:schemaRefs>
    <ds:schemaRef ds:uri="http://macabacus.com"/>
  </ds:schemaRefs>
</ds:datastoreItem>
</file>

<file path=customXml/itemProps4.xml><?xml version="1.0" encoding="utf-8"?>
<ds:datastoreItem xmlns:ds="http://schemas.openxmlformats.org/officeDocument/2006/customXml" ds:itemID="{CF6370B2-B797-4A92-8D4E-6AB628AD784B}">
  <ds:schemaRefs>
    <ds:schemaRef ds:uri="http://macabacus.com"/>
  </ds:schemaRefs>
</ds:datastoreItem>
</file>

<file path=customXml/itemProps5.xml><?xml version="1.0" encoding="utf-8"?>
<ds:datastoreItem xmlns:ds="http://schemas.openxmlformats.org/officeDocument/2006/customXml" ds:itemID="{F8D26A2D-69D9-4420-B593-4E039EC17DF5}">
  <ds:schemaRefs>
    <ds:schemaRef ds:uri="http://macabacus.com"/>
  </ds:schemaRefs>
</ds:datastoreItem>
</file>

<file path=customXml/itemProps6.xml><?xml version="1.0" encoding="utf-8"?>
<ds:datastoreItem xmlns:ds="http://schemas.openxmlformats.org/officeDocument/2006/customXml" ds:itemID="{B9979C64-7404-453B-8375-CBD269CA82DF}">
  <ds:schemaRefs>
    <ds:schemaRef ds:uri="http://macabacus.com"/>
  </ds:schemaRefs>
</ds:datastoreItem>
</file>

<file path=customXml/itemProps7.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6FE8F90-0EC5-42EE-A96E-E8FDE77EC9CA}">
  <ds:schemaRefs>
    <ds:schemaRef ds:uri="http://macabacus.com"/>
  </ds:schemaRefs>
</ds:datastoreItem>
</file>

<file path=customXml/itemProps9.xml><?xml version="1.0" encoding="utf-8"?>
<ds:datastoreItem xmlns:ds="http://schemas.openxmlformats.org/officeDocument/2006/customXml" ds:itemID="{24886683-8F5D-4A66-977D-67B7EB883013}">
  <ds:schemaRefs>
    <ds:schemaRef ds:uri="http://macabacus.com"/>
  </ds:schemaRefs>
</ds:datastoreItem>
</file>

<file path=customXml/itemProps10.xml><?xml version="1.0" encoding="utf-8"?>
<ds:datastoreItem xmlns:ds="http://schemas.openxmlformats.org/officeDocument/2006/customXml" ds:itemID="{8EC9C2FB-156C-4C94-9EA1-947D106A7A1C}">
  <ds:schemaRefs>
    <ds:schemaRef ds:uri="http://macabacus.com"/>
  </ds:schemaRefs>
</ds:datastoreItem>
</file>

<file path=customXml/itemProps11.xml><?xml version="1.0" encoding="utf-8"?>
<ds:datastoreItem xmlns:ds="http://schemas.openxmlformats.org/officeDocument/2006/customXml" ds:itemID="{4E7DBD33-61D1-40AC-854D-8450BED07E7A}">
  <ds:schemaRefs>
    <ds:schemaRef ds:uri="http://macabacus.com"/>
  </ds:schemaRefs>
</ds:datastoreItem>
</file>

<file path=customXml/itemProps12.xml><?xml version="1.0" encoding="utf-8"?>
<ds:datastoreItem xmlns:ds="http://schemas.openxmlformats.org/officeDocument/2006/customXml" ds:itemID="{1551A933-4240-4E61-A1DD-C587CC4521E9}">
  <ds:schemaRefs>
    <ds:schemaRef ds:uri="http://macabacus.com"/>
  </ds:schemaRefs>
</ds:datastoreItem>
</file>

<file path=customXml/itemProps13.xml><?xml version="1.0" encoding="utf-8"?>
<ds:datastoreItem xmlns:ds="http://schemas.openxmlformats.org/officeDocument/2006/customXml" ds:itemID="{96A42BE5-0098-4369-B3D2-88BA3C2D62E4}">
  <ds:schemaRefs>
    <ds:schemaRef ds:uri="http://macabacus.com"/>
  </ds:schemaRefs>
</ds:datastoreItem>
</file>

<file path=customXml/itemProps14.xml><?xml version="1.0" encoding="utf-8"?>
<ds:datastoreItem xmlns:ds="http://schemas.openxmlformats.org/officeDocument/2006/customXml" ds:itemID="{27FD3BE9-08A7-4951-A451-96DA79C01D23}">
  <ds:schemaRefs>
    <ds:schemaRef ds:uri="http://macabacus.com"/>
  </ds:schemaRefs>
</ds:datastoreItem>
</file>

<file path=customXml/itemProps15.xml><?xml version="1.0" encoding="utf-8"?>
<ds:datastoreItem xmlns:ds="http://schemas.openxmlformats.org/officeDocument/2006/customXml" ds:itemID="{79517373-9F58-42BE-A4F1-0098EF5D4D0C}">
  <ds:schemaRefs>
    <ds:schemaRef ds:uri="http://macabacus.com"/>
  </ds:schemaRefs>
</ds:datastoreItem>
</file>

<file path=customXml/itemProps16.xml><?xml version="1.0" encoding="utf-8"?>
<ds:datastoreItem xmlns:ds="http://schemas.openxmlformats.org/officeDocument/2006/customXml" ds:itemID="{C6570A7B-ECCB-43C6-B7D2-0928F7217E2E}">
  <ds:schemaRefs>
    <ds:schemaRef ds:uri="http://macabacus.com"/>
  </ds:schemaRefs>
</ds:datastoreItem>
</file>

<file path=customXml/itemProps17.xml><?xml version="1.0" encoding="utf-8"?>
<ds:datastoreItem xmlns:ds="http://schemas.openxmlformats.org/officeDocument/2006/customXml" ds:itemID="{AFDAF6D5-468B-4C41-BB33-F8C62B0740C6}">
  <ds:schemaRefs>
    <ds:schemaRef ds:uri="http://macabacus.com"/>
  </ds:schemaRefs>
</ds:datastoreItem>
</file>

<file path=customXml/itemProps18.xml><?xml version="1.0" encoding="utf-8"?>
<ds:datastoreItem xmlns:ds="http://schemas.openxmlformats.org/officeDocument/2006/customXml" ds:itemID="{37AC0175-97FD-4709-BFA4-236FDE52EAD6}">
  <ds:schemaRefs>
    <ds:schemaRef ds:uri="http://macabacus.com"/>
  </ds:schemaRefs>
</ds:datastoreItem>
</file>

<file path=customXml/itemProps19.xml><?xml version="1.0" encoding="utf-8"?>
<ds:datastoreItem xmlns:ds="http://schemas.openxmlformats.org/officeDocument/2006/customXml" ds:itemID="{96315420-B635-4BA3-AD64-ED3197249883}">
  <ds:schemaRefs>
    <ds:schemaRef ds:uri="http://macabacus.com"/>
  </ds:schemaRefs>
</ds:datastoreItem>
</file>

<file path=customXml/itemProps20.xml><?xml version="1.0" encoding="utf-8"?>
<ds:datastoreItem xmlns:ds="http://schemas.openxmlformats.org/officeDocument/2006/customXml" ds:itemID="{F1E614D4-EFE9-43AE-9DE1-D0A67D6BB1F4}">
  <ds:schemaRefs>
    <ds:schemaRef ds:uri="http://macabacus.com"/>
  </ds:schemaRefs>
</ds:datastoreItem>
</file>

<file path=customXml/itemProps21.xml><?xml version="1.0" encoding="utf-8"?>
<ds:datastoreItem xmlns:ds="http://schemas.openxmlformats.org/officeDocument/2006/customXml" ds:itemID="{6CAD533A-8DBA-4764-8659-BA8A46567EC7}">
  <ds:schemaRefs>
    <ds:schemaRef ds:uri="http://macabacus.com"/>
  </ds:schemaRefs>
</ds:datastoreItem>
</file>

<file path=customXml/itemProps22.xml><?xml version="1.0" encoding="utf-8"?>
<ds:datastoreItem xmlns:ds="http://schemas.openxmlformats.org/officeDocument/2006/customXml" ds:itemID="{193BF2A5-6AC1-41F0-9A65-CE83FA056F80}">
  <ds:schemaRefs>
    <ds:schemaRef ds:uri="http://macabacus.com"/>
  </ds:schemaRefs>
</ds:datastoreItem>
</file>

<file path=customXml/itemProps23.xml><?xml version="1.0" encoding="utf-8"?>
<ds:datastoreItem xmlns:ds="http://schemas.openxmlformats.org/officeDocument/2006/customXml" ds:itemID="{A336470F-4198-4394-90DE-357AD52A020A}">
  <ds:schemaRefs>
    <ds:schemaRef ds:uri="http://macabacus.com"/>
  </ds:schemaRefs>
</ds:datastoreItem>
</file>

<file path=customXml/itemProps24.xml><?xml version="1.0" encoding="utf-8"?>
<ds:datastoreItem xmlns:ds="http://schemas.openxmlformats.org/officeDocument/2006/customXml" ds:itemID="{240A18A4-47C8-41F8-907A-BDD48939CB1E}">
  <ds:schemaRefs>
    <ds:schemaRef ds:uri="http://macabacus.com"/>
  </ds:schemaRefs>
</ds:datastoreItem>
</file>

<file path=customXml/itemProps25.xml><?xml version="1.0" encoding="utf-8"?>
<ds:datastoreItem xmlns:ds="http://schemas.openxmlformats.org/officeDocument/2006/customXml" ds:itemID="{6D06D0E4-067B-4C5E-9C1B-EB0284B77838}">
  <ds:schemaRefs>
    <ds:schemaRef ds:uri="http://macabacus.com"/>
  </ds:schemaRefs>
</ds:datastoreItem>
</file>

<file path=customXml/itemProps26.xml><?xml version="1.0" encoding="utf-8"?>
<ds:datastoreItem xmlns:ds="http://schemas.openxmlformats.org/officeDocument/2006/customXml" ds:itemID="{21D6C46F-170C-4F46-AF8C-B5348FCFC490}">
  <ds:schemaRefs>
    <ds:schemaRef ds:uri="http://macabacus.com"/>
  </ds:schemaRefs>
</ds:datastoreItem>
</file>

<file path=customXml/itemProps27.xml><?xml version="1.0" encoding="utf-8"?>
<ds:datastoreItem xmlns:ds="http://schemas.openxmlformats.org/officeDocument/2006/customXml" ds:itemID="{1A6767FF-8AAD-4940-8281-2C6331C33D96}">
  <ds:schemaRefs>
    <ds:schemaRef ds:uri="http://macabacus.com"/>
  </ds:schemaRefs>
</ds:datastoreItem>
</file>

<file path=customXml/itemProps28.xml><?xml version="1.0" encoding="utf-8"?>
<ds:datastoreItem xmlns:ds="http://schemas.openxmlformats.org/officeDocument/2006/customXml" ds:itemID="{74A2F58B-1863-463B-9A17-9FD6002DF3EA}">
  <ds:schemaRefs>
    <ds:schemaRef ds:uri="http://macabacus.com"/>
  </ds:schemaRefs>
</ds:datastoreItem>
</file>

<file path=customXml/itemProps29.xml><?xml version="1.0" encoding="utf-8"?>
<ds:datastoreItem xmlns:ds="http://schemas.openxmlformats.org/officeDocument/2006/customXml" ds:itemID="{84176A60-C5CE-4096-A469-0ABB795F69FC}">
  <ds:schemaRefs>
    <ds:schemaRef ds:uri="http://macabacus.com"/>
  </ds:schemaRefs>
</ds:datastoreItem>
</file>

<file path=customXml/itemProps30.xml><?xml version="1.0" encoding="utf-8"?>
<ds:datastoreItem xmlns:ds="http://schemas.openxmlformats.org/officeDocument/2006/customXml" ds:itemID="{5CF2C4E1-6B68-45AA-A6FD-42AB4E713F35}">
  <ds:schemaRefs>
    <ds:schemaRef ds:uri="http://macabacus.com"/>
  </ds:schemaRefs>
</ds:datastoreItem>
</file>

<file path=customXml/itemProps31.xml><?xml version="1.0" encoding="utf-8"?>
<ds:datastoreItem xmlns:ds="http://schemas.openxmlformats.org/officeDocument/2006/customXml" ds:itemID="{D014C11A-0CB9-479C-B3CC-CF3C2287EE75}">
  <ds:schemaRefs>
    <ds:schemaRef ds:uri="http://macabacus.com"/>
  </ds:schemaRefs>
</ds:datastoreItem>
</file>

<file path=customXml/itemProps32.xml><?xml version="1.0" encoding="utf-8"?>
<ds:datastoreItem xmlns:ds="http://schemas.openxmlformats.org/officeDocument/2006/customXml" ds:itemID="{0278805A-B6E0-4ACE-B365-E5FC9EC16178}">
  <ds:schemaRefs>
    <ds:schemaRef ds:uri="http://macabacus.com"/>
  </ds:schemaRefs>
</ds:datastoreItem>
</file>

<file path=customXml/itemProps33.xml><?xml version="1.0" encoding="utf-8"?>
<ds:datastoreItem xmlns:ds="http://schemas.openxmlformats.org/officeDocument/2006/customXml" ds:itemID="{34C00308-DC6B-4312-BC94-0453E0AC4D08}">
  <ds:schemaRefs>
    <ds:schemaRef ds:uri="http://macabacus.com"/>
  </ds:schemaRefs>
</ds:datastoreItem>
</file>

<file path=customXml/itemProps34.xml><?xml version="1.0" encoding="utf-8"?>
<ds:datastoreItem xmlns:ds="http://schemas.openxmlformats.org/officeDocument/2006/customXml" ds:itemID="{6557C92F-E465-4DFF-8A7E-DBA031979CE3}">
  <ds:schemaRefs>
    <ds:schemaRef ds:uri="http://macabacus.com"/>
  </ds:schemaRefs>
</ds:datastoreItem>
</file>

<file path=customXml/itemProps35.xml><?xml version="1.0" encoding="utf-8"?>
<ds:datastoreItem xmlns:ds="http://schemas.openxmlformats.org/officeDocument/2006/customXml" ds:itemID="{9E9D5AF6-EDD7-4950-BDCC-2FED30665885}">
  <ds:schemaRefs>
    <ds:schemaRef ds:uri="http://macabacus.com"/>
  </ds:schemaRefs>
</ds:datastoreItem>
</file>

<file path=customXml/itemProps36.xml><?xml version="1.0" encoding="utf-8"?>
<ds:datastoreItem xmlns:ds="http://schemas.openxmlformats.org/officeDocument/2006/customXml" ds:itemID="{61CAF986-50B4-4EEB-B960-EA6507E45A95}">
  <ds:schemaRefs>
    <ds:schemaRef ds:uri="http://macabacus.com"/>
  </ds:schemaRefs>
</ds:datastoreItem>
</file>

<file path=customXml/itemProps37.xml><?xml version="1.0" encoding="utf-8"?>
<ds:datastoreItem xmlns:ds="http://schemas.openxmlformats.org/officeDocument/2006/customXml" ds:itemID="{8F3F4184-DC13-4E48-BF95-83D24BFDCB59}">
  <ds:schemaRefs>
    <ds:schemaRef ds:uri="http://macabacus.com"/>
  </ds:schemaRefs>
</ds:datastoreItem>
</file>

<file path=customXml/itemProps38.xml><?xml version="1.0" encoding="utf-8"?>
<ds:datastoreItem xmlns:ds="http://schemas.openxmlformats.org/officeDocument/2006/customXml" ds:itemID="{69ED915A-16BA-4162-AB93-F9B3D20274A1}">
  <ds:schemaRefs>
    <ds:schemaRef ds:uri="http://macabacus.com"/>
  </ds:schemaRefs>
</ds:datastoreItem>
</file>

<file path=customXml/itemProps39.xml><?xml version="1.0" encoding="utf-8"?>
<ds:datastoreItem xmlns:ds="http://schemas.openxmlformats.org/officeDocument/2006/customXml" ds:itemID="{B66B62CF-60AD-46A3-AA4B-E25ECC580B08}">
  <ds:schemaRefs>
    <ds:schemaRef ds:uri="http://macabacus.com"/>
  </ds:schemaRefs>
</ds:datastoreItem>
</file>

<file path=customXml/itemProps40.xml><?xml version="1.0" encoding="utf-8"?>
<ds:datastoreItem xmlns:ds="http://schemas.openxmlformats.org/officeDocument/2006/customXml" ds:itemID="{4FD8E487-F81B-4EE6-9364-ED05FF32A0B0}">
  <ds:schemaRefs>
    <ds:schemaRef ds:uri="http://macabacus.com"/>
  </ds:schemaRefs>
</ds:datastoreItem>
</file>

<file path=customXml/itemProps41.xml><?xml version="1.0" encoding="utf-8"?>
<ds:datastoreItem xmlns:ds="http://schemas.openxmlformats.org/officeDocument/2006/customXml" ds:itemID="{C9A0195F-520C-464B-A87E-C3BAC10A9A4B}">
  <ds:schemaRefs>
    <ds:schemaRef ds:uri="http://macabacus.com"/>
  </ds:schemaRefs>
</ds:datastoreItem>
</file>

<file path=customXml/itemProps42.xml><?xml version="1.0" encoding="utf-8"?>
<ds:datastoreItem xmlns:ds="http://schemas.openxmlformats.org/officeDocument/2006/customXml" ds:itemID="{30A181CB-C4A9-4042-9ABF-5A445AE688A4}">
  <ds:schemaRefs>
    <ds:schemaRef ds:uri="http://macabacus.com"/>
  </ds:schemaRefs>
</ds:datastoreItem>
</file>

<file path=customXml/itemProps43.xml><?xml version="1.0" encoding="utf-8"?>
<ds:datastoreItem xmlns:ds="http://schemas.openxmlformats.org/officeDocument/2006/customXml" ds:itemID="{48A0D701-53B6-4964-BFAD-B8FCAB125AF3}">
  <ds:schemaRefs>
    <ds:schemaRef ds:uri="http://macabacus.com"/>
  </ds:schemaRefs>
</ds:datastoreItem>
</file>

<file path=customXml/itemProps44.xml><?xml version="1.0" encoding="utf-8"?>
<ds:datastoreItem xmlns:ds="http://schemas.openxmlformats.org/officeDocument/2006/customXml" ds:itemID="{5056A744-3AA2-41D9-9520-DA4884EEB787}">
  <ds:schemaRefs>
    <ds:schemaRef ds:uri="http://macabacus.com"/>
  </ds:schemaRefs>
</ds:datastoreItem>
</file>

<file path=customXml/itemProps45.xml><?xml version="1.0" encoding="utf-8"?>
<ds:datastoreItem xmlns:ds="http://schemas.openxmlformats.org/officeDocument/2006/customXml" ds:itemID="{5732FC22-B878-4CD7-A0E5-E150D751F040}">
  <ds:schemaRefs>
    <ds:schemaRef ds:uri="http://macabacus.com"/>
  </ds:schemaRefs>
</ds:datastoreItem>
</file>

<file path=customXml/itemProps46.xml><?xml version="1.0" encoding="utf-8"?>
<ds:datastoreItem xmlns:ds="http://schemas.openxmlformats.org/officeDocument/2006/customXml" ds:itemID="{8A23D2F2-04A4-4EE7-A793-E0543ECBBCF9}">
  <ds:schemaRefs>
    <ds:schemaRef ds:uri="http://macabacus.com"/>
  </ds:schemaRefs>
</ds:datastoreItem>
</file>

<file path=customXml/itemProps47.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48.xml><?xml version="1.0" encoding="utf-8"?>
<ds:datastoreItem xmlns:ds="http://schemas.openxmlformats.org/officeDocument/2006/customXml" ds:itemID="{1A046D5D-7BC6-41BE-A417-A350A80DE7B6}">
  <ds:schemaRefs>
    <ds:schemaRef ds:uri="http://macabacus.com"/>
  </ds:schemaRefs>
</ds:datastoreItem>
</file>

<file path=customXml/itemProps49.xml><?xml version="1.0" encoding="utf-8"?>
<ds:datastoreItem xmlns:ds="http://schemas.openxmlformats.org/officeDocument/2006/customXml" ds:itemID="{DAE1DB7B-35E0-4ECA-93EC-ECC5FE3E17EE}">
  <ds:schemaRefs>
    <ds:schemaRef ds:uri="http://macabacus.com"/>
  </ds:schemaRefs>
</ds:datastoreItem>
</file>

<file path=customXml/itemProps50.xml><?xml version="1.0" encoding="utf-8"?>
<ds:datastoreItem xmlns:ds="http://schemas.openxmlformats.org/officeDocument/2006/customXml" ds:itemID="{695A3544-8374-4B68-8B56-9376732D7327}">
  <ds:schemaRefs>
    <ds:schemaRef ds:uri="http://macabacus.com"/>
  </ds:schemaRefs>
</ds:datastoreItem>
</file>

<file path=customXml/itemProps51.xml><?xml version="1.0" encoding="utf-8"?>
<ds:datastoreItem xmlns:ds="http://schemas.openxmlformats.org/officeDocument/2006/customXml" ds:itemID="{52778C26-298A-42D0-A002-BFD67249CC89}">
  <ds:schemaRefs>
    <ds:schemaRef ds:uri="http://macabacus.com"/>
  </ds:schemaRefs>
</ds:datastoreItem>
</file>

<file path=customXml/itemProps52.xml><?xml version="1.0" encoding="utf-8"?>
<ds:datastoreItem xmlns:ds="http://schemas.openxmlformats.org/officeDocument/2006/customXml" ds:itemID="{52A03F70-6738-43CD-A349-996DE52D49CF}">
  <ds:schemaRefs>
    <ds:schemaRef ds:uri="http://macabacus.com"/>
  </ds:schemaRefs>
</ds:datastoreItem>
</file>

<file path=customXml/itemProps53.xml><?xml version="1.0" encoding="utf-8"?>
<ds:datastoreItem xmlns:ds="http://schemas.openxmlformats.org/officeDocument/2006/customXml" ds:itemID="{CF6CBFF1-1DC0-45B0-9DAA-840B67239381}">
  <ds:schemaRefs>
    <ds:schemaRef ds:uri="http://macabacus.com"/>
  </ds:schemaRefs>
</ds:datastoreItem>
</file>

<file path=customXml/itemProps54.xml><?xml version="1.0" encoding="utf-8"?>
<ds:datastoreItem xmlns:ds="http://schemas.openxmlformats.org/officeDocument/2006/customXml" ds:itemID="{149A8EE8-FAF9-4F0F-A58D-DE805C526F65}">
  <ds:schemaRefs>
    <ds:schemaRef ds:uri="http://macabacus.com"/>
  </ds:schemaRefs>
</ds:datastoreItem>
</file>

<file path=customXml/itemProps55.xml><?xml version="1.0" encoding="utf-8"?>
<ds:datastoreItem xmlns:ds="http://schemas.openxmlformats.org/officeDocument/2006/customXml" ds:itemID="{453648E7-00C6-44CE-8CCF-B935E9B1F836}">
  <ds:schemaRefs>
    <ds:schemaRef ds:uri="http://macabacus.com"/>
  </ds:schemaRefs>
</ds:datastoreItem>
</file>

<file path=customXml/itemProps56.xml><?xml version="1.0" encoding="utf-8"?>
<ds:datastoreItem xmlns:ds="http://schemas.openxmlformats.org/officeDocument/2006/customXml" ds:itemID="{94AEEB49-1FF7-4848-94DC-D56CBDC3194B}">
  <ds:schemaRefs>
    <ds:schemaRef ds:uri="http://macabacus.com"/>
  </ds:schemaRefs>
</ds:datastoreItem>
</file>

<file path=customXml/itemProps57.xml><?xml version="1.0" encoding="utf-8"?>
<ds:datastoreItem xmlns:ds="http://schemas.openxmlformats.org/officeDocument/2006/customXml" ds:itemID="{466ACEC2-36CC-405C-ACF5-E6D313DA275E}">
  <ds:schemaRefs>
    <ds:schemaRef ds:uri="http://macabacus.com"/>
  </ds:schemaRefs>
</ds:datastoreItem>
</file>

<file path=customXml/itemProps58.xml><?xml version="1.0" encoding="utf-8"?>
<ds:datastoreItem xmlns:ds="http://schemas.openxmlformats.org/officeDocument/2006/customXml" ds:itemID="{ECA05229-FA42-44D7-9C2F-E2408D0994AD}">
  <ds:schemaRefs>
    <ds:schemaRef ds:uri="http://macabacus.com"/>
  </ds:schemaRefs>
</ds:datastoreItem>
</file>

<file path=customXml/itemProps59.xml><?xml version="1.0" encoding="utf-8"?>
<ds:datastoreItem xmlns:ds="http://schemas.openxmlformats.org/officeDocument/2006/customXml" ds:itemID="{0A92F38C-85E9-4AC0-BF0E-E22A4AD79D09}">
  <ds:schemaRefs>
    <ds:schemaRef ds:uri="http://macabacus.com"/>
  </ds:schemaRefs>
</ds:datastoreItem>
</file>

<file path=customXml/itemProps60.xml><?xml version="1.0" encoding="utf-8"?>
<ds:datastoreItem xmlns:ds="http://schemas.openxmlformats.org/officeDocument/2006/customXml" ds:itemID="{21E72A72-0F4B-4A03-BBA3-6A27C826890C}">
  <ds:schemaRefs>
    <ds:schemaRef ds:uri="http://macabacus.com"/>
  </ds:schemaRefs>
</ds:datastoreItem>
</file>

<file path=customXml/itemProps61.xml><?xml version="1.0" encoding="utf-8"?>
<ds:datastoreItem xmlns:ds="http://schemas.openxmlformats.org/officeDocument/2006/customXml" ds:itemID="{99387AD8-6435-4031-AED1-B765E693B6D8}">
  <ds:schemaRefs>
    <ds:schemaRef ds:uri="http://macabacus.com"/>
  </ds:schemaRefs>
</ds:datastoreItem>
</file>

<file path=customXml/itemProps62.xml><?xml version="1.0" encoding="utf-8"?>
<ds:datastoreItem xmlns:ds="http://schemas.openxmlformats.org/officeDocument/2006/customXml" ds:itemID="{8224CE37-2AC9-4E57-A290-E612B28B1E29}">
  <ds:schemaRefs>
    <ds:schemaRef ds:uri="http://macabacus.com"/>
  </ds:schemaRefs>
</ds:datastoreItem>
</file>

<file path=customXml/itemProps63.xml><?xml version="1.0" encoding="utf-8"?>
<ds:datastoreItem xmlns:ds="http://schemas.openxmlformats.org/officeDocument/2006/customXml" ds:itemID="{D8700D8D-62CA-481B-B998-7BE282AEF742}">
  <ds:schemaRefs>
    <ds:schemaRef ds:uri="http://macabacus.com"/>
  </ds:schemaRefs>
</ds:datastoreItem>
</file>

<file path=customXml/itemProps64.xml><?xml version="1.0" encoding="utf-8"?>
<ds:datastoreItem xmlns:ds="http://schemas.openxmlformats.org/officeDocument/2006/customXml" ds:itemID="{75303608-EDD5-446E-9527-DD37A1396F94}">
  <ds:schemaRefs>
    <ds:schemaRef ds:uri="http://macabacus.com"/>
  </ds:schemaRefs>
</ds:datastoreItem>
</file>

<file path=customXml/itemProps65.xml><?xml version="1.0" encoding="utf-8"?>
<ds:datastoreItem xmlns:ds="http://schemas.openxmlformats.org/officeDocument/2006/customXml" ds:itemID="{A02840BE-FEC0-4982-AC1C-360DB1E54A68}">
  <ds:schemaRefs>
    <ds:schemaRef ds:uri="http://macabacus.com"/>
  </ds:schemaRefs>
</ds:datastoreItem>
</file>

<file path=customXml/itemProps66.xml><?xml version="1.0" encoding="utf-8"?>
<ds:datastoreItem xmlns:ds="http://schemas.openxmlformats.org/officeDocument/2006/customXml" ds:itemID="{C9507455-816F-4254-9CF8-8B9C4EB1431B}">
  <ds:schemaRefs>
    <ds:schemaRef ds:uri="http://macabacus.com"/>
  </ds:schemaRefs>
</ds:datastoreItem>
</file>

<file path=customXml/itemProps67.xml><?xml version="1.0" encoding="utf-8"?>
<ds:datastoreItem xmlns:ds="http://schemas.openxmlformats.org/officeDocument/2006/customXml" ds:itemID="{04DEB12B-8F62-49EF-AA9D-6ECE1CD23AA0}">
  <ds:schemaRefs>
    <ds:schemaRef ds:uri="http://macabacus.com"/>
  </ds:schemaRefs>
</ds:datastoreItem>
</file>

<file path=customXml/itemProps68.xml><?xml version="1.0" encoding="utf-8"?>
<ds:datastoreItem xmlns:ds="http://schemas.openxmlformats.org/officeDocument/2006/customXml" ds:itemID="{9066CBFA-1D84-48FB-8F84-9A0C96FA636D}">
  <ds:schemaRefs>
    <ds:schemaRef ds:uri="http://macabacus.com"/>
  </ds:schemaRefs>
</ds:datastoreItem>
</file>

<file path=customXml/itemProps69.xml><?xml version="1.0" encoding="utf-8"?>
<ds:datastoreItem xmlns:ds="http://schemas.openxmlformats.org/officeDocument/2006/customXml" ds:itemID="{4E49E78D-54E1-4A7E-AA90-39082CD5CBA2}">
  <ds:schemaRefs>
    <ds:schemaRef ds:uri="http://macabacus.com"/>
  </ds:schemaRefs>
</ds:datastoreItem>
</file>

<file path=customXml/itemProps70.xml><?xml version="1.0" encoding="utf-8"?>
<ds:datastoreItem xmlns:ds="http://schemas.openxmlformats.org/officeDocument/2006/customXml" ds:itemID="{91EEAC99-15C0-42ED-AD86-D2686EBF1DA2}">
  <ds:schemaRefs>
    <ds:schemaRef ds:uri="http://macabacus.com"/>
  </ds:schemaRefs>
</ds:datastoreItem>
</file>

<file path=customXml/itemProps71.xml><?xml version="1.0" encoding="utf-8"?>
<ds:datastoreItem xmlns:ds="http://schemas.openxmlformats.org/officeDocument/2006/customXml" ds:itemID="{E87F85AD-EF6D-4F4B-8AD6-791F8294E1E1}">
  <ds:schemaRefs>
    <ds:schemaRef ds:uri="http://macabacus.com"/>
  </ds:schemaRefs>
</ds:datastoreItem>
</file>

<file path=customXml/itemProps72.xml><?xml version="1.0" encoding="utf-8"?>
<ds:datastoreItem xmlns:ds="http://schemas.openxmlformats.org/officeDocument/2006/customXml" ds:itemID="{6F74B883-01D0-491F-AC29-F1B1F36A687B}">
  <ds:schemaRefs>
    <ds:schemaRef ds:uri="http://macabacus.com"/>
  </ds:schemaRefs>
</ds:datastoreItem>
</file>

<file path=customXml/itemProps73.xml><?xml version="1.0" encoding="utf-8"?>
<ds:datastoreItem xmlns:ds="http://schemas.openxmlformats.org/officeDocument/2006/customXml" ds:itemID="{2EA9E129-ED27-466E-BF86-590A6D772B04}">
  <ds:schemaRefs>
    <ds:schemaRef ds:uri="http://macabacus.com"/>
  </ds:schemaRefs>
</ds:datastoreItem>
</file>

<file path=customXml/itemProps74.xml><?xml version="1.0" encoding="utf-8"?>
<ds:datastoreItem xmlns:ds="http://schemas.openxmlformats.org/officeDocument/2006/customXml" ds:itemID="{671443EC-75C3-4544-A289-D9D428578426}">
  <ds:schemaRefs>
    <ds:schemaRef ds:uri="http://macabacus.com"/>
  </ds:schemaRefs>
</ds:datastoreItem>
</file>

<file path=customXml/itemProps75.xml><?xml version="1.0" encoding="utf-8"?>
<ds:datastoreItem xmlns:ds="http://schemas.openxmlformats.org/officeDocument/2006/customXml" ds:itemID="{135AED11-E2E2-48F5-BD3B-9F087132F148}">
  <ds:schemaRefs>
    <ds:schemaRef ds:uri="http://macabacus.com"/>
  </ds:schemaRefs>
</ds:datastoreItem>
</file>

<file path=customXml/itemProps76.xml><?xml version="1.0" encoding="utf-8"?>
<ds:datastoreItem xmlns:ds="http://schemas.openxmlformats.org/officeDocument/2006/customXml" ds:itemID="{E8EF96AF-4EB1-49DE-907B-BFAE887F46CE}">
  <ds:schemaRefs>
    <ds:schemaRef ds:uri="http://macabacus.com"/>
  </ds:schemaRefs>
</ds:datastoreItem>
</file>

<file path=customXml/itemProps77.xml><?xml version="1.0" encoding="utf-8"?>
<ds:datastoreItem xmlns:ds="http://schemas.openxmlformats.org/officeDocument/2006/customXml" ds:itemID="{45633EBB-578B-4C7B-93AC-4E29E4D8C720}">
  <ds:schemaRefs>
    <ds:schemaRef ds:uri="http://macabacus.com"/>
  </ds:schemaRefs>
</ds:datastoreItem>
</file>

<file path=customXml/itemProps78.xml><?xml version="1.0" encoding="utf-8"?>
<ds:datastoreItem xmlns:ds="http://schemas.openxmlformats.org/officeDocument/2006/customXml" ds:itemID="{AC3D7D10-DA7B-4C46-A440-D35FBEEB613C}">
  <ds:schemaRefs>
    <ds:schemaRef ds:uri="http://macabacus.com"/>
  </ds:schemaRefs>
</ds:datastoreItem>
</file>

<file path=customXml/itemProps79.xml><?xml version="1.0" encoding="utf-8"?>
<ds:datastoreItem xmlns:ds="http://schemas.openxmlformats.org/officeDocument/2006/customXml" ds:itemID="{737BA18B-C454-4325-855B-35E89164B159}">
  <ds:schemaRefs>
    <ds:schemaRef ds:uri="http://macabacus.com"/>
  </ds:schemaRefs>
</ds:datastoreItem>
</file>

<file path=customXml/itemProps80.xml><?xml version="1.0" encoding="utf-8"?>
<ds:datastoreItem xmlns:ds="http://schemas.openxmlformats.org/officeDocument/2006/customXml" ds:itemID="{6C499524-575A-4CC8-BB3E-4BD9850A135B}">
  <ds:schemaRefs>
    <ds:schemaRef ds:uri="http://macabacus.com"/>
  </ds:schemaRefs>
</ds:datastoreItem>
</file>

<file path=customXml/itemProps81.xml><?xml version="1.0" encoding="utf-8"?>
<ds:datastoreItem xmlns:ds="http://schemas.openxmlformats.org/officeDocument/2006/customXml" ds:itemID="{6FD65DFD-96EE-47DE-9ECE-92962A30AE8E}">
  <ds:schemaRefs>
    <ds:schemaRef ds:uri="http://macabacus.com"/>
  </ds:schemaRefs>
</ds:datastoreItem>
</file>

<file path=customXml/itemProps82.xml><?xml version="1.0" encoding="utf-8"?>
<ds:datastoreItem xmlns:ds="http://schemas.openxmlformats.org/officeDocument/2006/customXml" ds:itemID="{04A274B0-93FC-47F0-870B-502F2F0F7326}">
  <ds:schemaRefs>
    <ds:schemaRef ds:uri="http://macabacus.com"/>
  </ds:schemaRefs>
</ds:datastoreItem>
</file>

<file path=customXml/itemProps83.xml><?xml version="1.0" encoding="utf-8"?>
<ds:datastoreItem xmlns:ds="http://schemas.openxmlformats.org/officeDocument/2006/customXml" ds:itemID="{8335B9E6-8E9C-4193-B118-B8BCC70B74E9}">
  <ds:schemaRefs>
    <ds:schemaRef ds:uri="http://macabacus.com"/>
  </ds:schemaRefs>
</ds:datastoreItem>
</file>

<file path=customXml/itemProps84.xml><?xml version="1.0" encoding="utf-8"?>
<ds:datastoreItem xmlns:ds="http://schemas.openxmlformats.org/officeDocument/2006/customXml" ds:itemID="{A2C983DD-E8B1-49FB-BF06-72675BD1246C}">
  <ds:schemaRefs>
    <ds:schemaRef ds:uri="http://macabacus.com"/>
  </ds:schemaRefs>
</ds:datastoreItem>
</file>

<file path=customXml/itemProps85.xml><?xml version="1.0" encoding="utf-8"?>
<ds:datastoreItem xmlns:ds="http://schemas.openxmlformats.org/officeDocument/2006/customXml" ds:itemID="{0EE1E98B-F3F6-4C3A-B3F4-D56F144C0ED1}">
  <ds:schemaRefs>
    <ds:schemaRef ds:uri="http://macabacus.com"/>
  </ds:schemaRefs>
</ds:datastoreItem>
</file>

<file path=customXml/itemProps86.xml><?xml version="1.0" encoding="utf-8"?>
<ds:datastoreItem xmlns:ds="http://schemas.openxmlformats.org/officeDocument/2006/customXml" ds:itemID="{E9A9520D-252E-47D5-AE22-67DF5E6D8E89}">
  <ds:schemaRefs>
    <ds:schemaRef ds:uri="http://macabacus.com"/>
  </ds:schemaRefs>
</ds:datastoreItem>
</file>

<file path=customXml/itemProps87.xml><?xml version="1.0" encoding="utf-8"?>
<ds:datastoreItem xmlns:ds="http://schemas.openxmlformats.org/officeDocument/2006/customXml" ds:itemID="{5F0E317F-5CDD-4245-AC1A-C47048B1B28A}">
  <ds:schemaRefs>
    <ds:schemaRef ds:uri="http://macabacus.com"/>
  </ds:schemaRefs>
</ds:datastoreItem>
</file>

<file path=customXml/itemProps88.xml><?xml version="1.0" encoding="utf-8"?>
<ds:datastoreItem xmlns:ds="http://schemas.openxmlformats.org/officeDocument/2006/customXml" ds:itemID="{3F306767-4664-4B14-B975-A5683092E94C}">
  <ds:schemaRefs>
    <ds:schemaRef ds:uri="http://macabacus.com"/>
  </ds:schemaRefs>
</ds:datastoreItem>
</file>

<file path=customXml/itemProps89.xml><?xml version="1.0" encoding="utf-8"?>
<ds:datastoreItem xmlns:ds="http://schemas.openxmlformats.org/officeDocument/2006/customXml" ds:itemID="{777C1E19-D61D-4BD1-A54B-483E91D29678}">
  <ds:schemaRefs>
    <ds:schemaRef ds:uri="http://macabacus.com"/>
  </ds:schemaRefs>
</ds:datastoreItem>
</file>

<file path=customXml/itemProps90.xml><?xml version="1.0" encoding="utf-8"?>
<ds:datastoreItem xmlns:ds="http://schemas.openxmlformats.org/officeDocument/2006/customXml" ds:itemID="{B78937B7-6CED-4967-98F1-9C295EB845E6}">
  <ds:schemaRefs>
    <ds:schemaRef ds:uri="http://macabacus.com"/>
  </ds:schemaRefs>
</ds:datastoreItem>
</file>

<file path=customXml/itemProps91.xml><?xml version="1.0" encoding="utf-8"?>
<ds:datastoreItem xmlns:ds="http://schemas.openxmlformats.org/officeDocument/2006/customXml" ds:itemID="{D395FDE2-DCDA-44FB-99D6-EB6FCC6A5548}">
  <ds:schemaRefs>
    <ds:schemaRef ds:uri="http://macabacus.com"/>
  </ds:schemaRefs>
</ds:datastoreItem>
</file>

<file path=customXml/itemProps92.xml><?xml version="1.0" encoding="utf-8"?>
<ds:datastoreItem xmlns:ds="http://schemas.openxmlformats.org/officeDocument/2006/customXml" ds:itemID="{903AD103-0EE8-4ECE-AAFC-8F6ACF825AC3}">
  <ds:schemaRefs>
    <ds:schemaRef ds:uri="http://macabacus.com"/>
  </ds:schemaRefs>
</ds:datastoreItem>
</file>

<file path=customXml/itemProps93.xml><?xml version="1.0" encoding="utf-8"?>
<ds:datastoreItem xmlns:ds="http://schemas.openxmlformats.org/officeDocument/2006/customXml" ds:itemID="{F0D091EA-36EC-42F8-A919-8F43F0BFC2C2}">
  <ds:schemaRefs>
    <ds:schemaRef ds:uri="http://macabacus.com"/>
  </ds:schemaRefs>
</ds:datastoreItem>
</file>

<file path=customXml/itemProps94.xml><?xml version="1.0" encoding="utf-8"?>
<ds:datastoreItem xmlns:ds="http://schemas.openxmlformats.org/officeDocument/2006/customXml" ds:itemID="{3C45D92A-2DFF-480C-9B58-A1E452909B84}">
  <ds:schemaRefs>
    <ds:schemaRef ds:uri="http://macabacus.com"/>
  </ds:schemaRefs>
</ds:datastoreItem>
</file>

<file path=customXml/itemProps95.xml><?xml version="1.0" encoding="utf-8"?>
<ds:datastoreItem xmlns:ds="http://schemas.openxmlformats.org/officeDocument/2006/customXml" ds:itemID="{653109CF-558B-4EDB-AF2E-1C87DE3D1396}">
  <ds:schemaRefs>
    <ds:schemaRef ds:uri="http://macabacus.com"/>
  </ds:schemaRefs>
</ds:datastoreItem>
</file>

<file path=customXml/itemProps96.xml><?xml version="1.0" encoding="utf-8"?>
<ds:datastoreItem xmlns:ds="http://schemas.openxmlformats.org/officeDocument/2006/customXml" ds:itemID="{366104C4-CC19-40E5-9BBE-368DA0B50B87}">
  <ds:schemaRefs>
    <ds:schemaRef ds:uri="http://macabacus.com"/>
  </ds:schemaRefs>
</ds:datastoreItem>
</file>

<file path=customXml/itemProps97.xml><?xml version="1.0" encoding="utf-8"?>
<ds:datastoreItem xmlns:ds="http://schemas.openxmlformats.org/officeDocument/2006/customXml" ds:itemID="{4AA0FDB8-0E01-4690-A96C-E8AA4B17154D}">
  <ds:schemaRefs>
    <ds:schemaRef ds:uri="http://macabacus.com"/>
  </ds:schemaRefs>
</ds:datastoreItem>
</file>

<file path=customXml/itemProps98.xml><?xml version="1.0" encoding="utf-8"?>
<ds:datastoreItem xmlns:ds="http://schemas.openxmlformats.org/officeDocument/2006/customXml" ds:itemID="{21E277FB-74C8-4098-A891-DC180DA11D66}">
  <ds:schemaRefs>
    <ds:schemaRef ds:uri="http://macabacus.com"/>
  </ds:schemaRefs>
</ds:datastoreItem>
</file>

<file path=customXml/itemProps99.xml><?xml version="1.0" encoding="utf-8"?>
<ds:datastoreItem xmlns:ds="http://schemas.openxmlformats.org/officeDocument/2006/customXml" ds:itemID="{DC051E33-C373-49B6-B473-0A96332C9C23}">
  <ds:schemaRefs>
    <ds:schemaRef ds:uri="http://macabacus.com"/>
  </ds:schemaRefs>
</ds:datastoreItem>
</file>

<file path=customXml/itemProps100.xml><?xml version="1.0" encoding="utf-8"?>
<ds:datastoreItem xmlns:ds="http://schemas.openxmlformats.org/officeDocument/2006/customXml" ds:itemID="{A15087E0-4D39-4D26-957A-F9BF8AB7CD15}">
  <ds:schemaRefs>
    <ds:schemaRef ds:uri="http://macabacus.com"/>
  </ds:schemaRefs>
</ds:datastoreItem>
</file>

<file path=customXml/itemProps101.xml><?xml version="1.0" encoding="utf-8"?>
<ds:datastoreItem xmlns:ds="http://schemas.openxmlformats.org/officeDocument/2006/customXml" ds:itemID="{5A0E3FFC-BC1B-4313-8A6D-8AE2AE15BF53}">
  <ds:schemaRefs>
    <ds:schemaRef ds:uri="http://macabacus.com"/>
  </ds:schemaRefs>
</ds:datastoreItem>
</file>

<file path=customXml/itemProps102.xml><?xml version="1.0" encoding="utf-8"?>
<ds:datastoreItem xmlns:ds="http://schemas.openxmlformats.org/officeDocument/2006/customXml" ds:itemID="{2947A6FC-801D-4412-81BD-980A26BD6B9E}">
  <ds:schemaRefs>
    <ds:schemaRef ds:uri="http://macabacus.com"/>
  </ds:schemaRefs>
</ds:datastoreItem>
</file>

<file path=customXml/itemProps103.xml><?xml version="1.0" encoding="utf-8"?>
<ds:datastoreItem xmlns:ds="http://schemas.openxmlformats.org/officeDocument/2006/customXml" ds:itemID="{BEA8E2CE-36C8-4400-AFC6-BBFEFA1698F1}">
  <ds:schemaRefs>
    <ds:schemaRef ds:uri="http://macabacus.com"/>
  </ds:schemaRefs>
</ds:datastoreItem>
</file>

<file path=customXml/itemProps104.xml><?xml version="1.0" encoding="utf-8"?>
<ds:datastoreItem xmlns:ds="http://schemas.openxmlformats.org/officeDocument/2006/customXml" ds:itemID="{04BC8FFF-6C5B-4312-8C37-24B43E601E01}">
  <ds:schemaRefs>
    <ds:schemaRef ds:uri="http://macabacus.com"/>
  </ds:schemaRefs>
</ds:datastoreItem>
</file>

<file path=customXml/itemProps105.xml><?xml version="1.0" encoding="utf-8"?>
<ds:datastoreItem xmlns:ds="http://schemas.openxmlformats.org/officeDocument/2006/customXml" ds:itemID="{2872A061-3A62-476F-A0A2-FE5B075CE8EF}">
  <ds:schemaRefs>
    <ds:schemaRef ds:uri="http://macabacus.com"/>
  </ds:schemaRefs>
</ds:datastoreItem>
</file>

<file path=customXml/itemProps106.xml><?xml version="1.0" encoding="utf-8"?>
<ds:datastoreItem xmlns:ds="http://schemas.openxmlformats.org/officeDocument/2006/customXml" ds:itemID="{A8C7D7F7-ECFD-4E99-B9F0-75E068103563}">
  <ds:schemaRefs>
    <ds:schemaRef ds:uri="http://macabacus.com"/>
  </ds:schemaRefs>
</ds:datastoreItem>
</file>

<file path=customXml/itemProps107.xml><?xml version="1.0" encoding="utf-8"?>
<ds:datastoreItem xmlns:ds="http://schemas.openxmlformats.org/officeDocument/2006/customXml" ds:itemID="{326E4EF2-6C1C-4D86-9022-5819E0A56E05}">
  <ds:schemaRefs>
    <ds:schemaRef ds:uri="http://macabacus.com"/>
  </ds:schemaRefs>
</ds:datastoreItem>
</file>

<file path=customXml/itemProps108.xml><?xml version="1.0" encoding="utf-8"?>
<ds:datastoreItem xmlns:ds="http://schemas.openxmlformats.org/officeDocument/2006/customXml" ds:itemID="{92A90794-08F0-4B60-A689-04E998DC1D9F}">
  <ds:schemaRefs>
    <ds:schemaRef ds:uri="http://macabacus.com"/>
  </ds:schemaRefs>
</ds:datastoreItem>
</file>

<file path=customXml/itemProps109.xml><?xml version="1.0" encoding="utf-8"?>
<ds:datastoreItem xmlns:ds="http://schemas.openxmlformats.org/officeDocument/2006/customXml" ds:itemID="{B15DC8DE-4E41-49F2-BEB1-4C5F782A05C4}">
  <ds:schemaRefs>
    <ds:schemaRef ds:uri="http://macabacus.com"/>
  </ds:schemaRefs>
</ds:datastoreItem>
</file>

<file path=customXml/itemProps110.xml><?xml version="1.0" encoding="utf-8"?>
<ds:datastoreItem xmlns:ds="http://schemas.openxmlformats.org/officeDocument/2006/customXml" ds:itemID="{828BBFB9-B2F5-4A23-8821-8D98CCD5379F}">
  <ds:schemaRefs>
    <ds:schemaRef ds:uri="http://macabacus.com"/>
  </ds:schemaRefs>
</ds:datastoreItem>
</file>

<file path=customXml/itemProps111.xml><?xml version="1.0" encoding="utf-8"?>
<ds:datastoreItem xmlns:ds="http://schemas.openxmlformats.org/officeDocument/2006/customXml" ds:itemID="{4B5CD039-CA50-4F51-B46A-8DED96384D34}">
  <ds:schemaRefs>
    <ds:schemaRef ds:uri="http://macabacus.com"/>
  </ds:schemaRefs>
</ds:datastoreItem>
</file>

<file path=customXml/itemProps112.xml><?xml version="1.0" encoding="utf-8"?>
<ds:datastoreItem xmlns:ds="http://schemas.openxmlformats.org/officeDocument/2006/customXml" ds:itemID="{2A3C6A2B-B501-483D-8B09-45B406E80EB6}">
  <ds:schemaRefs>
    <ds:schemaRef ds:uri="http://macabacus.com"/>
  </ds:schemaRefs>
</ds:datastoreItem>
</file>

<file path=customXml/itemProps113.xml><?xml version="1.0" encoding="utf-8"?>
<ds:datastoreItem xmlns:ds="http://schemas.openxmlformats.org/officeDocument/2006/customXml" ds:itemID="{92F0377E-6BE3-4967-93F5-C4476410128A}">
  <ds:schemaRefs>
    <ds:schemaRef ds:uri="http://macabacus.com"/>
  </ds:schemaRefs>
</ds:datastoreItem>
</file>

<file path=customXml/itemProps114.xml><?xml version="1.0" encoding="utf-8"?>
<ds:datastoreItem xmlns:ds="http://schemas.openxmlformats.org/officeDocument/2006/customXml" ds:itemID="{2957749B-F412-42E5-AF9C-8EFBB7EDFCFF}">
  <ds:schemaRefs>
    <ds:schemaRef ds:uri="http://macabacus.com"/>
  </ds:schemaRefs>
</ds:datastoreItem>
</file>

<file path=customXml/itemProps115.xml><?xml version="1.0" encoding="utf-8"?>
<ds:datastoreItem xmlns:ds="http://schemas.openxmlformats.org/officeDocument/2006/customXml" ds:itemID="{026E6971-A25B-4691-B6AB-872A4B216A56}">
  <ds:schemaRefs>
    <ds:schemaRef ds:uri="http://macabacus.com"/>
  </ds:schemaRefs>
</ds:datastoreItem>
</file>

<file path=customXml/itemProps116.xml><?xml version="1.0" encoding="utf-8"?>
<ds:datastoreItem xmlns:ds="http://schemas.openxmlformats.org/officeDocument/2006/customXml" ds:itemID="{27AA862D-5A85-4E8B-B77F-137484C22EEF}">
  <ds:schemaRefs>
    <ds:schemaRef ds:uri="http://macabacus.com"/>
  </ds:schemaRefs>
</ds:datastoreItem>
</file>

<file path=customXml/itemProps117.xml><?xml version="1.0" encoding="utf-8"?>
<ds:datastoreItem xmlns:ds="http://schemas.openxmlformats.org/officeDocument/2006/customXml" ds:itemID="{4DB1A4AD-FB36-45D2-93DE-E792E1C1DE15}">
  <ds:schemaRefs>
    <ds:schemaRef ds:uri="http://macabacus.com"/>
  </ds:schemaRefs>
</ds:datastoreItem>
</file>

<file path=customXml/itemProps118.xml><?xml version="1.0" encoding="utf-8"?>
<ds:datastoreItem xmlns:ds="http://schemas.openxmlformats.org/officeDocument/2006/customXml" ds:itemID="{6186ECD5-0432-4595-91D3-DE1C10DE85B0}">
  <ds:schemaRefs>
    <ds:schemaRef ds:uri="http://macabacus.com"/>
  </ds:schemaRefs>
</ds:datastoreItem>
</file>

<file path=customXml/itemProps119.xml><?xml version="1.0" encoding="utf-8"?>
<ds:datastoreItem xmlns:ds="http://schemas.openxmlformats.org/officeDocument/2006/customXml" ds:itemID="{3C2EE3FF-F903-4F4A-A361-687B89ADBF5D}">
  <ds:schemaRefs>
    <ds:schemaRef ds:uri="http://macabacus.com"/>
  </ds:schemaRefs>
</ds:datastoreItem>
</file>

<file path=customXml/itemProps120.xml><?xml version="1.0" encoding="utf-8"?>
<ds:datastoreItem xmlns:ds="http://schemas.openxmlformats.org/officeDocument/2006/customXml" ds:itemID="{263CB93B-A20B-40C7-8137-66B2B7E81A48}">
  <ds:schemaRefs>
    <ds:schemaRef ds:uri="http://macabacus.com"/>
  </ds:schemaRefs>
</ds:datastoreItem>
</file>

<file path=customXml/itemProps121.xml><?xml version="1.0" encoding="utf-8"?>
<ds:datastoreItem xmlns:ds="http://schemas.openxmlformats.org/officeDocument/2006/customXml" ds:itemID="{550D905A-1840-4CB8-B248-18B4A80B80D6}">
  <ds:schemaRefs>
    <ds:schemaRef ds:uri="http://macabacus.com"/>
  </ds:schemaRefs>
</ds:datastoreItem>
</file>

<file path=customXml/itemProps122.xml><?xml version="1.0" encoding="utf-8"?>
<ds:datastoreItem xmlns:ds="http://schemas.openxmlformats.org/officeDocument/2006/customXml" ds:itemID="{8A14217F-6C52-425C-B096-1E1D2690959E}">
  <ds:schemaRefs>
    <ds:schemaRef ds:uri="http://macabacus.com"/>
  </ds:schemaRefs>
</ds:datastoreItem>
</file>

<file path=customXml/itemProps123.xml><?xml version="1.0" encoding="utf-8"?>
<ds:datastoreItem xmlns:ds="http://schemas.openxmlformats.org/officeDocument/2006/customXml" ds:itemID="{D4CE0D74-51D8-4935-96E3-E94815FD372F}">
  <ds:schemaRefs>
    <ds:schemaRef ds:uri="http://macabacus.com"/>
  </ds:schemaRefs>
</ds:datastoreItem>
</file>

<file path=customXml/itemProps124.xml><?xml version="1.0" encoding="utf-8"?>
<ds:datastoreItem xmlns:ds="http://schemas.openxmlformats.org/officeDocument/2006/customXml" ds:itemID="{5E380FEB-070E-4283-8187-4B93836E0F74}">
  <ds:schemaRefs>
    <ds:schemaRef ds:uri="http://macabacus.com"/>
  </ds:schemaRefs>
</ds:datastoreItem>
</file>

<file path=customXml/itemProps125.xml><?xml version="1.0" encoding="utf-8"?>
<ds:datastoreItem xmlns:ds="http://schemas.openxmlformats.org/officeDocument/2006/customXml" ds:itemID="{D59F5F65-2F5B-4E00-92BD-12AEB232CBFB}">
  <ds:schemaRefs>
    <ds:schemaRef ds:uri="http://macabacus.com"/>
  </ds:schemaRefs>
</ds:datastoreItem>
</file>

<file path=customXml/itemProps126.xml><?xml version="1.0" encoding="utf-8"?>
<ds:datastoreItem xmlns:ds="http://schemas.openxmlformats.org/officeDocument/2006/customXml" ds:itemID="{05361EA6-CB62-40B6-9F3E-042F3E4B57AD}">
  <ds:schemaRefs>
    <ds:schemaRef ds:uri="http://macabacus.com"/>
  </ds:schemaRefs>
</ds:datastoreItem>
</file>

<file path=customXml/itemProps127.xml><?xml version="1.0" encoding="utf-8"?>
<ds:datastoreItem xmlns:ds="http://schemas.openxmlformats.org/officeDocument/2006/customXml" ds:itemID="{C9D376EA-5B2C-48DC-ADAC-7A4A4950557F}">
  <ds:schemaRefs>
    <ds:schemaRef ds:uri="http://macabacus.com"/>
  </ds:schemaRefs>
</ds:datastoreItem>
</file>

<file path=customXml/itemProps128.xml><?xml version="1.0" encoding="utf-8"?>
<ds:datastoreItem xmlns:ds="http://schemas.openxmlformats.org/officeDocument/2006/customXml" ds:itemID="{2BE2369D-0F51-490B-967A-E772A297543D}">
  <ds:schemaRefs>
    <ds:schemaRef ds:uri="http://macabacus.com"/>
  </ds:schemaRefs>
</ds:datastoreItem>
</file>

<file path=customXml/itemProps129.xml><?xml version="1.0" encoding="utf-8"?>
<ds:datastoreItem xmlns:ds="http://schemas.openxmlformats.org/officeDocument/2006/customXml" ds:itemID="{FF53D666-BCA9-4939-B85D-F850F488C154}">
  <ds:schemaRefs>
    <ds:schemaRef ds:uri="http://macabacus.com"/>
  </ds:schemaRefs>
</ds:datastoreItem>
</file>

<file path=customXml/itemProps130.xml><?xml version="1.0" encoding="utf-8"?>
<ds:datastoreItem xmlns:ds="http://schemas.openxmlformats.org/officeDocument/2006/customXml" ds:itemID="{060E31B7-EAAB-4D10-BD59-6966D23424AD}">
  <ds:schemaRefs>
    <ds:schemaRef ds:uri="http://macabacus.com"/>
  </ds:schemaRefs>
</ds:datastoreItem>
</file>

<file path=customXml/itemProps131.xml><?xml version="1.0" encoding="utf-8"?>
<ds:datastoreItem xmlns:ds="http://schemas.openxmlformats.org/officeDocument/2006/customXml" ds:itemID="{624ADC78-020B-4B98-9193-4D2D1A232A69}">
  <ds:schemaRefs>
    <ds:schemaRef ds:uri="http://macabacus.com"/>
  </ds:schemaRefs>
</ds:datastoreItem>
</file>

<file path=customXml/itemProps132.xml><?xml version="1.0" encoding="utf-8"?>
<ds:datastoreItem xmlns:ds="http://schemas.openxmlformats.org/officeDocument/2006/customXml" ds:itemID="{75E58F22-32D1-473D-873C-6F981620686F}">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1651</TotalTime>
  <Words>1503</Words>
  <Application>Microsoft Office PowerPoint</Application>
  <PresentationFormat>On-screen Show (4:3)</PresentationFormat>
  <Paragraphs>322</Paragraphs>
  <Slides>16</Slides>
  <Notes>10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16</vt:i4>
      </vt:variant>
    </vt:vector>
  </HeadingPairs>
  <TitlesOfParts>
    <vt:vector size="26" baseType="lpstr">
      <vt:lpstr>Arial</vt:lpstr>
      <vt:lpstr>Palatino Linotype</vt:lpstr>
      <vt:lpstr>Calibri</vt:lpstr>
      <vt:lpstr>Corbel</vt:lpstr>
      <vt:lpstr>Aharoni</vt:lpstr>
      <vt:lpstr>Wingdings</vt:lpstr>
      <vt:lpstr>Segoe UI</vt:lpstr>
      <vt:lpstr>Century Gothic</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Open Text Corporation Q3 FY2026 Earnings Summary</vt:lpstr>
      <vt:lpstr>PowerPoint Presentation</vt:lpstr>
      <vt:lpstr>Potential Perceived Acquiror Considerations and Mitigants</vt:lpstr>
      <vt:lpstr>Comparable Companies Financial Analysis</vt:lpstr>
      <vt:lpstr>Key Investment Highlights</vt:lpstr>
      <vt:lpstr>Potential [x] Market Entry Targets</vt:lpstr>
      <vt:lpstr>Ownership</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66</cp:revision>
  <cp:lastPrinted>2022-07-27T14:27:48Z</cp:lastPrinted>
  <dcterms:created xsi:type="dcterms:W3CDTF">2017-07-31T13:36:44Z</dcterms:created>
  <dcterms:modified xsi:type="dcterms:W3CDTF">2026-06-03T14:00:43Z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