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21.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bookmarkIdSeed="2">
  <p:sldMasterIdLst>
    <p:sldMasterId id="2147483718" r:id="rId133"/>
    <p:sldMasterId id="2147483732" r:id="rId134"/>
  </p:sldMasterIdLst>
  <p:notesMasterIdLst>
    <p:notesMasterId r:id="rId150"/>
  </p:notesMasterIdLst>
  <p:handoutMasterIdLst>
    <p:handoutMasterId r:id="rId151"/>
  </p:handoutMasterIdLst>
  <p:sldIdLst>
    <p:sldId id="3958" r:id="rId135"/>
    <p:sldId id="3931" r:id="rId136"/>
    <p:sldId id="3980" r:id="rId137"/>
    <p:sldId id="4010" r:id="rId138"/>
    <p:sldId id="3951" r:id="rId139"/>
    <p:sldId id="1670" r:id="rId140"/>
    <p:sldId id="3956" r:id="rId141"/>
    <p:sldId id="3814" r:id="rId142"/>
    <p:sldId id="4024" r:id="rId143"/>
    <p:sldId id="3880" r:id="rId144"/>
    <p:sldId id="4104" r:id="rId145"/>
    <p:sldId id="4272" r:id="rId146"/>
    <p:sldId id="3971" r:id="rId147"/>
    <p:sldId id="468" r:id="rId148"/>
    <p:sldId id="985" r:id="rId149"/>
  </p:sldIdLst>
  <p:sldSz cx="9144000" cy="6858000" type="screen4x3"/>
  <p:notesSz cx="7010400" cy="9296400"/>
  <p:embeddedFontLst>
    <p:embeddedFont>
      <p:font typeface="Aharoni" panose="02010803020104030203" pitchFamily="2" charset="-79"/>
      <p:bold r:id="rId152"/>
    </p:embeddedFont>
    <p:embeddedFont>
      <p:font typeface="Century Gothic" panose="020B0502020202020204" pitchFamily="34" charset="0"/>
      <p:regular r:id="rId153"/>
      <p:bold r:id="rId154"/>
      <p:italic r:id="rId155"/>
      <p:boldItalic r:id="rId156"/>
    </p:embeddedFont>
    <p:embeddedFont>
      <p:font typeface="Corbel" panose="020B0503020204020204" pitchFamily="34" charset="0"/>
      <p:regular r:id="rId157"/>
      <p:bold r:id="rId158"/>
      <p:italic r:id="rId159"/>
      <p:boldItalic r:id="rId160"/>
    </p:embeddedFont>
    <p:embeddedFont>
      <p:font typeface="Palatino Linotype" panose="02040502050505030304" pitchFamily="18" charset="0"/>
      <p:regular r:id="rId161"/>
      <p:bold r:id="rId162"/>
      <p:italic r:id="rId163"/>
      <p:boldItalic r:id="rId164"/>
    </p:embeddedFont>
    <p:embeddedFont>
      <p:font typeface="Segoe UI" panose="020B0502040204020203" pitchFamily="34" charset="0"/>
      <p:regular r:id="rId165"/>
      <p:bold r:id="rId166"/>
      <p:italic r:id="rId167"/>
      <p:boldItalic r:id="rId168"/>
    </p:embeddedFont>
  </p:embeddedFontLst>
  <p:custDataLst>
    <p:tags r:id="rId1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952" userDrawn="1">
          <p15:clr>
            <a:srgbClr val="A4A3A4"/>
          </p15:clr>
        </p15:guide>
        <p15:guide id="3" pos="816" userDrawn="1">
          <p15:clr>
            <a:srgbClr val="A4A3A4"/>
          </p15:clr>
        </p15:guide>
        <p15:guide id="4" pos="216" userDrawn="1">
          <p15:clr>
            <a:srgbClr val="A4A3A4"/>
          </p15:clr>
        </p15:guide>
        <p15:guide id="6" pos="5544" userDrawn="1">
          <p15:clr>
            <a:srgbClr val="A4A3A4"/>
          </p15:clr>
        </p15:guide>
        <p15:guide id="7" pos="5424" userDrawn="1">
          <p15:clr>
            <a:srgbClr val="A4A3A4"/>
          </p15:clr>
        </p15:guide>
        <p15:guide id="8" pos="363" userDrawn="1">
          <p15:clr>
            <a:srgbClr val="A4A3A4"/>
          </p15:clr>
        </p15:guide>
        <p15:guide id="10" orient="horz" pos="3317" userDrawn="1">
          <p15:clr>
            <a:srgbClr val="A4A3A4"/>
          </p15:clr>
        </p15:guide>
        <p15:guide id="11" orient="horz" pos="1797" userDrawn="1">
          <p15:clr>
            <a:srgbClr val="A4A3A4"/>
          </p15:clr>
        </p15:guide>
        <p15:guide id="13" orient="horz" pos="390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F5F306-4ED6-795C-C3B7-FA8047F68CA0}" name="Petar Mijacevic" initials="PM" userId="S::pmijacevic@inforfg.com::87170486-a460-4fab-9bb6-4fe79e90bab6" providerId="AD"/>
  <p188:author id="{5FF8D615-BFCE-EE3F-8A36-3336454C3871}" name="Joey Shaw" initials="JS" userId="S::jshaw@inforfg.com::06bdb8e4-7545-463a-95a2-3a9f011cefd4" providerId="AD"/>
  <p188:author id="{F65E286F-26DC-E4EA-0386-DBCAA223FCB6}" name="Tate Wilson" initials="TW" userId="S::twilson@inforfg.com::dd715062-ed57-4058-a014-95cd6b7000da" providerId="AD"/>
  <p188:author id="{84C68970-5F03-B2E7-DD34-AD5666F5BE71}" name="Joe Winnitoy" initials="JW" userId="S::jwinnitoy@inforfg.com::59a0b5f6-ccff-44a7-b378-e7509c28860a" providerId="AD"/>
  <p188:author id="{26379496-5BC4-1D91-490E-6ACADF49F87B}" name="Matthew Buckles" initials="MB" userId="S::mbuckles@inforfg.com::241cfb4c-4deb-4fbf-93e8-634796df9da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McKinlay" initials="SM" lastIdx="1" clrIdx="0"/>
  <p:cmAuthor id="2" name="Greg Lewis" initials="GL" lastIdx="1" clrIdx="1"/>
  <p:cmAuthor id="3" name="Nick Matta" initials="NM" lastIdx="2" clrIdx="2">
    <p:extLst>
      <p:ext uri="{19B8F6BF-5375-455C-9EA6-DF929625EA0E}">
        <p15:presenceInfo xmlns:p15="http://schemas.microsoft.com/office/powerpoint/2012/main" userId="S::nmatta@inforfg.com::9700b57c-2069-47c2-812e-fa76cd19aacb" providerId="AD"/>
      </p:ext>
    </p:extLst>
  </p:cmAuthor>
  <p:cmAuthor id="4" name="Sukhmun Dosanjh" initials="SD" lastIdx="1" clrIdx="3">
    <p:extLst>
      <p:ext uri="{19B8F6BF-5375-455C-9EA6-DF929625EA0E}">
        <p15:presenceInfo xmlns:p15="http://schemas.microsoft.com/office/powerpoint/2012/main" userId="S::Sdosanjh@inforfg.com::38ac0071-4363-43cd-b57b-c27ed8897e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FFFF"/>
    <a:srgbClr val="46566E"/>
    <a:srgbClr val="E7E8E8"/>
    <a:srgbClr val="CCCCCE"/>
    <a:srgbClr val="83531E"/>
    <a:srgbClr val="00B050"/>
    <a:srgbClr val="0E213F"/>
    <a:srgbClr val="ADB9CA"/>
    <a:srgbClr val="022E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F59F3-BCA3-431D-89A5-11C8C00A8470}" v="88" dt="2026-05-28T18:54:37.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pos="2952"/>
        <p:guide pos="816"/>
        <p:guide pos="216"/>
        <p:guide pos="5544"/>
        <p:guide pos="5424"/>
        <p:guide pos="363"/>
        <p:guide orient="horz" pos="3317"/>
        <p:guide orient="horz" pos="1797"/>
        <p:guide orient="horz" pos="390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customXml" Target="../customXml/item76.xml"/><Relationship Id="rId77" Type="http://schemas.openxmlformats.org/officeDocument/2006/relationships/customXml" Target="../customXml/item77.xml"/><Relationship Id="rId78" Type="http://schemas.openxmlformats.org/officeDocument/2006/relationships/customXml" Target="../customXml/item78.xml"/><Relationship Id="rId79" Type="http://schemas.openxmlformats.org/officeDocument/2006/relationships/customXml" Target="../customXml/item79.xml"/><Relationship Id="rId80" Type="http://schemas.openxmlformats.org/officeDocument/2006/relationships/customXml" Target="../customXml/item80.xml"/><Relationship Id="rId81" Type="http://schemas.openxmlformats.org/officeDocument/2006/relationships/customXml" Target="../customXml/item81.xml"/><Relationship Id="rId82" Type="http://schemas.openxmlformats.org/officeDocument/2006/relationships/customXml" Target="../customXml/item82.xml"/><Relationship Id="rId83" Type="http://schemas.openxmlformats.org/officeDocument/2006/relationships/customXml" Target="../customXml/item83.xml"/><Relationship Id="rId84" Type="http://schemas.openxmlformats.org/officeDocument/2006/relationships/customXml" Target="../customXml/item84.xml"/><Relationship Id="rId85" Type="http://schemas.openxmlformats.org/officeDocument/2006/relationships/customXml" Target="../customXml/item85.xml"/><Relationship Id="rId86" Type="http://schemas.openxmlformats.org/officeDocument/2006/relationships/customXml" Target="../customXml/item86.xml"/><Relationship Id="rId87" Type="http://schemas.openxmlformats.org/officeDocument/2006/relationships/customXml" Target="../customXml/item87.xml"/><Relationship Id="rId88" Type="http://schemas.openxmlformats.org/officeDocument/2006/relationships/customXml" Target="../customXml/item88.xml"/><Relationship Id="rId89" Type="http://schemas.openxmlformats.org/officeDocument/2006/relationships/customXml" Target="../customXml/item89.xml"/><Relationship Id="rId90" Type="http://schemas.openxmlformats.org/officeDocument/2006/relationships/customXml" Target="../customXml/item90.xml"/><Relationship Id="rId91" Type="http://schemas.openxmlformats.org/officeDocument/2006/relationships/customXml" Target="../customXml/item91.xml"/><Relationship Id="rId92" Type="http://schemas.openxmlformats.org/officeDocument/2006/relationships/customXml" Target="../customXml/item92.xml"/><Relationship Id="rId93" Type="http://schemas.openxmlformats.org/officeDocument/2006/relationships/customXml" Target="../customXml/item93.xml"/><Relationship Id="rId94" Type="http://schemas.openxmlformats.org/officeDocument/2006/relationships/customXml" Target="../customXml/item94.xml"/><Relationship Id="rId95" Type="http://schemas.openxmlformats.org/officeDocument/2006/relationships/customXml" Target="../customXml/item95.xml"/><Relationship Id="rId96" Type="http://schemas.openxmlformats.org/officeDocument/2006/relationships/customXml" Target="../customXml/item96.xml"/><Relationship Id="rId97" Type="http://schemas.openxmlformats.org/officeDocument/2006/relationships/customXml" Target="../customXml/item97.xml"/><Relationship Id="rId98" Type="http://schemas.openxmlformats.org/officeDocument/2006/relationships/customXml" Target="../customXml/item98.xml"/><Relationship Id="rId99" Type="http://schemas.openxmlformats.org/officeDocument/2006/relationships/customXml" Target="../customXml/item99.xml"/><Relationship Id="rId100" Type="http://schemas.openxmlformats.org/officeDocument/2006/relationships/customXml" Target="../customXml/item100.xml"/><Relationship Id="rId101" Type="http://schemas.openxmlformats.org/officeDocument/2006/relationships/customXml" Target="../customXml/item101.xml"/><Relationship Id="rId102" Type="http://schemas.openxmlformats.org/officeDocument/2006/relationships/customXml" Target="../customXml/item102.xml"/><Relationship Id="rId103" Type="http://schemas.openxmlformats.org/officeDocument/2006/relationships/customXml" Target="../customXml/item103.xml"/><Relationship Id="rId104" Type="http://schemas.openxmlformats.org/officeDocument/2006/relationships/customXml" Target="../customXml/item104.xml"/><Relationship Id="rId105" Type="http://schemas.openxmlformats.org/officeDocument/2006/relationships/customXml" Target="../customXml/item105.xml"/><Relationship Id="rId106" Type="http://schemas.openxmlformats.org/officeDocument/2006/relationships/customXml" Target="../customXml/item106.xml"/><Relationship Id="rId107" Type="http://schemas.openxmlformats.org/officeDocument/2006/relationships/customXml" Target="../customXml/item107.xml"/><Relationship Id="rId108" Type="http://schemas.openxmlformats.org/officeDocument/2006/relationships/customXml" Target="../customXml/item108.xml"/><Relationship Id="rId109" Type="http://schemas.openxmlformats.org/officeDocument/2006/relationships/customXml" Target="../customXml/item109.xml"/><Relationship Id="rId110" Type="http://schemas.openxmlformats.org/officeDocument/2006/relationships/customXml" Target="../customXml/item110.xml"/><Relationship Id="rId111" Type="http://schemas.openxmlformats.org/officeDocument/2006/relationships/customXml" Target="../customXml/item111.xml"/><Relationship Id="rId112" Type="http://schemas.openxmlformats.org/officeDocument/2006/relationships/customXml" Target="../customXml/item112.xml"/><Relationship Id="rId113" Type="http://schemas.openxmlformats.org/officeDocument/2006/relationships/customXml" Target="../customXml/item113.xml"/><Relationship Id="rId114" Type="http://schemas.openxmlformats.org/officeDocument/2006/relationships/customXml" Target="../customXml/item114.xml"/><Relationship Id="rId115" Type="http://schemas.openxmlformats.org/officeDocument/2006/relationships/customXml" Target="../customXml/item115.xml"/><Relationship Id="rId116" Type="http://schemas.openxmlformats.org/officeDocument/2006/relationships/customXml" Target="../customXml/item116.xml"/><Relationship Id="rId117" Type="http://schemas.openxmlformats.org/officeDocument/2006/relationships/customXml" Target="../customXml/item117.xml"/><Relationship Id="rId118" Type="http://schemas.openxmlformats.org/officeDocument/2006/relationships/customXml" Target="../customXml/item118.xml"/><Relationship Id="rId119" Type="http://schemas.openxmlformats.org/officeDocument/2006/relationships/customXml" Target="../customXml/item119.xml"/><Relationship Id="rId120" Type="http://schemas.openxmlformats.org/officeDocument/2006/relationships/customXml" Target="../customXml/item120.xml"/><Relationship Id="rId121" Type="http://schemas.openxmlformats.org/officeDocument/2006/relationships/customXml" Target="../customXml/item121.xml"/><Relationship Id="rId122" Type="http://schemas.openxmlformats.org/officeDocument/2006/relationships/customXml" Target="../customXml/item122.xml"/><Relationship Id="rId123" Type="http://schemas.openxmlformats.org/officeDocument/2006/relationships/customXml" Target="../customXml/item123.xml"/><Relationship Id="rId124" Type="http://schemas.openxmlformats.org/officeDocument/2006/relationships/customXml" Target="../customXml/item124.xml"/><Relationship Id="rId125" Type="http://schemas.openxmlformats.org/officeDocument/2006/relationships/customXml" Target="../customXml/item125.xml"/><Relationship Id="rId126" Type="http://schemas.openxmlformats.org/officeDocument/2006/relationships/customXml" Target="../customXml/item126.xml"/><Relationship Id="rId127" Type="http://schemas.openxmlformats.org/officeDocument/2006/relationships/customXml" Target="../customXml/item127.xml"/><Relationship Id="rId128" Type="http://schemas.openxmlformats.org/officeDocument/2006/relationships/customXml" Target="../customXml/item128.xml"/><Relationship Id="rId129" Type="http://schemas.openxmlformats.org/officeDocument/2006/relationships/customXml" Target="../customXml/item129.xml"/><Relationship Id="rId130" Type="http://schemas.openxmlformats.org/officeDocument/2006/relationships/customXml" Target="../customXml/item130.xml"/><Relationship Id="rId131" Type="http://schemas.openxmlformats.org/officeDocument/2006/relationships/customXml" Target="../customXml/item131.xml"/><Relationship Id="rId132" Type="http://schemas.openxmlformats.org/officeDocument/2006/relationships/customXml" Target="../customXml/item132.xml"/><Relationship Id="rId133" Type="http://schemas.openxmlformats.org/officeDocument/2006/relationships/slideMaster" Target="slideMasters/slideMaster1.xml"/><Relationship Id="rId134" Type="http://schemas.openxmlformats.org/officeDocument/2006/relationships/slideMaster" Target="slideMasters/slideMaster2.xml"/><Relationship Id="rId135" Type="http://schemas.openxmlformats.org/officeDocument/2006/relationships/slide" Target="slides/slide1.xml"/><Relationship Id="rId136" Type="http://schemas.openxmlformats.org/officeDocument/2006/relationships/slide" Target="slides/slide2.xml"/><Relationship Id="rId137" Type="http://schemas.openxmlformats.org/officeDocument/2006/relationships/slide" Target="slides/slide3.xml"/><Relationship Id="rId138" Type="http://schemas.openxmlformats.org/officeDocument/2006/relationships/slide" Target="slides/slide4.xml"/><Relationship Id="rId139" Type="http://schemas.openxmlformats.org/officeDocument/2006/relationships/slide" Target="slides/slide5.xml"/><Relationship Id="rId140" Type="http://schemas.openxmlformats.org/officeDocument/2006/relationships/slide" Target="slides/slide6.xml"/><Relationship Id="rId141" Type="http://schemas.openxmlformats.org/officeDocument/2006/relationships/slide" Target="slides/slide7.xml"/><Relationship Id="rId142" Type="http://schemas.openxmlformats.org/officeDocument/2006/relationships/slide" Target="slides/slide8.xml"/><Relationship Id="rId143" Type="http://schemas.openxmlformats.org/officeDocument/2006/relationships/slide" Target="slides/slide9.xml"/><Relationship Id="rId144" Type="http://schemas.openxmlformats.org/officeDocument/2006/relationships/slide" Target="slides/slide10.xml"/><Relationship Id="rId145" Type="http://schemas.openxmlformats.org/officeDocument/2006/relationships/slide" Target="slides/slide11.xml"/><Relationship Id="rId146" Type="http://schemas.openxmlformats.org/officeDocument/2006/relationships/slide" Target="slides/slide12.xml"/><Relationship Id="rId147" Type="http://schemas.openxmlformats.org/officeDocument/2006/relationships/slide" Target="slides/slide13.xml"/><Relationship Id="rId148" Type="http://schemas.openxmlformats.org/officeDocument/2006/relationships/slide" Target="slides/slide14.xml"/><Relationship Id="rId149" Type="http://schemas.openxmlformats.org/officeDocument/2006/relationships/slide" Target="slides/slide15.xml"/><Relationship Id="rId150" Type="http://schemas.openxmlformats.org/officeDocument/2006/relationships/notesMaster" Target="notesMasters/notesMaster1.xml"/><Relationship Id="rId151" Type="http://schemas.openxmlformats.org/officeDocument/2006/relationships/handoutMaster" Target="handoutMasters/handoutMaster1.xml"/><Relationship Id="rId152" Type="http://schemas.openxmlformats.org/officeDocument/2006/relationships/font" Target="fonts/font1.fntdata"/><Relationship Id="rId153" Type="http://schemas.openxmlformats.org/officeDocument/2006/relationships/font" Target="fonts/font2.fntdata"/><Relationship Id="rId154" Type="http://schemas.openxmlformats.org/officeDocument/2006/relationships/font" Target="fonts/font3.fntdata"/><Relationship Id="rId155" Type="http://schemas.openxmlformats.org/officeDocument/2006/relationships/font" Target="fonts/font4.fntdata"/><Relationship Id="rId156" Type="http://schemas.openxmlformats.org/officeDocument/2006/relationships/font" Target="fonts/font5.fntdata"/><Relationship Id="rId157" Type="http://schemas.openxmlformats.org/officeDocument/2006/relationships/font" Target="fonts/font6.fntdata"/><Relationship Id="rId158" Type="http://schemas.openxmlformats.org/officeDocument/2006/relationships/font" Target="fonts/font7.fntdata"/><Relationship Id="rId159" Type="http://schemas.openxmlformats.org/officeDocument/2006/relationships/font" Target="fonts/font8.fntdata"/><Relationship Id="rId160" Type="http://schemas.openxmlformats.org/officeDocument/2006/relationships/font" Target="fonts/font9.fntdata"/><Relationship Id="rId161" Type="http://schemas.openxmlformats.org/officeDocument/2006/relationships/font" Target="fonts/font10.fntdata"/><Relationship Id="rId162" Type="http://schemas.openxmlformats.org/officeDocument/2006/relationships/font" Target="fonts/font11.fntdata"/><Relationship Id="rId163" Type="http://schemas.openxmlformats.org/officeDocument/2006/relationships/font" Target="fonts/font12.fntdata"/><Relationship Id="rId164" Type="http://schemas.openxmlformats.org/officeDocument/2006/relationships/font" Target="fonts/font13.fntdata"/><Relationship Id="rId165" Type="http://schemas.openxmlformats.org/officeDocument/2006/relationships/font" Target="fonts/font14.fntdata"/><Relationship Id="rId166" Type="http://schemas.openxmlformats.org/officeDocument/2006/relationships/font" Target="fonts/font15.fntdata"/><Relationship Id="rId167" Type="http://schemas.openxmlformats.org/officeDocument/2006/relationships/font" Target="fonts/font16.fntdata"/><Relationship Id="rId168" Type="http://schemas.openxmlformats.org/officeDocument/2006/relationships/font" Target="fonts/font17.fntdata"/><Relationship Id="rId169" Type="http://schemas.openxmlformats.org/officeDocument/2006/relationships/tags" Target="tags/tag1.xml"/><Relationship Id="rId170" Type="http://schemas.openxmlformats.org/officeDocument/2006/relationships/commentAuthors" Target="commentAuthors.xml"/><Relationship Id="rId171" Type="http://schemas.openxmlformats.org/officeDocument/2006/relationships/presProps" Target="presProps.xml"/><Relationship Id="rId172" Type="http://schemas.openxmlformats.org/officeDocument/2006/relationships/viewProps" Target="viewProps.xml"/><Relationship Id="rId173" Type="http://schemas.openxmlformats.org/officeDocument/2006/relationships/theme" Target="theme/theme1.xml"/><Relationship Id="rId174" Type="http://schemas.openxmlformats.org/officeDocument/2006/relationships/tableStyles" Target="tableStyles.xml"/><Relationship Id="rId175" Type="http://schemas.microsoft.com/office/2016/11/relationships/changesInfo" Target="changesInfos/changesInfo1.xml"/><Relationship Id="rId176" Type="http://schemas.microsoft.com/office/2015/10/relationships/revisionInfo" Target="revisionInfo.xml"/><Relationship Id="rId17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Wilson" userId="dd715062-ed57-4058-a014-95cd6b7000da" providerId="ADAL" clId="{ECC2427A-958D-48F4-91B3-1A337BB0DFE3}"/>
    <pc:docChg chg="undo custSel addSld delSld modSld sldOrd modMainMaster">
      <pc:chgData name="Tate Wilson" userId="dd715062-ed57-4058-a014-95cd6b7000da" providerId="ADAL" clId="{ECC2427A-958D-48F4-91B3-1A337BB0DFE3}" dt="2026-05-28T18:55:59.371" v="618" actId="404"/>
      <pc:docMkLst>
        <pc:docMk/>
      </pc:docMkLst>
      <pc:sldChg chg="ord">
        <pc:chgData name="Tate Wilson" userId="dd715062-ed57-4058-a014-95cd6b7000da" providerId="ADAL" clId="{ECC2427A-958D-48F4-91B3-1A337BB0DFE3}" dt="2026-05-16T22:39:23.042" v="155"/>
        <pc:sldMkLst>
          <pc:docMk/>
          <pc:sldMk cId="678158297" sldId="1670"/>
        </pc:sldMkLst>
      </pc:sldChg>
      <pc:sldChg chg="addSp delSp modSp add mod">
        <pc:chgData name="Tate Wilson" userId="dd715062-ed57-4058-a014-95cd6b7000da" providerId="ADAL" clId="{ECC2427A-958D-48F4-91B3-1A337BB0DFE3}" dt="2026-05-28T18:55:59.371" v="618" actId="404"/>
        <pc:sldMkLst>
          <pc:docMk/>
          <pc:sldMk cId="4127311149" sldId="3814"/>
        </pc:sldMkLst>
        <pc:spChg chg="mod">
          <ac:chgData name="Tate Wilson" userId="dd715062-ed57-4058-a014-95cd6b7000da" providerId="ADAL" clId="{ECC2427A-958D-48F4-91B3-1A337BB0DFE3}" dt="2026-05-28T18:47:47.879" v="444" actId="20577"/>
          <ac:spMkLst>
            <pc:docMk/>
            <pc:sldMk cId="4127311149" sldId="3814"/>
            <ac:spMk id="7" creationId="{2623FF35-4715-4CE5-E397-C3A417A1C9F6}"/>
          </ac:spMkLst>
        </pc:spChg>
        <pc:spChg chg="mod">
          <ac:chgData name="Tate Wilson" userId="dd715062-ed57-4058-a014-95cd6b7000da" providerId="ADAL" clId="{ECC2427A-958D-48F4-91B3-1A337BB0DFE3}" dt="2026-05-28T18:54:33.559" v="598" actId="553"/>
          <ac:spMkLst>
            <pc:docMk/>
            <pc:sldMk cId="4127311149" sldId="3814"/>
            <ac:spMk id="8" creationId="{7FF5F561-DBF4-ACF4-D59E-6B19C548CDEB}"/>
          </ac:spMkLst>
        </pc:spChg>
        <pc:spChg chg="add mod">
          <ac:chgData name="Tate Wilson" userId="dd715062-ed57-4058-a014-95cd6b7000da" providerId="ADAL" clId="{ECC2427A-958D-48F4-91B3-1A337BB0DFE3}" dt="2026-05-28T18:55:59.371" v="618" actId="404"/>
          <ac:spMkLst>
            <pc:docMk/>
            <pc:sldMk cId="4127311149" sldId="3814"/>
            <ac:spMk id="17" creationId="{E633D496-3DE0-FF38-489D-15611785C247}"/>
          </ac:spMkLst>
        </pc:spChg>
        <pc:spChg chg="add del">
          <ac:chgData name="Tate Wilson" userId="dd715062-ed57-4058-a014-95cd6b7000da" providerId="ADAL" clId="{ECC2427A-958D-48F4-91B3-1A337BB0DFE3}" dt="2026-05-28T18:53:42.981" v="585" actId="478"/>
          <ac:spMkLst>
            <pc:docMk/>
            <pc:sldMk cId="4127311149" sldId="3814"/>
            <ac:spMk id="19" creationId="{39943A67-78AA-D6C9-7D23-0B905D5553BE}"/>
          </ac:spMkLst>
        </pc:spChg>
        <pc:spChg chg="add del mod">
          <ac:chgData name="Tate Wilson" userId="dd715062-ed57-4058-a014-95cd6b7000da" providerId="ADAL" clId="{ECC2427A-958D-48F4-91B3-1A337BB0DFE3}" dt="2026-05-28T18:53:52.646" v="588" actId="478"/>
          <ac:spMkLst>
            <pc:docMk/>
            <pc:sldMk cId="4127311149" sldId="3814"/>
            <ac:spMk id="20" creationId="{26F3EF63-C161-8005-69F2-520531109061}"/>
          </ac:spMkLst>
        </pc:spChg>
        <pc:spChg chg="add del mod">
          <ac:chgData name="Tate Wilson" userId="dd715062-ed57-4058-a014-95cd6b7000da" providerId="ADAL" clId="{ECC2427A-958D-48F4-91B3-1A337BB0DFE3}" dt="2026-05-28T18:54:30.739" v="596" actId="478"/>
          <ac:spMkLst>
            <pc:docMk/>
            <pc:sldMk cId="4127311149" sldId="3814"/>
            <ac:spMk id="21" creationId="{54A8E245-822D-C982-C9EB-EA2086C106E9}"/>
          </ac:spMkLst>
        </pc:spChg>
        <pc:spChg chg="add mod">
          <ac:chgData name="Tate Wilson" userId="dd715062-ed57-4058-a014-95cd6b7000da" providerId="ADAL" clId="{ECC2427A-958D-48F4-91B3-1A337BB0DFE3}" dt="2026-05-28T18:55:59.371" v="618" actId="404"/>
          <ac:spMkLst>
            <pc:docMk/>
            <pc:sldMk cId="4127311149" sldId="3814"/>
            <ac:spMk id="22" creationId="{F369E056-B85F-2E8B-B0CF-B3F78EBA4438}"/>
          </ac:spMkLst>
        </pc:spChg>
        <pc:spChg chg="add mod">
          <ac:chgData name="Tate Wilson" userId="dd715062-ed57-4058-a014-95cd6b7000da" providerId="ADAL" clId="{ECC2427A-958D-48F4-91B3-1A337BB0DFE3}" dt="2026-05-28T18:55:59.371" v="618" actId="404"/>
          <ac:spMkLst>
            <pc:docMk/>
            <pc:sldMk cId="4127311149" sldId="3814"/>
            <ac:spMk id="23" creationId="{D95E6DF1-251B-AC0B-2E4B-3F7CF168C46D}"/>
          </ac:spMkLst>
        </pc:spChg>
        <pc:spChg chg="mod">
          <ac:chgData name="Tate Wilson" userId="dd715062-ed57-4058-a014-95cd6b7000da" providerId="ADAL" clId="{ECC2427A-958D-48F4-91B3-1A337BB0DFE3}" dt="2026-05-28T18:49:59.970" v="524" actId="164"/>
          <ac:spMkLst>
            <pc:docMk/>
            <pc:sldMk cId="4127311149" sldId="3814"/>
            <ac:spMk id="1033" creationId="{3271E267-EBEE-C600-0E90-E55CA1A0BA3E}"/>
          </ac:spMkLst>
        </pc:spChg>
        <pc:spChg chg="mod">
          <ac:chgData name="Tate Wilson" userId="dd715062-ed57-4058-a014-95cd6b7000da" providerId="ADAL" clId="{ECC2427A-958D-48F4-91B3-1A337BB0DFE3}" dt="2026-05-28T18:49:59.970" v="524" actId="164"/>
          <ac:spMkLst>
            <pc:docMk/>
            <pc:sldMk cId="4127311149" sldId="3814"/>
            <ac:spMk id="1035" creationId="{F8C35546-9C64-2C8B-1182-DE2B2F37CEAF}"/>
          </ac:spMkLst>
        </pc:spChg>
        <pc:spChg chg="mod">
          <ac:chgData name="Tate Wilson" userId="dd715062-ed57-4058-a014-95cd6b7000da" providerId="ADAL" clId="{ECC2427A-958D-48F4-91B3-1A337BB0DFE3}" dt="2026-05-28T18:49:53.306" v="522" actId="164"/>
          <ac:spMkLst>
            <pc:docMk/>
            <pc:sldMk cId="4127311149" sldId="3814"/>
            <ac:spMk id="1036" creationId="{092CE947-C040-0DBD-63A2-4F8FEFAE157C}"/>
          </ac:spMkLst>
        </pc:spChg>
        <pc:spChg chg="mod">
          <ac:chgData name="Tate Wilson" userId="dd715062-ed57-4058-a014-95cd6b7000da" providerId="ADAL" clId="{ECC2427A-958D-48F4-91B3-1A337BB0DFE3}" dt="2026-05-28T18:49:53.306" v="522" actId="164"/>
          <ac:spMkLst>
            <pc:docMk/>
            <pc:sldMk cId="4127311149" sldId="3814"/>
            <ac:spMk id="1037" creationId="{DED029C2-D4EE-B37A-5FA7-E601EAE36B00}"/>
          </ac:spMkLst>
        </pc:spChg>
        <pc:spChg chg="mod">
          <ac:chgData name="Tate Wilson" userId="dd715062-ed57-4058-a014-95cd6b7000da" providerId="ADAL" clId="{ECC2427A-958D-48F4-91B3-1A337BB0DFE3}" dt="2026-05-28T18:49:56.966" v="523" actId="164"/>
          <ac:spMkLst>
            <pc:docMk/>
            <pc:sldMk cId="4127311149" sldId="3814"/>
            <ac:spMk id="1038" creationId="{058CDC41-2C7C-DFA1-C891-3F4FF3BEC767}"/>
          </ac:spMkLst>
        </pc:spChg>
        <pc:spChg chg="mod">
          <ac:chgData name="Tate Wilson" userId="dd715062-ed57-4058-a014-95cd6b7000da" providerId="ADAL" clId="{ECC2427A-958D-48F4-91B3-1A337BB0DFE3}" dt="2026-05-28T18:49:59.970" v="524" actId="164"/>
          <ac:spMkLst>
            <pc:docMk/>
            <pc:sldMk cId="4127311149" sldId="3814"/>
            <ac:spMk id="1040" creationId="{0891B236-9BC7-9943-8F0C-7F15A78EC842}"/>
          </ac:spMkLst>
        </pc:spChg>
        <pc:spChg chg="mod">
          <ac:chgData name="Tate Wilson" userId="dd715062-ed57-4058-a014-95cd6b7000da" providerId="ADAL" clId="{ECC2427A-958D-48F4-91B3-1A337BB0DFE3}" dt="2026-05-28T18:49:59.970" v="524" actId="164"/>
          <ac:spMkLst>
            <pc:docMk/>
            <pc:sldMk cId="4127311149" sldId="3814"/>
            <ac:spMk id="1041" creationId="{CFBB4655-2A6A-A87C-BBCD-57A34C1BBD70}"/>
          </ac:spMkLst>
        </pc:spChg>
        <pc:spChg chg="mod">
          <ac:chgData name="Tate Wilson" userId="dd715062-ed57-4058-a014-95cd6b7000da" providerId="ADAL" clId="{ECC2427A-958D-48F4-91B3-1A337BB0DFE3}" dt="2026-05-28T18:51:51.294" v="558"/>
          <ac:spMkLst>
            <pc:docMk/>
            <pc:sldMk cId="4127311149" sldId="3814"/>
            <ac:spMk id="1042" creationId="{DF747CFB-62CB-3697-072D-86F8DBFA26C1}"/>
          </ac:spMkLst>
        </pc:spChg>
        <pc:spChg chg="mod">
          <ac:chgData name="Tate Wilson" userId="dd715062-ed57-4058-a014-95cd6b7000da" providerId="ADAL" clId="{ECC2427A-958D-48F4-91B3-1A337BB0DFE3}" dt="2026-05-28T18:51:49.586" v="557"/>
          <ac:spMkLst>
            <pc:docMk/>
            <pc:sldMk cId="4127311149" sldId="3814"/>
            <ac:spMk id="1043" creationId="{608014EB-520D-C9B0-D63B-B8C01AA39342}"/>
          </ac:spMkLst>
        </pc:spChg>
        <pc:spChg chg="mod">
          <ac:chgData name="Tate Wilson" userId="dd715062-ed57-4058-a014-95cd6b7000da" providerId="ADAL" clId="{ECC2427A-958D-48F4-91B3-1A337BB0DFE3}" dt="2026-05-28T18:49:56.966" v="523" actId="164"/>
          <ac:spMkLst>
            <pc:docMk/>
            <pc:sldMk cId="4127311149" sldId="3814"/>
            <ac:spMk id="1044" creationId="{983FB226-B6F4-5AB4-8552-0AF68244051F}"/>
          </ac:spMkLst>
        </pc:spChg>
        <pc:spChg chg="mod">
          <ac:chgData name="Tate Wilson" userId="dd715062-ed57-4058-a014-95cd6b7000da" providerId="ADAL" clId="{ECC2427A-958D-48F4-91B3-1A337BB0DFE3}" dt="2026-05-28T18:49:56.966" v="523" actId="164"/>
          <ac:spMkLst>
            <pc:docMk/>
            <pc:sldMk cId="4127311149" sldId="3814"/>
            <ac:spMk id="1046" creationId="{FA43A4E2-B93A-B073-0600-AB5EAAD1B678}"/>
          </ac:spMkLst>
        </pc:spChg>
        <pc:spChg chg="mod">
          <ac:chgData name="Tate Wilson" userId="dd715062-ed57-4058-a014-95cd6b7000da" providerId="ADAL" clId="{ECC2427A-958D-48F4-91B3-1A337BB0DFE3}" dt="2026-05-28T18:49:56.966" v="523" actId="164"/>
          <ac:spMkLst>
            <pc:docMk/>
            <pc:sldMk cId="4127311149" sldId="3814"/>
            <ac:spMk id="1047" creationId="{1586F809-212A-B922-2D6A-C62738CD2969}"/>
          </ac:spMkLst>
        </pc:spChg>
        <pc:spChg chg="mod">
          <ac:chgData name="Tate Wilson" userId="dd715062-ed57-4058-a014-95cd6b7000da" providerId="ADAL" clId="{ECC2427A-958D-48F4-91B3-1A337BB0DFE3}" dt="2026-05-28T18:49:49.764" v="521" actId="164"/>
          <ac:spMkLst>
            <pc:docMk/>
            <pc:sldMk cId="4127311149" sldId="3814"/>
            <ac:spMk id="1058" creationId="{0184E092-F4B8-0DE1-7AF0-15E041377EB9}"/>
          </ac:spMkLst>
        </pc:spChg>
        <pc:spChg chg="mod">
          <ac:chgData name="Tate Wilson" userId="dd715062-ed57-4058-a014-95cd6b7000da" providerId="ADAL" clId="{ECC2427A-958D-48F4-91B3-1A337BB0DFE3}" dt="2026-05-28T18:49:49.764" v="521" actId="164"/>
          <ac:spMkLst>
            <pc:docMk/>
            <pc:sldMk cId="4127311149" sldId="3814"/>
            <ac:spMk id="1059" creationId="{C614A5DF-7BF8-15F2-2D8B-D797F4019930}"/>
          </ac:spMkLst>
        </pc:spChg>
        <pc:spChg chg="mod">
          <ac:chgData name="Tate Wilson" userId="dd715062-ed57-4058-a014-95cd6b7000da" providerId="ADAL" clId="{ECC2427A-958D-48F4-91B3-1A337BB0DFE3}" dt="2026-05-28T18:51:47.376" v="556"/>
          <ac:spMkLst>
            <pc:docMk/>
            <pc:sldMk cId="4127311149" sldId="3814"/>
            <ac:spMk id="1062" creationId="{C4756C2A-CCA3-3FE4-64A7-7FD92895440D}"/>
          </ac:spMkLst>
        </pc:spChg>
        <pc:spChg chg="mod">
          <ac:chgData name="Tate Wilson" userId="dd715062-ed57-4058-a014-95cd6b7000da" providerId="ADAL" clId="{ECC2427A-958D-48F4-91B3-1A337BB0DFE3}" dt="2026-05-28T18:49:53.306" v="522" actId="164"/>
          <ac:spMkLst>
            <pc:docMk/>
            <pc:sldMk cId="4127311149" sldId="3814"/>
            <ac:spMk id="1063" creationId="{8CA68590-10AB-A606-8702-7D9B3E05ACA0}"/>
          </ac:spMkLst>
        </pc:spChg>
        <pc:spChg chg="mod">
          <ac:chgData name="Tate Wilson" userId="dd715062-ed57-4058-a014-95cd6b7000da" providerId="ADAL" clId="{ECC2427A-958D-48F4-91B3-1A337BB0DFE3}" dt="2026-05-28T18:49:53.306" v="522" actId="164"/>
          <ac:spMkLst>
            <pc:docMk/>
            <pc:sldMk cId="4127311149" sldId="3814"/>
            <ac:spMk id="1064" creationId="{15640D8C-A57A-68ED-C338-AB4233682F7E}"/>
          </ac:spMkLst>
        </pc:spChg>
        <pc:spChg chg="mod">
          <ac:chgData name="Tate Wilson" userId="dd715062-ed57-4058-a014-95cd6b7000da" providerId="ADAL" clId="{ECC2427A-958D-48F4-91B3-1A337BB0DFE3}" dt="2026-05-28T18:51:39.271" v="553" actId="20577"/>
          <ac:spMkLst>
            <pc:docMk/>
            <pc:sldMk cId="4127311149" sldId="3814"/>
            <ac:spMk id="1065" creationId="{017AD4F8-FE8A-7617-5AE2-09F17ADE445C}"/>
          </ac:spMkLst>
        </pc:spChg>
        <pc:spChg chg="mod">
          <ac:chgData name="Tate Wilson" userId="dd715062-ed57-4058-a014-95cd6b7000da" providerId="ADAL" clId="{ECC2427A-958D-48F4-91B3-1A337BB0DFE3}" dt="2026-05-28T18:49:49.764" v="521" actId="164"/>
          <ac:spMkLst>
            <pc:docMk/>
            <pc:sldMk cId="4127311149" sldId="3814"/>
            <ac:spMk id="1066" creationId="{15EF89E2-5BE1-CF80-BC94-91DC757835B2}"/>
          </ac:spMkLst>
        </pc:spChg>
        <pc:spChg chg="mod">
          <ac:chgData name="Tate Wilson" userId="dd715062-ed57-4058-a014-95cd6b7000da" providerId="ADAL" clId="{ECC2427A-958D-48F4-91B3-1A337BB0DFE3}" dt="2026-05-28T18:49:49.764" v="521" actId="164"/>
          <ac:spMkLst>
            <pc:docMk/>
            <pc:sldMk cId="4127311149" sldId="3814"/>
            <ac:spMk id="1067" creationId="{FBACFD52-D724-EC87-9191-2CFA1E3A2007}"/>
          </ac:spMkLst>
        </pc:spChg>
        <pc:spChg chg="mod">
          <ac:chgData name="Tate Wilson" userId="dd715062-ed57-4058-a014-95cd6b7000da" providerId="ADAL" clId="{ECC2427A-958D-48F4-91B3-1A337BB0DFE3}" dt="2026-05-28T18:48:37.333" v="492" actId="313"/>
          <ac:spMkLst>
            <pc:docMk/>
            <pc:sldMk cId="4127311149" sldId="3814"/>
            <ac:spMk id="1073" creationId="{7DE337D3-2D2C-D032-7AD5-9C7AC5815146}"/>
          </ac:spMkLst>
        </pc:spChg>
        <pc:spChg chg="mod">
          <ac:chgData name="Tate Wilson" userId="dd715062-ed57-4058-a014-95cd6b7000da" providerId="ADAL" clId="{ECC2427A-958D-48F4-91B3-1A337BB0DFE3}" dt="2026-05-28T18:48:48.403" v="504" actId="20577"/>
          <ac:spMkLst>
            <pc:docMk/>
            <pc:sldMk cId="4127311149" sldId="3814"/>
            <ac:spMk id="1074" creationId="{BAF59BD9-CEF3-DD89-09ED-5F94076E1259}"/>
          </ac:spMkLst>
        </pc:spChg>
        <pc:spChg chg="mod">
          <ac:chgData name="Tate Wilson" userId="dd715062-ed57-4058-a014-95cd6b7000da" providerId="ADAL" clId="{ECC2427A-958D-48F4-91B3-1A337BB0DFE3}" dt="2026-05-28T18:48:55.273" v="506"/>
          <ac:spMkLst>
            <pc:docMk/>
            <pc:sldMk cId="4127311149" sldId="3814"/>
            <ac:spMk id="1089" creationId="{5E1CEA0A-73D5-DB5B-D64B-AA54AC232116}"/>
          </ac:spMkLst>
        </pc:spChg>
        <pc:spChg chg="mod">
          <ac:chgData name="Tate Wilson" userId="dd715062-ed57-4058-a014-95cd6b7000da" providerId="ADAL" clId="{ECC2427A-958D-48F4-91B3-1A337BB0DFE3}" dt="2026-05-28T18:48:53.313" v="505"/>
          <ac:spMkLst>
            <pc:docMk/>
            <pc:sldMk cId="4127311149" sldId="3814"/>
            <ac:spMk id="1090" creationId="{ECC69798-7E1E-627A-CB7B-1ED86EEC6132}"/>
          </ac:spMkLst>
        </pc:spChg>
        <pc:spChg chg="mod">
          <ac:chgData name="Tate Wilson" userId="dd715062-ed57-4058-a014-95cd6b7000da" providerId="ADAL" clId="{ECC2427A-958D-48F4-91B3-1A337BB0DFE3}" dt="2026-05-28T18:48:30.146" v="485" actId="20577"/>
          <ac:spMkLst>
            <pc:docMk/>
            <pc:sldMk cId="4127311149" sldId="3814"/>
            <ac:spMk id="1112" creationId="{1A4517D6-DBB5-A9F5-D1FE-FC647C20410D}"/>
          </ac:spMkLst>
        </pc:spChg>
        <pc:grpChg chg="add mod">
          <ac:chgData name="Tate Wilson" userId="dd715062-ed57-4058-a014-95cd6b7000da" providerId="ADAL" clId="{ECC2427A-958D-48F4-91B3-1A337BB0DFE3}" dt="2026-05-28T18:53:27.560" v="577" actId="14100"/>
          <ac:grpSpMkLst>
            <pc:docMk/>
            <pc:sldMk cId="4127311149" sldId="3814"/>
            <ac:grpSpMk id="3" creationId="{C39B0122-0CE7-DD6D-2F3C-6B109EEF5CD4}"/>
          </ac:grpSpMkLst>
        </pc:grpChg>
        <pc:grpChg chg="add mod">
          <ac:chgData name="Tate Wilson" userId="dd715062-ed57-4058-a014-95cd6b7000da" providerId="ADAL" clId="{ECC2427A-958D-48F4-91B3-1A337BB0DFE3}" dt="2026-05-28T18:53:27.560" v="577" actId="14100"/>
          <ac:grpSpMkLst>
            <pc:docMk/>
            <pc:sldMk cId="4127311149" sldId="3814"/>
            <ac:grpSpMk id="9" creationId="{3DB4CEC1-2820-6CAD-8F00-3D13EE2B7B8D}"/>
          </ac:grpSpMkLst>
        </pc:grpChg>
        <pc:grpChg chg="add del mod">
          <ac:chgData name="Tate Wilson" userId="dd715062-ed57-4058-a014-95cd6b7000da" providerId="ADAL" clId="{ECC2427A-958D-48F4-91B3-1A337BB0DFE3}" dt="2026-05-28T18:53:27.560" v="577" actId="14100"/>
          <ac:grpSpMkLst>
            <pc:docMk/>
            <pc:sldMk cId="4127311149" sldId="3814"/>
            <ac:grpSpMk id="10" creationId="{642A324F-D8E1-4366-136A-81F4CBAC0DE0}"/>
          </ac:grpSpMkLst>
        </pc:grpChg>
        <pc:grpChg chg="add mod">
          <ac:chgData name="Tate Wilson" userId="dd715062-ed57-4058-a014-95cd6b7000da" providerId="ADAL" clId="{ECC2427A-958D-48F4-91B3-1A337BB0DFE3}" dt="2026-05-28T18:54:19.639" v="593" actId="552"/>
          <ac:grpSpMkLst>
            <pc:docMk/>
            <pc:sldMk cId="4127311149" sldId="3814"/>
            <ac:grpSpMk id="13" creationId="{F0BE627A-75F2-F503-482F-79964625789A}"/>
          </ac:grpSpMkLst>
        </pc:grpChg>
        <pc:graphicFrameChg chg="mod modGraphic">
          <ac:chgData name="Tate Wilson" userId="dd715062-ed57-4058-a014-95cd6b7000da" providerId="ADAL" clId="{ECC2427A-958D-48F4-91B3-1A337BB0DFE3}" dt="2026-05-28T18:55:47.548" v="617" actId="14100"/>
          <ac:graphicFrameMkLst>
            <pc:docMk/>
            <pc:sldMk cId="4127311149" sldId="3814"/>
            <ac:graphicFrameMk id="5" creationId="{BE8BECDF-68B2-1AA4-637A-65701752E1F2}"/>
          </ac:graphicFrameMkLst>
        </pc:graphicFrameChg>
        <pc:cxnChg chg="add del mod">
          <ac:chgData name="Tate Wilson" userId="dd715062-ed57-4058-a014-95cd6b7000da" providerId="ADAL" clId="{ECC2427A-958D-48F4-91B3-1A337BB0DFE3}" dt="2026-05-28T18:55:24.698" v="614" actId="478"/>
          <ac:cxnSpMkLst>
            <pc:docMk/>
            <pc:sldMk cId="4127311149" sldId="3814"/>
            <ac:cxnSpMk id="14" creationId="{6C6A4182-FCE2-684A-4D1D-AC6D624AB3AC}"/>
          </ac:cxnSpMkLst>
        </pc:cxnChg>
        <pc:cxnChg chg="add del mod">
          <ac:chgData name="Tate Wilson" userId="dd715062-ed57-4058-a014-95cd6b7000da" providerId="ADAL" clId="{ECC2427A-958D-48F4-91B3-1A337BB0DFE3}" dt="2026-05-28T18:55:24.434" v="613" actId="478"/>
          <ac:cxnSpMkLst>
            <pc:docMk/>
            <pc:sldMk cId="4127311149" sldId="3814"/>
            <ac:cxnSpMk id="15" creationId="{3E108F5F-56FB-953D-D16B-77BE0B5E2BAF}"/>
          </ac:cxnSpMkLst>
        </pc:cxnChg>
        <pc:cxnChg chg="add del mod">
          <ac:chgData name="Tate Wilson" userId="dd715062-ed57-4058-a014-95cd6b7000da" providerId="ADAL" clId="{ECC2427A-958D-48F4-91B3-1A337BB0DFE3}" dt="2026-05-28T18:52:37.787" v="567" actId="478"/>
          <ac:cxnSpMkLst>
            <pc:docMk/>
            <pc:sldMk cId="4127311149" sldId="3814"/>
            <ac:cxnSpMk id="16" creationId="{2C88651B-1787-9888-B3C8-02971D540D10}"/>
          </ac:cxnSpMkLst>
        </pc:cxnChg>
        <pc:cxnChg chg="del">
          <ac:chgData name="Tate Wilson" userId="dd715062-ed57-4058-a014-95cd6b7000da" providerId="ADAL" clId="{ECC2427A-958D-48F4-91B3-1A337BB0DFE3}" dt="2026-05-28T18:50:13.595" v="534" actId="478"/>
          <ac:cxnSpMkLst>
            <pc:docMk/>
            <pc:sldMk cId="4127311149" sldId="3814"/>
            <ac:cxnSpMk id="1034" creationId="{09462875-E91B-7640-9014-71F9628B9344}"/>
          </ac:cxnSpMkLst>
        </pc:cxnChg>
        <pc:cxnChg chg="del">
          <ac:chgData name="Tate Wilson" userId="dd715062-ed57-4058-a014-95cd6b7000da" providerId="ADAL" clId="{ECC2427A-958D-48F4-91B3-1A337BB0DFE3}" dt="2026-05-28T18:50:17.333" v="537" actId="478"/>
          <ac:cxnSpMkLst>
            <pc:docMk/>
            <pc:sldMk cId="4127311149" sldId="3814"/>
            <ac:cxnSpMk id="1039" creationId="{6884267C-AC66-0BD8-22DB-C09C30CA2A8A}"/>
          </ac:cxnSpMkLst>
        </pc:cxnChg>
        <pc:cxnChg chg="add del mod">
          <ac:chgData name="Tate Wilson" userId="dd715062-ed57-4058-a014-95cd6b7000da" providerId="ADAL" clId="{ECC2427A-958D-48F4-91B3-1A337BB0DFE3}" dt="2026-05-28T18:55:24.995" v="615" actId="478"/>
          <ac:cxnSpMkLst>
            <pc:docMk/>
            <pc:sldMk cId="4127311149" sldId="3814"/>
            <ac:cxnSpMk id="1060" creationId="{BBDD365C-5E2B-5388-01DB-D988BA03F6CD}"/>
          </ac:cxnSpMkLst>
        </pc:cxnChg>
      </pc:sldChg>
      <pc:sldChg chg="modSp add mod">
        <pc:chgData name="Tate Wilson" userId="dd715062-ed57-4058-a014-95cd6b7000da" providerId="ADAL" clId="{ECC2427A-958D-48F4-91B3-1A337BB0DFE3}" dt="2026-05-16T22:37:42.966" v="151" actId="14100"/>
        <pc:sldMkLst>
          <pc:docMk/>
          <pc:sldMk cId="3670395159" sldId="3880"/>
        </pc:sldMkLst>
        <pc:spChg chg="mod">
          <ac:chgData name="Tate Wilson" userId="dd715062-ed57-4058-a014-95cd6b7000da" providerId="ADAL" clId="{ECC2427A-958D-48F4-91B3-1A337BB0DFE3}" dt="2026-05-16T22:37:03.014" v="124" actId="20577"/>
          <ac:spMkLst>
            <pc:docMk/>
            <pc:sldMk cId="3670395159" sldId="3880"/>
            <ac:spMk id="7" creationId="{1C2AF783-5D80-A5E8-526E-CB9581D5B86E}"/>
          </ac:spMkLst>
        </pc:spChg>
        <pc:graphicFrameChg chg="mod modGraphic">
          <ac:chgData name="Tate Wilson" userId="dd715062-ed57-4058-a014-95cd6b7000da" providerId="ADAL" clId="{ECC2427A-958D-48F4-91B3-1A337BB0DFE3}" dt="2026-05-16T22:37:42.966" v="151" actId="14100"/>
          <ac:graphicFrameMkLst>
            <pc:docMk/>
            <pc:sldMk cId="3670395159" sldId="3880"/>
            <ac:graphicFrameMk id="5" creationId="{1D0C48F9-AD52-56D3-A8BB-0CA7D1CB118A}"/>
          </ac:graphicFrameMkLst>
        </pc:graphicFrameChg>
      </pc:sldChg>
      <pc:sldChg chg="ord">
        <pc:chgData name="Tate Wilson" userId="dd715062-ed57-4058-a014-95cd6b7000da" providerId="ADAL" clId="{ECC2427A-958D-48F4-91B3-1A337BB0DFE3}" dt="2026-05-16T22:24:05.367" v="7"/>
        <pc:sldMkLst>
          <pc:docMk/>
          <pc:sldMk cId="3246804137" sldId="3931"/>
        </pc:sldMkLst>
      </pc:sldChg>
      <pc:sldChg chg="addSp modSp add mod modClrScheme chgLayout">
        <pc:chgData name="Tate Wilson" userId="dd715062-ed57-4058-a014-95cd6b7000da" providerId="ADAL" clId="{ECC2427A-958D-48F4-91B3-1A337BB0DFE3}" dt="2026-05-16T22:23:53.502" v="5" actId="27636"/>
        <pc:sldMkLst>
          <pc:docMk/>
          <pc:sldMk cId="1685744254" sldId="3951"/>
        </pc:sldMkLst>
        <pc:spChg chg="mod ord">
          <ac:chgData name="Tate Wilson" userId="dd715062-ed57-4058-a014-95cd6b7000da" providerId="ADAL" clId="{ECC2427A-958D-48F4-91B3-1A337BB0DFE3}" dt="2026-05-16T22:23:53.441" v="3" actId="700"/>
          <ac:spMkLst>
            <pc:docMk/>
            <pc:sldMk cId="1685744254" sldId="3951"/>
            <ac:spMk id="3" creationId="{A84DFB39-9D17-DA11-19EC-AD5E992C0FC9}"/>
          </ac:spMkLst>
        </pc:spChg>
        <pc:spChg chg="mod ord">
          <ac:chgData name="Tate Wilson" userId="dd715062-ed57-4058-a014-95cd6b7000da" providerId="ADAL" clId="{ECC2427A-958D-48F4-91B3-1A337BB0DFE3}" dt="2026-05-16T22:23:53.502" v="5" actId="27636"/>
          <ac:spMkLst>
            <pc:docMk/>
            <pc:sldMk cId="1685744254" sldId="3951"/>
            <ac:spMk id="7" creationId="{DB6C88CA-D18C-76CA-739B-E4B8388C9B3D}"/>
          </ac:spMkLst>
        </pc:spChg>
        <pc:spChg chg="add mod ord">
          <ac:chgData name="Tate Wilson" userId="dd715062-ed57-4058-a014-95cd6b7000da" providerId="ADAL" clId="{ECC2427A-958D-48F4-91B3-1A337BB0DFE3}" dt="2026-05-16T22:23:53.441" v="3" actId="700"/>
          <ac:spMkLst>
            <pc:docMk/>
            <pc:sldMk cId="1685744254" sldId="3951"/>
            <ac:spMk id="13" creationId="{59C168D9-63F5-9A19-016A-C6B6879E44B0}"/>
          </ac:spMkLst>
        </pc:spChg>
      </pc:sldChg>
      <pc:sldChg chg="modSp mod">
        <pc:chgData name="Tate Wilson" userId="dd715062-ed57-4058-a014-95cd6b7000da" providerId="ADAL" clId="{ECC2427A-958D-48F4-91B3-1A337BB0DFE3}" dt="2026-05-28T18:41:39.281" v="440" actId="20577"/>
        <pc:sldMkLst>
          <pc:docMk/>
          <pc:sldMk cId="2957093444" sldId="3956"/>
        </pc:sldMkLst>
        <pc:spChg chg="mod">
          <ac:chgData name="Tate Wilson" userId="dd715062-ed57-4058-a014-95cd6b7000da" providerId="ADAL" clId="{ECC2427A-958D-48F4-91B3-1A337BB0DFE3}" dt="2026-05-28T18:41:11.471" v="432" actId="20577"/>
          <ac:spMkLst>
            <pc:docMk/>
            <pc:sldMk cId="2957093444" sldId="3956"/>
            <ac:spMk id="8" creationId="{D1431F0D-3455-49D4-9E68-C205A528EE2B}"/>
          </ac:spMkLst>
        </pc:spChg>
        <pc:spChg chg="mod">
          <ac:chgData name="Tate Wilson" userId="dd715062-ed57-4058-a014-95cd6b7000da" providerId="ADAL" clId="{ECC2427A-958D-48F4-91B3-1A337BB0DFE3}" dt="2026-05-28T18:41:39.281" v="440" actId="20577"/>
          <ac:spMkLst>
            <pc:docMk/>
            <pc:sldMk cId="2957093444" sldId="3956"/>
            <ac:spMk id="15" creationId="{9A45D7A2-D433-4946-ADA1-546C1387DB0D}"/>
          </ac:spMkLst>
        </pc:spChg>
      </pc:sldChg>
      <pc:sldChg chg="addSp delSp modSp add mod">
        <pc:chgData name="Tate Wilson" userId="dd715062-ed57-4058-a014-95cd6b7000da" providerId="ADAL" clId="{ECC2427A-958D-48F4-91B3-1A337BB0DFE3}" dt="2026-05-28T18:08:35.379" v="426" actId="20577"/>
        <pc:sldMkLst>
          <pc:docMk/>
          <pc:sldMk cId="3224510312" sldId="3971"/>
        </pc:sldMkLst>
        <pc:spChg chg="mod">
          <ac:chgData name="Tate Wilson" userId="dd715062-ed57-4058-a014-95cd6b7000da" providerId="ADAL" clId="{ECC2427A-958D-48F4-91B3-1A337BB0DFE3}" dt="2026-05-28T18:08:31.646" v="425" actId="20577"/>
          <ac:spMkLst>
            <pc:docMk/>
            <pc:sldMk cId="3224510312" sldId="3971"/>
            <ac:spMk id="2" creationId="{860B30F6-63CD-737D-9688-147C4361CF30}"/>
          </ac:spMkLst>
        </pc:spChg>
        <pc:spChg chg="add del mod ord">
          <ac:chgData name="Tate Wilson" userId="dd715062-ed57-4058-a014-95cd6b7000da" providerId="ADAL" clId="{ECC2427A-958D-48F4-91B3-1A337BB0DFE3}" dt="2026-05-28T18:06:41.334" v="349" actId="478"/>
          <ac:spMkLst>
            <pc:docMk/>
            <pc:sldMk cId="3224510312" sldId="3971"/>
            <ac:spMk id="3" creationId="{188B93D4-BCDD-4EF1-F7DA-45FA6DC2F5FF}"/>
          </ac:spMkLst>
        </pc:spChg>
        <pc:spChg chg="mod">
          <ac:chgData name="Tate Wilson" userId="dd715062-ed57-4058-a014-95cd6b7000da" providerId="ADAL" clId="{ECC2427A-958D-48F4-91B3-1A337BB0DFE3}" dt="2026-05-28T18:08:35.379" v="426" actId="20577"/>
          <ac:spMkLst>
            <pc:docMk/>
            <pc:sldMk cId="3224510312" sldId="3971"/>
            <ac:spMk id="4" creationId="{6866552C-3098-F8EA-958A-E384C5F8FF91}"/>
          </ac:spMkLst>
        </pc:spChg>
        <pc:spChg chg="add mod">
          <ac:chgData name="Tate Wilson" userId="dd715062-ed57-4058-a014-95cd6b7000da" providerId="ADAL" clId="{ECC2427A-958D-48F4-91B3-1A337BB0DFE3}" dt="2026-05-28T18:06:54.620" v="356" actId="554"/>
          <ac:spMkLst>
            <pc:docMk/>
            <pc:sldMk cId="3224510312" sldId="3971"/>
            <ac:spMk id="6" creationId="{53AAE883-B8DA-DE71-9571-DC5AD48E5C63}"/>
          </ac:spMkLst>
        </pc:spChg>
        <pc:spChg chg="add mod">
          <ac:chgData name="Tate Wilson" userId="dd715062-ed57-4058-a014-95cd6b7000da" providerId="ADAL" clId="{ECC2427A-958D-48F4-91B3-1A337BB0DFE3}" dt="2026-05-28T18:06:54.620" v="356" actId="554"/>
          <ac:spMkLst>
            <pc:docMk/>
            <pc:sldMk cId="3224510312" sldId="3971"/>
            <ac:spMk id="8" creationId="{B786E451-AD97-4581-2A71-A3B38A55D816}"/>
          </ac:spMkLst>
        </pc:spChg>
        <pc:graphicFrameChg chg="mod modGraphic">
          <ac:chgData name="Tate Wilson" userId="dd715062-ed57-4058-a014-95cd6b7000da" providerId="ADAL" clId="{ECC2427A-958D-48F4-91B3-1A337BB0DFE3}" dt="2026-05-28T18:08:23.416" v="421"/>
          <ac:graphicFrameMkLst>
            <pc:docMk/>
            <pc:sldMk cId="3224510312" sldId="3971"/>
            <ac:graphicFrameMk id="1216" creationId="{F27B3196-583A-F888-B016-C3D764D21276}"/>
          </ac:graphicFrameMkLst>
        </pc:graphicFrameChg>
        <pc:picChg chg="del">
          <ac:chgData name="Tate Wilson" userId="dd715062-ed57-4058-a014-95cd6b7000da" providerId="ADAL" clId="{ECC2427A-958D-48F4-91B3-1A337BB0DFE3}" dt="2026-05-28T18:05:54.311" v="322" actId="478"/>
          <ac:picMkLst>
            <pc:docMk/>
            <pc:sldMk cId="3224510312" sldId="3971"/>
            <ac:picMk id="7" creationId="{5BE9A439-9149-D5A0-BC1A-86EB9AA06500}"/>
          </ac:picMkLst>
        </pc:picChg>
        <pc:picChg chg="del">
          <ac:chgData name="Tate Wilson" userId="dd715062-ed57-4058-a014-95cd6b7000da" providerId="ADAL" clId="{ECC2427A-958D-48F4-91B3-1A337BB0DFE3}" dt="2026-05-28T18:05:56.751" v="323" actId="478"/>
          <ac:picMkLst>
            <pc:docMk/>
            <pc:sldMk cId="3224510312" sldId="3971"/>
            <ac:picMk id="9" creationId="{AAC07E38-4C05-3CA5-2B6A-8C97EAA8E793}"/>
          </ac:picMkLst>
        </pc:picChg>
      </pc:sldChg>
      <pc:sldChg chg="delSp modSp add mod modClrScheme chgLayout">
        <pc:chgData name="Tate Wilson" userId="dd715062-ed57-4058-a014-95cd6b7000da" providerId="ADAL" clId="{ECC2427A-958D-48F4-91B3-1A337BB0DFE3}" dt="2026-05-16T22:23:53.441" v="3" actId="700"/>
        <pc:sldMkLst>
          <pc:docMk/>
          <pc:sldMk cId="1309262380" sldId="3980"/>
        </pc:sldMkLst>
        <pc:spChg chg="mod ord">
          <ac:chgData name="Tate Wilson" userId="dd715062-ed57-4058-a014-95cd6b7000da" providerId="ADAL" clId="{ECC2427A-958D-48F4-91B3-1A337BB0DFE3}" dt="2026-05-16T22:23:53.441" v="3" actId="700"/>
          <ac:spMkLst>
            <pc:docMk/>
            <pc:sldMk cId="1309262380" sldId="3980"/>
            <ac:spMk id="2" creationId="{312D6FA8-FDB2-6BD3-B1AC-B3C3E9BE4046}"/>
          </ac:spMkLst>
        </pc:spChg>
        <pc:spChg chg="mod ord">
          <ac:chgData name="Tate Wilson" userId="dd715062-ed57-4058-a014-95cd6b7000da" providerId="ADAL" clId="{ECC2427A-958D-48F4-91B3-1A337BB0DFE3}" dt="2026-05-16T22:23:53.441" v="3" actId="700"/>
          <ac:spMkLst>
            <pc:docMk/>
            <pc:sldMk cId="1309262380" sldId="3980"/>
            <ac:spMk id="4" creationId="{E3454AED-474C-D3CC-D7A0-E25F34281380}"/>
          </ac:spMkLst>
        </pc:spChg>
        <pc:spChg chg="mod ord">
          <ac:chgData name="Tate Wilson" userId="dd715062-ed57-4058-a014-95cd6b7000da" providerId="ADAL" clId="{ECC2427A-958D-48F4-91B3-1A337BB0DFE3}" dt="2026-05-16T22:23:53.441" v="3" actId="700"/>
          <ac:spMkLst>
            <pc:docMk/>
            <pc:sldMk cId="1309262380" sldId="3980"/>
            <ac:spMk id="22" creationId="{F6708284-CE57-A4E5-0DE1-74D97E9B0329}"/>
          </ac:spMkLst>
        </pc:spChg>
      </pc:sldChg>
      <pc:sldChg chg="addSp modSp add mod modClrScheme chgLayout">
        <pc:chgData name="Tate Wilson" userId="dd715062-ed57-4058-a014-95cd6b7000da" providerId="ADAL" clId="{ECC2427A-958D-48F4-91B3-1A337BB0DFE3}" dt="2026-05-16T22:23:53.498" v="4" actId="27636"/>
        <pc:sldMkLst>
          <pc:docMk/>
          <pc:sldMk cId="1679147617" sldId="4010"/>
        </pc:sldMkLst>
        <pc:spChg chg="mod ord">
          <ac:chgData name="Tate Wilson" userId="dd715062-ed57-4058-a014-95cd6b7000da" providerId="ADAL" clId="{ECC2427A-958D-48F4-91B3-1A337BB0DFE3}" dt="2026-05-16T22:23:53.441" v="3" actId="700"/>
          <ac:spMkLst>
            <pc:docMk/>
            <pc:sldMk cId="1679147617" sldId="4010"/>
            <ac:spMk id="3" creationId="{22A8272C-9556-57E8-F5E3-72CDF51D727F}"/>
          </ac:spMkLst>
        </pc:spChg>
        <pc:spChg chg="add mod ord">
          <ac:chgData name="Tate Wilson" userId="dd715062-ed57-4058-a014-95cd6b7000da" providerId="ADAL" clId="{ECC2427A-958D-48F4-91B3-1A337BB0DFE3}" dt="2026-05-16T22:23:53.441" v="3" actId="700"/>
          <ac:spMkLst>
            <pc:docMk/>
            <pc:sldMk cId="1679147617" sldId="4010"/>
            <ac:spMk id="18" creationId="{9C8FF4CE-B46C-B018-BBB4-DC261BF99426}"/>
          </ac:spMkLst>
        </pc:spChg>
        <pc:spChg chg="mod ord">
          <ac:chgData name="Tate Wilson" userId="dd715062-ed57-4058-a014-95cd6b7000da" providerId="ADAL" clId="{ECC2427A-958D-48F4-91B3-1A337BB0DFE3}" dt="2026-05-16T22:23:53.498" v="4" actId="27636"/>
          <ac:spMkLst>
            <pc:docMk/>
            <pc:sldMk cId="1679147617" sldId="4010"/>
            <ac:spMk id="33794" creationId="{AFD75319-6ABF-4EF6-F573-F655DB84C67C}"/>
          </ac:spMkLst>
        </pc:spChg>
      </pc:sldChg>
      <pc:sldChg chg="addSp delSp modSp add mod">
        <pc:chgData name="Tate Wilson" userId="dd715062-ed57-4058-a014-95cd6b7000da" providerId="ADAL" clId="{ECC2427A-958D-48F4-91B3-1A337BB0DFE3}" dt="2026-05-16T22:31:24.029" v="103" actId="20577"/>
        <pc:sldMkLst>
          <pc:docMk/>
          <pc:sldMk cId="2689732347" sldId="4024"/>
        </pc:sldMkLst>
        <pc:spChg chg="add mod">
          <ac:chgData name="Tate Wilson" userId="dd715062-ed57-4058-a014-95cd6b7000da" providerId="ADAL" clId="{ECC2427A-958D-48F4-91B3-1A337BB0DFE3}" dt="2026-05-16T22:31:21.209" v="102" actId="20577"/>
          <ac:spMkLst>
            <pc:docMk/>
            <pc:sldMk cId="2689732347" sldId="4024"/>
            <ac:spMk id="8" creationId="{98026FBA-DD1F-093F-F759-4B7DD9350A52}"/>
          </ac:spMkLst>
        </pc:spChg>
        <pc:spChg chg="mod">
          <ac:chgData name="Tate Wilson" userId="dd715062-ed57-4058-a014-95cd6b7000da" providerId="ADAL" clId="{ECC2427A-958D-48F4-91B3-1A337BB0DFE3}" dt="2026-05-16T22:29:01.740" v="22" actId="20577"/>
          <ac:spMkLst>
            <pc:docMk/>
            <pc:sldMk cId="2689732347" sldId="4024"/>
            <ac:spMk id="12" creationId="{56D4B355-464B-A424-BD6F-CE920270ECEA}"/>
          </ac:spMkLst>
        </pc:spChg>
        <pc:spChg chg="mod">
          <ac:chgData name="Tate Wilson" userId="dd715062-ed57-4058-a014-95cd6b7000da" providerId="ADAL" clId="{ECC2427A-958D-48F4-91B3-1A337BB0DFE3}" dt="2026-05-16T22:30:54.454" v="90" actId="553"/>
          <ac:spMkLst>
            <pc:docMk/>
            <pc:sldMk cId="2689732347" sldId="4024"/>
            <ac:spMk id="13" creationId="{8951852E-D9DF-245E-88BE-4170D215A0E0}"/>
          </ac:spMkLst>
        </pc:spChg>
        <pc:spChg chg="mod">
          <ac:chgData name="Tate Wilson" userId="dd715062-ed57-4058-a014-95cd6b7000da" providerId="ADAL" clId="{ECC2427A-958D-48F4-91B3-1A337BB0DFE3}" dt="2026-05-16T22:29:20.636" v="37" actId="20577"/>
          <ac:spMkLst>
            <pc:docMk/>
            <pc:sldMk cId="2689732347" sldId="4024"/>
            <ac:spMk id="14" creationId="{2618FB19-729A-B0F7-9697-BBA0F2DA3942}"/>
          </ac:spMkLst>
        </pc:spChg>
        <pc:spChg chg="mod">
          <ac:chgData name="Tate Wilson" userId="dd715062-ed57-4058-a014-95cd6b7000da" providerId="ADAL" clId="{ECC2427A-958D-48F4-91B3-1A337BB0DFE3}" dt="2026-05-16T22:30:46.025" v="85" actId="1035"/>
          <ac:spMkLst>
            <pc:docMk/>
            <pc:sldMk cId="2689732347" sldId="4024"/>
            <ac:spMk id="15" creationId="{147AF6CB-D1FE-E8A1-D27A-5710411013C5}"/>
          </ac:spMkLst>
        </pc:spChg>
        <pc:spChg chg="mod">
          <ac:chgData name="Tate Wilson" userId="dd715062-ed57-4058-a014-95cd6b7000da" providerId="ADAL" clId="{ECC2427A-958D-48F4-91B3-1A337BB0DFE3}" dt="2026-05-16T22:30:26.815" v="75" actId="555"/>
          <ac:spMkLst>
            <pc:docMk/>
            <pc:sldMk cId="2689732347" sldId="4024"/>
            <ac:spMk id="16" creationId="{DE36990D-B899-12EE-9AD8-00F7979103E0}"/>
          </ac:spMkLst>
        </pc:spChg>
        <pc:spChg chg="add mod">
          <ac:chgData name="Tate Wilson" userId="dd715062-ed57-4058-a014-95cd6b7000da" providerId="ADAL" clId="{ECC2427A-958D-48F4-91B3-1A337BB0DFE3}" dt="2026-05-16T22:31:19.294" v="101" actId="20577"/>
          <ac:spMkLst>
            <pc:docMk/>
            <pc:sldMk cId="2689732347" sldId="4024"/>
            <ac:spMk id="18" creationId="{4DDF0A58-A20D-D539-881B-7AFFB4BC7937}"/>
          </ac:spMkLst>
        </pc:spChg>
        <pc:spChg chg="add mod">
          <ac:chgData name="Tate Wilson" userId="dd715062-ed57-4058-a014-95cd6b7000da" providerId="ADAL" clId="{ECC2427A-958D-48F4-91B3-1A337BB0DFE3}" dt="2026-05-16T22:31:24.029" v="103" actId="20577"/>
          <ac:spMkLst>
            <pc:docMk/>
            <pc:sldMk cId="2689732347" sldId="4024"/>
            <ac:spMk id="19" creationId="{3D63DBF6-D3ED-8531-1CD1-C8549A7ACFDD}"/>
          </ac:spMkLst>
        </pc:spChg>
        <pc:spChg chg="add mod">
          <ac:chgData name="Tate Wilson" userId="dd715062-ed57-4058-a014-95cd6b7000da" providerId="ADAL" clId="{ECC2427A-958D-48F4-91B3-1A337BB0DFE3}" dt="2026-05-16T22:31:14.272" v="100" actId="1035"/>
          <ac:spMkLst>
            <pc:docMk/>
            <pc:sldMk cId="2689732347" sldId="4024"/>
            <ac:spMk id="20" creationId="{55766461-7E60-3504-37F4-F774A220C4C1}"/>
          </ac:spMkLst>
        </pc:spChg>
      </pc:sldChg>
      <pc:sldChg chg="addSp delSp modSp add mod">
        <pc:chgData name="Tate Wilson" userId="dd715062-ed57-4058-a014-95cd6b7000da" providerId="ADAL" clId="{ECC2427A-958D-48F4-91B3-1A337BB0DFE3}" dt="2026-05-16T22:42:23.821" v="181" actId="20577"/>
        <pc:sldMkLst>
          <pc:docMk/>
          <pc:sldMk cId="2209922693" sldId="4104"/>
        </pc:sldMkLst>
        <pc:spChg chg="add mod">
          <ac:chgData name="Tate Wilson" userId="dd715062-ed57-4058-a014-95cd6b7000da" providerId="ADAL" clId="{ECC2427A-958D-48F4-91B3-1A337BB0DFE3}" dt="2026-05-16T22:42:23.821" v="181" actId="20577"/>
          <ac:spMkLst>
            <pc:docMk/>
            <pc:sldMk cId="2209922693" sldId="4104"/>
            <ac:spMk id="4" creationId="{BF491425-9373-AF0C-EE39-F89EE40C43F3}"/>
          </ac:spMkLst>
        </pc:spChg>
        <pc:spChg chg="mod">
          <ac:chgData name="Tate Wilson" userId="dd715062-ed57-4058-a014-95cd6b7000da" providerId="ADAL" clId="{ECC2427A-958D-48F4-91B3-1A337BB0DFE3}" dt="2026-05-16T22:41:53.188" v="167" actId="20577"/>
          <ac:spMkLst>
            <pc:docMk/>
            <pc:sldMk cId="2209922693" sldId="4104"/>
            <ac:spMk id="6" creationId="{D337A2E9-B6A9-608E-EC83-4FA7F3CC04C0}"/>
          </ac:spMkLst>
        </pc:spChg>
      </pc:sldChg>
      <pc:sldChg chg="modSp add mod">
        <pc:chgData name="Tate Wilson" userId="dd715062-ed57-4058-a014-95cd6b7000da" providerId="ADAL" clId="{ECC2427A-958D-48F4-91B3-1A337BB0DFE3}" dt="2026-05-28T18:05:12.240" v="259" actId="20577"/>
        <pc:sldMkLst>
          <pc:docMk/>
          <pc:sldMk cId="159724933" sldId="4272"/>
        </pc:sldMkLst>
        <pc:spChg chg="mod">
          <ac:chgData name="Tate Wilson" userId="dd715062-ed57-4058-a014-95cd6b7000da" providerId="ADAL" clId="{ECC2427A-958D-48F4-91B3-1A337BB0DFE3}" dt="2026-05-28T18:05:12.240" v="259" actId="20577"/>
          <ac:spMkLst>
            <pc:docMk/>
            <pc:sldMk cId="159724933" sldId="4272"/>
            <ac:spMk id="3" creationId="{8E570E2B-A521-20E2-0FEB-D22E4136A735}"/>
          </ac:spMkLst>
        </pc:spChg>
        <pc:spChg chg="mod">
          <ac:chgData name="Tate Wilson" userId="dd715062-ed57-4058-a014-95cd6b7000da" providerId="ADAL" clId="{ECC2427A-958D-48F4-91B3-1A337BB0DFE3}" dt="2026-05-28T18:04:57.168" v="242" actId="20577"/>
          <ac:spMkLst>
            <pc:docMk/>
            <pc:sldMk cId="159724933" sldId="4272"/>
            <ac:spMk id="18" creationId="{560BF95E-74ED-E3A7-6168-0680555F2F9F}"/>
          </ac:spMkLst>
        </pc:spChg>
        <pc:spChg chg="mod">
          <ac:chgData name="Tate Wilson" userId="dd715062-ed57-4058-a014-95cd6b7000da" providerId="ADAL" clId="{ECC2427A-958D-48F4-91B3-1A337BB0DFE3}" dt="2026-05-28T18:04:40.157" v="230" actId="20577"/>
          <ac:spMkLst>
            <pc:docMk/>
            <pc:sldMk cId="159724933" sldId="4272"/>
            <ac:spMk id="25" creationId="{8D0F7FC0-295D-3E2C-EEC5-6583FA43407C}"/>
          </ac:spMkLst>
        </pc:spChg>
        <pc:spChg chg="mod">
          <ac:chgData name="Tate Wilson" userId="dd715062-ed57-4058-a014-95cd6b7000da" providerId="ADAL" clId="{ECC2427A-958D-48F4-91B3-1A337BB0DFE3}" dt="2026-05-28T18:04:43.681" v="232" actId="20577"/>
          <ac:spMkLst>
            <pc:docMk/>
            <pc:sldMk cId="159724933" sldId="4272"/>
            <ac:spMk id="36" creationId="{18D8D718-3AC8-6B61-A6C8-BDD537B588CD}"/>
          </ac:spMkLst>
        </pc:spChg>
        <pc:spChg chg="mod">
          <ac:chgData name="Tate Wilson" userId="dd715062-ed57-4058-a014-95cd6b7000da" providerId="ADAL" clId="{ECC2427A-958D-48F4-91B3-1A337BB0DFE3}" dt="2026-05-28T18:05:03.312" v="248" actId="20577"/>
          <ac:spMkLst>
            <pc:docMk/>
            <pc:sldMk cId="159724933" sldId="4272"/>
            <ac:spMk id="44" creationId="{A1B40AEA-3012-F2E5-FC92-41A5A7E9191F}"/>
          </ac:spMkLst>
        </pc:spChg>
        <pc:spChg chg="mod">
          <ac:chgData name="Tate Wilson" userId="dd715062-ed57-4058-a014-95cd6b7000da" providerId="ADAL" clId="{ECC2427A-958D-48F4-91B3-1A337BB0DFE3}" dt="2026-05-28T18:04:47.179" v="234" actId="20577"/>
          <ac:spMkLst>
            <pc:docMk/>
            <pc:sldMk cId="159724933" sldId="4272"/>
            <ac:spMk id="50" creationId="{DA9E7EB5-2D37-AC69-4261-81B5A24DE58A}"/>
          </ac:spMkLst>
        </pc:spChg>
        <pc:spChg chg="mod">
          <ac:chgData name="Tate Wilson" userId="dd715062-ed57-4058-a014-95cd6b7000da" providerId="ADAL" clId="{ECC2427A-958D-48F4-91B3-1A337BB0DFE3}" dt="2026-05-28T18:05:07.594" v="255" actId="20577"/>
          <ac:spMkLst>
            <pc:docMk/>
            <pc:sldMk cId="159724933" sldId="4272"/>
            <ac:spMk id="52" creationId="{95101C11-8CD3-53BF-BDC7-C81866CC4352}"/>
          </ac:spMkLst>
        </pc:spChg>
        <pc:spChg chg="mod">
          <ac:chgData name="Tate Wilson" userId="dd715062-ed57-4058-a014-95cd6b7000da" providerId="ADAL" clId="{ECC2427A-958D-48F4-91B3-1A337BB0DFE3}" dt="2026-05-28T18:04:50.267" v="236" actId="20577"/>
          <ac:spMkLst>
            <pc:docMk/>
            <pc:sldMk cId="159724933" sldId="4272"/>
            <ac:spMk id="57" creationId="{F77FA99E-D651-D394-9816-7782F9EC7E72}"/>
          </ac:spMkLst>
        </pc:spChg>
        <pc:spChg chg="mod">
          <ac:chgData name="Tate Wilson" userId="dd715062-ed57-4058-a014-95cd6b7000da" providerId="ADAL" clId="{ECC2427A-958D-48F4-91B3-1A337BB0DFE3}" dt="2026-05-28T18:05:09.458" v="256"/>
          <ac:spMkLst>
            <pc:docMk/>
            <pc:sldMk cId="159724933" sldId="4272"/>
            <ac:spMk id="2240" creationId="{77345182-53F9-59E0-DC80-DC71CCDB9033}"/>
          </ac:spMkLst>
        </pc:spChg>
      </pc:sldChg>
      <pc:sldMasterChg chg="modSldLayout">
        <pc:chgData name="Tate Wilson" userId="dd715062-ed57-4058-a014-95cd6b7000da" providerId="ADAL" clId="{ECC2427A-958D-48F4-91B3-1A337BB0DFE3}" dt="2026-05-28T18:04:01.162" v="199"/>
        <pc:sldMasterMkLst>
          <pc:docMk/>
          <pc:sldMasterMk cId="4131669179" sldId="2147483732"/>
        </pc:sldMasterMkLst>
        <pc:sldLayoutChg chg="addSp delSp modSp mod">
          <pc:chgData name="Tate Wilson" userId="dd715062-ed57-4058-a014-95cd6b7000da" providerId="ADAL" clId="{ECC2427A-958D-48F4-91B3-1A337BB0DFE3}" dt="2026-05-28T18:04:01.162" v="199"/>
          <pc:sldLayoutMkLst>
            <pc:docMk/>
            <pc:sldMasterMk cId="4131669179" sldId="2147483732"/>
            <pc:sldLayoutMk cId="1640211033" sldId="2147483733"/>
          </pc:sldLayoutMkLst>
          <pc:spChg chg="add del mod modVis">
            <ac:chgData name="Tate Wilson" userId="dd715062-ed57-4058-a014-95cd6b7000da" providerId="ADAL" clId="{ECC2427A-958D-48F4-91B3-1A337BB0DFE3}" dt="2026-05-28T18:04:01.162" v="192"/>
            <ac:spMkLst>
              <pc:docMk/>
              <pc:sldMasterMk cId="4131669179" sldId="2147483732"/>
              <pc:sldLayoutMk cId="1640211033" sldId="2147483733"/>
              <ac:spMk id="3" creationId="{19E6AF15-95CB-6840-E24C-1A57AA1CBC2C}"/>
            </ac:spMkLst>
          </pc:spChg>
          <pc:spChg chg="add mod modVis">
            <ac:chgData name="Tate Wilson" userId="dd715062-ed57-4058-a014-95cd6b7000da" providerId="ADAL" clId="{ECC2427A-958D-48F4-91B3-1A337BB0DFE3}" dt="2026-05-28T18:04:01.162" v="199"/>
            <ac:spMkLst>
              <pc:docMk/>
              <pc:sldMasterMk cId="4131669179" sldId="2147483732"/>
              <pc:sldLayoutMk cId="1640211033" sldId="2147483733"/>
              <ac:spMk id="4" creationId="{A7742205-BCB3-FDCA-D69A-80038ABB63C5}"/>
            </ac:spMkLst>
          </pc:spChg>
        </pc:sldLayoutChg>
        <pc:sldLayoutChg chg="addSp delSp modSp mod">
          <pc:chgData name="Tate Wilson" userId="dd715062-ed57-4058-a014-95cd6b7000da" providerId="ADAL" clId="{ECC2427A-958D-48F4-91B3-1A337BB0DFE3}" dt="2026-05-16T22:41:42.009" v="164"/>
          <pc:sldLayoutMkLst>
            <pc:docMk/>
            <pc:sldMasterMk cId="4131669179" sldId="2147483732"/>
            <pc:sldLayoutMk cId="3149587934" sldId="2147483734"/>
          </pc:sldLayoutMkLst>
          <pc:spChg chg="add mod modVis">
            <ac:chgData name="Tate Wilson" userId="dd715062-ed57-4058-a014-95cd6b7000da" providerId="ADAL" clId="{ECC2427A-958D-48F4-91B3-1A337BB0DFE3}" dt="2026-05-16T22:41:42.009" v="164"/>
            <ac:spMkLst>
              <pc:docMk/>
              <pc:sldMasterMk cId="4131669179" sldId="2147483732"/>
              <pc:sldLayoutMk cId="3149587934" sldId="2147483734"/>
              <ac:spMk id="4" creationId="{C2CA8E89-00EF-C267-8379-76E2A2A85AEA}"/>
            </ac:spMkLst>
          </pc:spChg>
        </pc:sldLayoutChg>
        <pc:sldLayoutChg chg="addSp delSp modSp mod">
          <pc:chgData name="Tate Wilson" userId="dd715062-ed57-4058-a014-95cd6b7000da" providerId="ADAL" clId="{ECC2427A-958D-48F4-91B3-1A337BB0DFE3}" dt="2026-05-28T18:03:47.494" v="190"/>
          <pc:sldLayoutMkLst>
            <pc:docMk/>
            <pc:sldMasterMk cId="4131669179" sldId="2147483732"/>
            <pc:sldLayoutMk cId="30528626" sldId="2147483741"/>
          </pc:sldLayoutMkLst>
          <pc:spChg chg="add mod modVis">
            <ac:chgData name="Tate Wilson" userId="dd715062-ed57-4058-a014-95cd6b7000da" providerId="ADAL" clId="{ECC2427A-958D-48F4-91B3-1A337BB0DFE3}" dt="2026-05-28T18:03:47.494" v="190"/>
            <ac:spMkLst>
              <pc:docMk/>
              <pc:sldMasterMk cId="4131669179" sldId="2147483732"/>
              <pc:sldLayoutMk cId="30528626" sldId="2147483741"/>
              <ac:spMk id="2" creationId="{26B8C178-DAEB-60E1-BECD-C223885D665F}"/>
            </ac:spMkLst>
          </pc:spChg>
          <pc:spChg chg="del">
            <ac:chgData name="Tate Wilson" userId="dd715062-ed57-4058-a014-95cd6b7000da" providerId="ADAL" clId="{ECC2427A-958D-48F4-91B3-1A337BB0DFE3}" dt="2026-05-28T18:03:47.478" v="183"/>
            <ac:spMkLst>
              <pc:docMk/>
              <pc:sldMasterMk cId="4131669179" sldId="2147483732"/>
              <pc:sldLayoutMk cId="30528626" sldId="2147483741"/>
              <ac:spMk id="3" creationId="{5C62EBE9-279B-FE49-8E91-279F4621B81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4"/>
            <a:ext cx="3037455" cy="465940"/>
          </a:xfrm>
          <a:prstGeom prst="rect">
            <a:avLst/>
          </a:prstGeom>
        </p:spPr>
        <p:txBody>
          <a:bodyPr vert="horz" lIns="91332" tIns="45668" rIns="91332" bIns="45668" rtlCol="0"/>
          <a:lstStyle>
            <a:lvl1pPr algn="l">
              <a:defRPr sz="1200"/>
            </a:lvl1pPr>
          </a:lstStyle>
          <a:p>
            <a:endParaRPr lang="en-CA"/>
          </a:p>
        </p:txBody>
      </p:sp>
      <p:sp>
        <p:nvSpPr>
          <p:cNvPr id="3" name="Date Placeholder 2"/>
          <p:cNvSpPr>
            <a:spLocks noGrp="1"/>
          </p:cNvSpPr>
          <p:nvPr>
            <p:ph type="dt" sz="quarter" idx="1"/>
          </p:nvPr>
        </p:nvSpPr>
        <p:spPr>
          <a:xfrm>
            <a:off x="3971296" y="4"/>
            <a:ext cx="3037454" cy="465940"/>
          </a:xfrm>
          <a:prstGeom prst="rect">
            <a:avLst/>
          </a:prstGeom>
        </p:spPr>
        <p:txBody>
          <a:bodyPr vert="horz" lIns="91332" tIns="45668" rIns="91332" bIns="45668" rtlCol="0"/>
          <a:lstStyle>
            <a:lvl1pPr algn="r">
              <a:defRPr sz="1200"/>
            </a:lvl1pPr>
          </a:lstStyle>
          <a:p>
            <a:fld id="{9C8B1C08-F1AA-4564-9AA0-B0428DFEBCC3}" type="datetimeFigureOut">
              <a:rPr lang="en-CA" smtClean="0"/>
              <a:t>2026-05-28</a:t>
            </a:fld>
            <a:endParaRPr lang="en-CA"/>
          </a:p>
        </p:txBody>
      </p:sp>
      <p:sp>
        <p:nvSpPr>
          <p:cNvPr id="4" name="Footer Placeholder 3"/>
          <p:cNvSpPr>
            <a:spLocks noGrp="1"/>
          </p:cNvSpPr>
          <p:nvPr>
            <p:ph type="ftr" sz="quarter" idx="2"/>
          </p:nvPr>
        </p:nvSpPr>
        <p:spPr>
          <a:xfrm>
            <a:off x="8" y="8830462"/>
            <a:ext cx="3037455" cy="465940"/>
          </a:xfrm>
          <a:prstGeom prst="rect">
            <a:avLst/>
          </a:prstGeom>
        </p:spPr>
        <p:txBody>
          <a:bodyPr vert="horz" lIns="91332" tIns="45668" rIns="91332" bIns="45668" rtlCol="0" anchor="b"/>
          <a:lstStyle>
            <a:lvl1pPr algn="l">
              <a:defRPr sz="1200"/>
            </a:lvl1pPr>
          </a:lstStyle>
          <a:p>
            <a:endParaRPr lang="en-CA"/>
          </a:p>
        </p:txBody>
      </p:sp>
      <p:sp>
        <p:nvSpPr>
          <p:cNvPr id="5" name="Slide Number Placeholder 4"/>
          <p:cNvSpPr>
            <a:spLocks noGrp="1"/>
          </p:cNvSpPr>
          <p:nvPr>
            <p:ph type="sldNum" sz="quarter" idx="3"/>
          </p:nvPr>
        </p:nvSpPr>
        <p:spPr>
          <a:xfrm>
            <a:off x="3971296" y="8830462"/>
            <a:ext cx="3037454" cy="465940"/>
          </a:xfrm>
          <a:prstGeom prst="rect">
            <a:avLst/>
          </a:prstGeom>
        </p:spPr>
        <p:txBody>
          <a:bodyPr vert="horz" lIns="91332" tIns="45668" rIns="91332" bIns="45668" rtlCol="0" anchor="b"/>
          <a:lstStyle>
            <a:lvl1pPr algn="r">
              <a:defRPr sz="1200"/>
            </a:lvl1pPr>
          </a:lstStyle>
          <a:p>
            <a:fld id="{845DC737-5FD1-46B5-83FD-B0B914E42D7E}" type="slidenum">
              <a:rPr lang="en-CA" smtClean="0"/>
              <a:t>‹#›</a:t>
            </a:fld>
            <a:endParaRPr lang="en-CA"/>
          </a:p>
        </p:txBody>
      </p:sp>
    </p:spTree>
    <p:extLst>
      <p:ext uri="{BB962C8B-B14F-4D97-AF65-F5344CB8AC3E}">
        <p14:creationId xmlns:p14="http://schemas.microsoft.com/office/powerpoint/2010/main" val="3747162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8"/>
            <a:ext cx="3037840" cy="466435"/>
          </a:xfrm>
          <a:prstGeom prst="rect">
            <a:avLst/>
          </a:prstGeom>
        </p:spPr>
        <p:txBody>
          <a:bodyPr vert="horz" lIns="91332" tIns="45668" rIns="91332" bIns="45668" rtlCol="0"/>
          <a:lstStyle>
            <a:lvl1pPr algn="l">
              <a:defRPr sz="1200"/>
            </a:lvl1pPr>
          </a:lstStyle>
          <a:p>
            <a:endParaRPr lang="en-GB"/>
          </a:p>
        </p:txBody>
      </p:sp>
      <p:sp>
        <p:nvSpPr>
          <p:cNvPr id="3" name="Date Placeholder 2"/>
          <p:cNvSpPr>
            <a:spLocks noGrp="1"/>
          </p:cNvSpPr>
          <p:nvPr>
            <p:ph type="dt" idx="1"/>
          </p:nvPr>
        </p:nvSpPr>
        <p:spPr>
          <a:xfrm>
            <a:off x="3970940" y="8"/>
            <a:ext cx="3037840" cy="466435"/>
          </a:xfrm>
          <a:prstGeom prst="rect">
            <a:avLst/>
          </a:prstGeom>
        </p:spPr>
        <p:txBody>
          <a:bodyPr vert="horz" lIns="91332" tIns="45668" rIns="91332" bIns="45668" rtlCol="0"/>
          <a:lstStyle>
            <a:lvl1pPr algn="r">
              <a:defRPr sz="1200"/>
            </a:lvl1pPr>
          </a:lstStyle>
          <a:p>
            <a:fld id="{FFADE769-198B-4FAE-A652-4630BFFFA7EA}" type="datetimeFigureOut">
              <a:rPr lang="en-GB" smtClean="0"/>
              <a:t>28/05/2026</a:t>
            </a:fld>
            <a:endParaRPr lang="en-GB"/>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332" tIns="45668" rIns="91332" bIns="45668" rtlCol="0" anchor="ctr"/>
          <a:lstStyle/>
          <a:p>
            <a:endParaRPr lang="en-GB"/>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332" tIns="45668" rIns="91332" bIns="456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4"/>
          </a:xfrm>
          <a:prstGeom prst="rect">
            <a:avLst/>
          </a:prstGeom>
        </p:spPr>
        <p:txBody>
          <a:bodyPr vert="horz" lIns="91332" tIns="45668" rIns="91332" bIns="45668" rtlCol="0" anchor="b"/>
          <a:lstStyle>
            <a:lvl1pPr algn="l">
              <a:defRPr sz="1200"/>
            </a:lvl1pPr>
          </a:lstStyle>
          <a:p>
            <a:endParaRPr lang="en-GB"/>
          </a:p>
        </p:txBody>
      </p:sp>
      <p:sp>
        <p:nvSpPr>
          <p:cNvPr id="7" name="Slide Number Placeholder 6"/>
          <p:cNvSpPr>
            <a:spLocks noGrp="1"/>
          </p:cNvSpPr>
          <p:nvPr>
            <p:ph type="sldNum" sz="quarter" idx="5"/>
          </p:nvPr>
        </p:nvSpPr>
        <p:spPr>
          <a:xfrm>
            <a:off x="3970940" y="8829967"/>
            <a:ext cx="3037840" cy="466434"/>
          </a:xfrm>
          <a:prstGeom prst="rect">
            <a:avLst/>
          </a:prstGeom>
        </p:spPr>
        <p:txBody>
          <a:bodyPr vert="horz" lIns="91332" tIns="45668" rIns="91332" bIns="45668" rtlCol="0" anchor="b"/>
          <a:lstStyle>
            <a:lvl1pPr algn="r">
              <a:defRPr sz="1200"/>
            </a:lvl1pPr>
          </a:lstStyle>
          <a:p>
            <a:fld id="{5BE1016A-D413-403C-A974-2E06FD2162DF}" type="slidenum">
              <a:rPr lang="en-GB" smtClean="0"/>
              <a:t>‹#›</a:t>
            </a:fld>
            <a:endParaRPr lang="en-GB"/>
          </a:p>
        </p:txBody>
      </p:sp>
    </p:spTree>
    <p:extLst>
      <p:ext uri="{BB962C8B-B14F-4D97-AF65-F5344CB8AC3E}">
        <p14:creationId xmlns:p14="http://schemas.microsoft.com/office/powerpoint/2010/main" val="21326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5BE1016A-D413-403C-A974-2E06FD2162DF}" type="slidenum">
              <a:rPr lang="en-GB" smtClean="0"/>
              <a:t>0</a:t>
            </a:fld>
            <a:endParaRPr lang="en-GB"/>
          </a:p>
        </p:txBody>
      </p:sp>
    </p:spTree>
    <p:extLst>
      <p:ext uri="{BB962C8B-B14F-4D97-AF65-F5344CB8AC3E}">
        <p14:creationId xmlns:p14="http://schemas.microsoft.com/office/powerpoint/2010/main" val="2042736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98BE-1DAE-803B-4AD8-F78FFF99B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A4878-696D-9F16-46E5-6254CF07D3D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6888C39-473E-C1EB-0B54-44938A3BD92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60BBD84-BA04-D3B3-451D-0374A94907E6}"/>
              </a:ext>
            </a:extLst>
          </p:cNvPr>
          <p:cNvSpPr>
            <a:spLocks noGrp="1"/>
          </p:cNvSpPr>
          <p:nvPr>
            <p:ph type="sldNum" sz="quarter" idx="5"/>
          </p:nvPr>
        </p:nvSpPr>
        <p:spPr/>
        <p:txBody>
          <a:bodyPr/>
          <a:lstStyle/>
          <a:p>
            <a:fld id="{5BE1016A-D413-403C-A974-2E06FD2162DF}" type="slidenum">
              <a:rPr lang="en-GB" smtClean="0"/>
              <a:t>3</a:t>
            </a:fld>
            <a:endParaRPr lang="en-GB"/>
          </a:p>
        </p:txBody>
      </p:sp>
    </p:spTree>
    <p:extLst>
      <p:ext uri="{BB962C8B-B14F-4D97-AF65-F5344CB8AC3E}">
        <p14:creationId xmlns:p14="http://schemas.microsoft.com/office/powerpoint/2010/main" val="1963162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BD35D-10DE-7CF6-275A-5A30251E2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FC4E9-2952-5A94-ADBC-C4CE1882B9B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14340C2-AC01-1A81-9EFF-451122D023C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879F205-3B87-C3C7-5A9C-21ED3D11B714}"/>
              </a:ext>
            </a:extLst>
          </p:cNvPr>
          <p:cNvSpPr>
            <a:spLocks noGrp="1"/>
          </p:cNvSpPr>
          <p:nvPr>
            <p:ph type="sldNum" sz="quarter" idx="5"/>
          </p:nvPr>
        </p:nvSpPr>
        <p:spPr/>
        <p:txBody>
          <a:bodyPr/>
          <a:lstStyle/>
          <a:p>
            <a:fld id="{5BE1016A-D413-403C-A974-2E06FD2162DF}" type="slidenum">
              <a:rPr lang="en-GB" smtClean="0"/>
              <a:t>4</a:t>
            </a:fld>
            <a:endParaRPr lang="en-GB"/>
          </a:p>
        </p:txBody>
      </p:sp>
    </p:spTree>
    <p:extLst>
      <p:ext uri="{BB962C8B-B14F-4D97-AF65-F5344CB8AC3E}">
        <p14:creationId xmlns:p14="http://schemas.microsoft.com/office/powerpoint/2010/main" val="2004307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Arr 2021 March: $20.963</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1016A-D413-403C-A974-2E06FD2162D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574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A817-5322-47DA-EDEB-8AC82340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BA69E-3F7C-5290-EA1F-6BD3BB6CDAF8}"/>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1E137C5E-BA08-3B2A-FFFA-8F087BCC20D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ED9EABF1-ED24-F5DC-91F5-2844DFE1FAA8}"/>
              </a:ext>
            </a:extLst>
          </p:cNvPr>
          <p:cNvSpPr>
            <a:spLocks noGrp="1"/>
          </p:cNvSpPr>
          <p:nvPr>
            <p:ph type="sldNum" sz="quarter" idx="5"/>
          </p:nvPr>
        </p:nvSpPr>
        <p:spPr/>
        <p:txBody>
          <a:bodyPr/>
          <a:lstStyle/>
          <a:p>
            <a:fld id="{5BE1016A-D413-403C-A974-2E06FD2162DF}" type="slidenum">
              <a:rPr lang="en-GB" smtClean="0"/>
              <a:t>7</a:t>
            </a:fld>
            <a:endParaRPr lang="en-GB" dirty="0"/>
          </a:p>
        </p:txBody>
      </p:sp>
    </p:spTree>
    <p:extLst>
      <p:ext uri="{BB962C8B-B14F-4D97-AF65-F5344CB8AC3E}">
        <p14:creationId xmlns:p14="http://schemas.microsoft.com/office/powerpoint/2010/main" val="2157314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F99EF-947A-CF5B-8D53-AA4601616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3613F-B8DE-5939-9A98-2D93228CD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4E091-A15F-25B8-C241-256E60D24DE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7FA6EC52-0625-9B3E-58E9-3364A094AF28}"/>
              </a:ext>
            </a:extLst>
          </p:cNvPr>
          <p:cNvSpPr>
            <a:spLocks noGrp="1"/>
          </p:cNvSpPr>
          <p:nvPr>
            <p:ph type="sldNum" sz="quarter" idx="5"/>
          </p:nvPr>
        </p:nvSpPr>
        <p:spPr/>
        <p:txBody>
          <a:bodyPr/>
          <a:lstStyle/>
          <a:p>
            <a:fld id="{5BE1016A-D413-403C-A974-2E06FD2162DF}" type="slidenum">
              <a:rPr lang="en-GB" smtClean="0"/>
              <a:t>9</a:t>
            </a:fld>
            <a:endParaRPr lang="en-GB"/>
          </a:p>
        </p:txBody>
      </p:sp>
    </p:spTree>
    <p:extLst>
      <p:ext uri="{BB962C8B-B14F-4D97-AF65-F5344CB8AC3E}">
        <p14:creationId xmlns:p14="http://schemas.microsoft.com/office/powerpoint/2010/main" val="3514825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5BE1016A-D413-403C-A974-2E06FD2162DF}" type="slidenum">
              <a:rPr lang="en-GB" smtClean="0"/>
              <a:t>10</a:t>
            </a:fld>
            <a:endParaRPr lang="en-GB"/>
          </a:p>
        </p:txBody>
      </p:sp>
    </p:spTree>
    <p:extLst>
      <p:ext uri="{BB962C8B-B14F-4D97-AF65-F5344CB8AC3E}">
        <p14:creationId xmlns:p14="http://schemas.microsoft.com/office/powerpoint/2010/main" val="1008327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8DFE-74AE-4CD9-5617-22B240D42C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A7EEA-A34E-15E1-BF6F-59AD659BE1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B489CE-BF3F-DE00-D2D0-301302E9A74D}"/>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37ABB40-8750-EE09-D938-79DA1BED510E}"/>
              </a:ext>
            </a:extLst>
          </p:cNvPr>
          <p:cNvSpPr>
            <a:spLocks noGrp="1"/>
          </p:cNvSpPr>
          <p:nvPr>
            <p:ph type="sldNum" sz="quarter" idx="5"/>
          </p:nvPr>
        </p:nvSpPr>
        <p:spPr/>
        <p:txBody>
          <a:bodyPr/>
          <a:lstStyle/>
          <a:p>
            <a:fld id="{6C9A846F-B28C-4F87-B8A7-3AD5C1A97D5B}" type="slidenum">
              <a:rPr lang="en-CA" smtClean="0"/>
              <a:t>11</a:t>
            </a:fld>
            <a:endParaRPr lang="en-CA"/>
          </a:p>
        </p:txBody>
      </p:sp>
    </p:spTree>
    <p:extLst>
      <p:ext uri="{BB962C8B-B14F-4D97-AF65-F5344CB8AC3E}">
        <p14:creationId xmlns:p14="http://schemas.microsoft.com/office/powerpoint/2010/main" val="2158842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8AB50-E997-1713-5CF7-D19314642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102E0-6EB2-B0D1-FA39-C7934C389EE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E1317B0-0B8F-4761-BB70-3FEF4DE5BD77}"/>
              </a:ext>
            </a:extLst>
          </p:cNvPr>
          <p:cNvSpPr>
            <a:spLocks noGrp="1"/>
          </p:cNvSpPr>
          <p:nvPr>
            <p:ph type="body" idx="1"/>
          </p:nvPr>
        </p:nvSpPr>
        <p:spPr/>
        <p:txBody>
          <a:bodyPr/>
          <a:lstStyle/>
          <a:p>
            <a:r>
              <a:rPr lang="en-CA" b="1" u="sng"/>
              <a:t>Please include sources for each stat below:</a:t>
            </a:r>
          </a:p>
          <a:p>
            <a:endParaRPr lang="en-CA" b="1" u="sng"/>
          </a:p>
          <a:p>
            <a:pPr marL="171450" indent="-171450">
              <a:buFontTx/>
              <a:buChar char="-"/>
            </a:pPr>
            <a:r>
              <a:rPr lang="en-CA" b="0" u="none"/>
              <a:t>APR: https://www.kueski.com/blog/que-es-el-cat </a:t>
            </a:r>
          </a:p>
          <a:p>
            <a:pPr marL="171450" indent="-171450">
              <a:buFontTx/>
              <a:buChar char="-"/>
            </a:pPr>
            <a:r>
              <a:rPr lang="en-CA" b="0" u="none"/>
              <a:t>Loan Size: https://www.kueski.com/</a:t>
            </a:r>
          </a:p>
          <a:p>
            <a:pPr marL="171450" indent="-171450">
              <a:buFontTx/>
              <a:buChar char="-"/>
            </a:pPr>
            <a:r>
              <a:rPr lang="en-CA" b="0" u="none"/>
              <a:t>Loan term: https://preguntas.frecuentes.kueski.com/hc/es/articles/10724843777563--Cu%C3%A1les-son-las-caracter%C3%ADsticas-del-pr%C3%A9stamo</a:t>
            </a:r>
          </a:p>
          <a:p>
            <a:pPr marL="171450" indent="-171450">
              <a:buFontTx/>
              <a:buChar char="-"/>
            </a:pPr>
            <a:endParaRPr lang="en-CA" b="0" u="none"/>
          </a:p>
          <a:p>
            <a:pPr marL="171450" indent="-171450">
              <a:buFontTx/>
              <a:buChar char="-"/>
            </a:pPr>
            <a:endParaRPr lang="en-CA" b="0" u="none"/>
          </a:p>
          <a:p>
            <a:pPr marL="0" indent="0">
              <a:buFontTx/>
              <a:buNone/>
            </a:pPr>
            <a:r>
              <a:rPr lang="en-CA" b="0" u="none" err="1"/>
              <a:t>Baubap</a:t>
            </a:r>
            <a:r>
              <a:rPr lang="en-CA" b="0" u="none"/>
              <a:t>:</a:t>
            </a:r>
          </a:p>
          <a:p>
            <a:pPr marL="171450" indent="-171450">
              <a:buFontTx/>
              <a:buChar char="-"/>
            </a:pPr>
            <a:r>
              <a:rPr lang="en-CA" b="0" u="none"/>
              <a:t>Loan Size &amp; Term &amp; APR: https://www.baubap.com/</a:t>
            </a:r>
          </a:p>
        </p:txBody>
      </p:sp>
      <p:sp>
        <p:nvSpPr>
          <p:cNvPr id="4" name="Slide Number Placeholder 3">
            <a:extLst>
              <a:ext uri="{FF2B5EF4-FFF2-40B4-BE49-F238E27FC236}">
                <a16:creationId xmlns:a16="http://schemas.microsoft.com/office/drawing/2014/main" id="{555EB309-F381-35B3-2A2C-5F1D69B8E651}"/>
              </a:ext>
            </a:extLst>
          </p:cNvPr>
          <p:cNvSpPr>
            <a:spLocks noGrp="1"/>
          </p:cNvSpPr>
          <p:nvPr>
            <p:ph type="sldNum" sz="quarter" idx="5"/>
          </p:nvPr>
        </p:nvSpPr>
        <p:spPr/>
        <p:txBody>
          <a:bodyPr/>
          <a:lstStyle/>
          <a:p>
            <a:fld id="{6C9A846F-B28C-4F87-B8A7-3AD5C1A97D5B}" type="slidenum">
              <a:rPr lang="en-CA" smtClean="0"/>
              <a:t>12</a:t>
            </a:fld>
            <a:endParaRPr lang="en-CA"/>
          </a:p>
        </p:txBody>
      </p:sp>
    </p:spTree>
    <p:extLst>
      <p:ext uri="{BB962C8B-B14F-4D97-AF65-F5344CB8AC3E}">
        <p14:creationId xmlns:p14="http://schemas.microsoft.com/office/powerpoint/2010/main" val="3056573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F53A69D-F6AE-4E2B-BE32-1F80AC2C1B92}"/>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atin typeface="Corbel" panose="020B0503020204020204" pitchFamily="34" charset="0"/>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atin typeface="Aharoni" panose="02010803020104030203" pitchFamily="2" charset="-79"/>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966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C354CE9-ECB8-4308-7F3B-2CD677C2A3D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7" name="Do not remove" hidden="1">
            <a:extLst>
              <a:ext uri="{FF2B5EF4-FFF2-40B4-BE49-F238E27FC236}">
                <a16:creationId xmlns:a16="http://schemas.microsoft.com/office/drawing/2014/main" id="{E466B689-69FE-43AE-8ED6-B69399E87DB2}"/>
              </a:ext>
            </a:extLst>
          </p:cNvPr>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9318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No Logo With Strap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A4E07880-3323-655B-4623-79B6F8B3012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marL="0" indent="0" algn="l" defTabSz="914400" rtl="0" eaLnBrk="1" latinLnBrk="0" hangingPunct="1">
              <a:lnSpc>
                <a:spcPct val="85000"/>
              </a:lnSpc>
              <a:spcBef>
                <a:spcPct val="0"/>
              </a:spcBef>
              <a:buFont typeface="Arial" panose="020B0604020202020204" pitchFamily="34" charset="0"/>
              <a:buNone/>
              <a:defRPr lang="en-CA" sz="700" b="0" kern="1200" baseline="0" dirty="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97696"/>
            <a:ext cx="8408988" cy="432642"/>
          </a:xfrm>
          <a:prstGeom prst="rect">
            <a:avLst/>
          </a:prstGeo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58005"/>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900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7742205-BCB3-FDCA-D69A-80038ABB63C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defRPr sz="2200"/>
            </a:lvl1p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a:cxnSpLocks/>
          </p:cNvCxnSpPr>
          <p:nvPr/>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211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2CA8E89-00EF-C267-8379-76E2A2A85AE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58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No Logo With Strap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6B8C178-DAEB-60E1-BECD-C223885D665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marL="0" indent="0" algn="l" defTabSz="914400" rtl="0" eaLnBrk="1" latinLnBrk="0" hangingPunct="1">
              <a:lnSpc>
                <a:spcPct val="85000"/>
              </a:lnSpc>
              <a:spcBef>
                <a:spcPct val="0"/>
              </a:spcBef>
              <a:buFont typeface="Arial" panose="020B0604020202020204" pitchFamily="34" charset="0"/>
              <a:buNone/>
              <a:defRPr lang="en-CA" sz="700" b="0" kern="1200" baseline="0" dirty="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97696"/>
            <a:ext cx="8408988" cy="432642"/>
          </a:xfrm>
          <a:prstGeom prst="rect">
            <a:avLst/>
          </a:prstGeo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58005"/>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28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9024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961EF2-D691-475A-8925-921775980BFF}" type="slidenum">
              <a:rPr lang="en-US" smtClean="0"/>
              <a:t>‹#›</a:t>
            </a:fld>
            <a:endParaRPr lang="en-US"/>
          </a:p>
        </p:txBody>
      </p:sp>
      <p:sp>
        <p:nvSpPr>
          <p:cNvPr id="7" name="Rounded Rectangle 6"/>
          <p:cNvSpPr/>
          <p:nvPr/>
        </p:nvSpPr>
        <p:spPr>
          <a:xfrm>
            <a:off x="324000" y="1730374"/>
            <a:ext cx="8496000" cy="106362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p:cNvCxnSpPr/>
          <p:nvPr/>
        </p:nvCxnSpPr>
        <p:spPr>
          <a:xfrm>
            <a:off x="341070" y="6237923"/>
            <a:ext cx="8496000" cy="0"/>
          </a:xfrm>
          <a:prstGeom prst="line">
            <a:avLst/>
          </a:prstGeom>
          <a:ln w="4445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551492"/>
      </p:ext>
    </p:extLst>
  </p:cSld>
  <p:clrMap bg1="lt1" tx1="dk1" bg2="lt2" tx2="dk2" accent1="accent1" accent2="accent2" accent3="accent3" accent4="accent4" accent5="accent5" accent6="accent6" hlink="hlink" folHlink="folHlink"/>
  <p:sldLayoutIdLst>
    <p:sldLayoutId id="2147483719" r:id="rId1"/>
    <p:sldLayoutId id="2147483739" r:id="rId2"/>
    <p:sldLayoutId id="2147483740" r:id="rId3"/>
  </p:sldLayoutIdLst>
  <p:hf hdr="0" ftr="0" dt="0"/>
  <p:txStyles>
    <p:titleStyle>
      <a:lvl1pPr algn="l" defTabSz="914400" rtl="0" eaLnBrk="1" latinLnBrk="0" hangingPunct="1">
        <a:lnSpc>
          <a:spcPct val="90000"/>
        </a:lnSpc>
        <a:spcBef>
          <a:spcPct val="0"/>
        </a:spcBef>
        <a:buNone/>
        <a:defRPr sz="3600" kern="1200">
          <a:solidFill>
            <a:schemeClr val="bg2">
              <a:lumMod val="25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dirty="0"/>
              <a:t>Click to edit Master title style</a:t>
            </a:r>
            <a:endParaRPr lang="en-CA" dirty="0"/>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5"/>
          <a:srcRect/>
          <a:stretch/>
        </p:blipFill>
        <p:spPr>
          <a:xfrm>
            <a:off x="344180" y="6498666"/>
            <a:ext cx="1155537" cy="270527"/>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a:solidFill>
                  <a:schemeClr val="tx1"/>
                </a:solidFill>
                <a:latin typeface="Palatino Linotype" panose="02040502050505030304" pitchFamily="18" charset="0"/>
                <a:cs typeface="Arial" panose="020B0604020202020204" pitchFamily="34" charset="0"/>
              </a:rPr>
              <a:t>Private &amp; Confidential</a:t>
            </a:r>
          </a:p>
        </p:txBody>
      </p:sp>
      <p:cxnSp>
        <p:nvCxnSpPr>
          <p:cNvPr id="3" name="Straight Connector 2">
            <a:extLst>
              <a:ext uri="{FF2B5EF4-FFF2-40B4-BE49-F238E27FC236}">
                <a16:creationId xmlns:a16="http://schemas.microsoft.com/office/drawing/2014/main" id="{158B65CF-88AB-1F68-463F-3AC88A44BBA2}"/>
              </a:ext>
            </a:extLst>
          </p:cNvPr>
          <p:cNvCxnSpPr>
            <a:cxnSpLocks/>
          </p:cNvCxnSpPr>
          <p:nvPr userDrawn="1"/>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6917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41" r:id="rId3"/>
  </p:sldLayoutIdLst>
  <p:txStyles>
    <p:titleStyle>
      <a:lvl1pPr algn="l" defTabSz="914400" rtl="0" eaLnBrk="1" latinLnBrk="0" hangingPunct="1">
        <a:lnSpc>
          <a:spcPct val="90000"/>
        </a:lnSpc>
        <a:spcBef>
          <a:spcPct val="0"/>
        </a:spcBef>
        <a:buNone/>
        <a:defRPr sz="22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 Id="rId8" Type="http://schemas.openxmlformats.org/officeDocument/2006/relationships/image" Target="../media/image9.svg"/><Relationship Id="rId9" Type="http://schemas.openxmlformats.org/officeDocument/2006/relationships/image" Target="../media/image10.svg"/><Relationship Id="rId10" Type="http://schemas.openxmlformats.org/officeDocument/2006/relationships/image" Target="../media/image11.svg"/><Relationship Id="rId11" Type="http://schemas.openxmlformats.org/officeDocument/2006/relationships/image" Target="../media/image12.svg"/><Relationship Id="rId12"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slideLayout" Target="../slideLayouts/slideLayout4.xml"/><Relationship Id="rId4" Type="http://schemas.openxmlformats.org/officeDocument/2006/relationships/notesSlide" Target="../notesSlides/notesSlide2.xml"/><Relationship Id="rId5" Type="http://schemas.openxmlformats.org/officeDocument/2006/relationships/image" Target="../media/image14.png"/><Relationship Id="rId6" Type="http://schemas.openxmlformats.org/officeDocument/2006/relationships/image" Target="../media/image15.emf"/><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jpeg"/><Relationship Id="rId11" Type="http://schemas.openxmlformats.org/officeDocument/2006/relationships/image" Target="../media/image20.jpeg"/><Relationship Id="rId12" Type="http://schemas.openxmlformats.org/officeDocument/2006/relationships/image" Target="../media/image21.sv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jpeg"/><Relationship Id="rId18" Type="http://schemas.openxmlformats.org/officeDocument/2006/relationships/image" Target="../media/image27.png"/><Relationship Id="rId19" Type="http://schemas.openxmlformats.org/officeDocument/2006/relationships/image" Target="../media/image28.png"/><Relationship Id="rId20"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0.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jpeg"/><Relationship Id="rId10" Type="http://schemas.openxmlformats.org/officeDocument/2006/relationships/image" Target="../media/image36.jpeg"/><Relationship Id="rId11" Type="http://schemas.openxmlformats.org/officeDocument/2006/relationships/image" Target="../media/image37.png"/></Relationships>
</file>

<file path=ppt/slides/_rels/slide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4.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50519" y="1817756"/>
            <a:ext cx="8471649" cy="893763"/>
          </a:xfrm>
          <a:prstGeom prst="rect">
            <a:avLst/>
          </a:prstGeom>
        </p:spPr>
        <p:txBody>
          <a:bodyPr anchor="t" anchorCtr="0">
            <a:noAutofit/>
          </a:bodyPr>
          <a:lstStyle>
            <a:lvl1pPr algn="ctr" defTabSz="914400" rtl="0" eaLnBrk="1" latinLnBrk="0" hangingPunct="1">
              <a:lnSpc>
                <a:spcPct val="90000"/>
              </a:lnSpc>
              <a:spcBef>
                <a:spcPct val="0"/>
              </a:spcBef>
              <a:buNone/>
              <a:defRPr sz="6000" kern="1200">
                <a:solidFill>
                  <a:schemeClr val="bg2">
                    <a:lumMod val="25000"/>
                  </a:schemeClr>
                </a:solidFill>
                <a:latin typeface="Corbel" panose="020B0503020204020204" pitchFamily="34" charset="0"/>
                <a:ea typeface="+mj-ea"/>
                <a:cs typeface="+mj-cs"/>
              </a:defRPr>
            </a:lvl1pPr>
          </a:lstStyle>
          <a:p>
            <a:pPr algn="l">
              <a:spcAft>
                <a:spcPts val="300"/>
              </a:spcAft>
            </a:pPr>
            <a:r>
              <a:rPr lang="en-US" sz="3000" b="1" dirty="0">
                <a:solidFill>
                  <a:schemeClr val="bg1"/>
                </a:solidFill>
                <a:latin typeface="Palatino Linotype" panose="02040502050505030304" pitchFamily="18" charset="0"/>
              </a:rPr>
              <a:t>[CLIENT NAME]</a:t>
            </a:r>
          </a:p>
          <a:p>
            <a:pPr algn="l">
              <a:spcAft>
                <a:spcPts val="300"/>
              </a:spcAft>
            </a:pPr>
            <a:r>
              <a:rPr lang="en-US" sz="3000" i="1" dirty="0">
                <a:solidFill>
                  <a:schemeClr val="bg1"/>
                </a:solidFill>
                <a:latin typeface="Palatino Linotype" panose="02040502050505030304" pitchFamily="18" charset="0"/>
              </a:rPr>
              <a:t>Internal Discussion Materials</a:t>
            </a:r>
          </a:p>
          <a:p>
            <a:pPr algn="l">
              <a:spcAft>
                <a:spcPts val="300"/>
              </a:spcAft>
            </a:pPr>
            <a:endParaRPr lang="en-US" sz="3000" b="1" dirty="0">
              <a:solidFill>
                <a:schemeClr val="bg1"/>
              </a:solidFill>
              <a:latin typeface="Palatino Linotype" panose="02040502050505030304" pitchFamily="18" charset="0"/>
            </a:endParaRPr>
          </a:p>
        </p:txBody>
      </p:sp>
      <p:pic>
        <p:nvPicPr>
          <p:cNvPr id="2" name="Picture 1"/>
          <p:cNvPicPr>
            <a:picLocks noChangeAspect="1"/>
          </p:cNvPicPr>
          <p:nvPr/>
        </p:nvPicPr>
        <p:blipFill>
          <a:blip r:embed="rId3"/>
          <a:srcRect/>
          <a:stretch/>
        </p:blipFill>
        <p:spPr>
          <a:xfrm>
            <a:off x="6995886" y="5678372"/>
            <a:ext cx="1822672" cy="426079"/>
          </a:xfrm>
          <a:prstGeom prst="rect">
            <a:avLst/>
          </a:prstGeom>
        </p:spPr>
      </p:pic>
      <p:sp>
        <p:nvSpPr>
          <p:cNvPr id="9" name="Subtitle 2"/>
          <p:cNvSpPr txBox="1">
            <a:spLocks/>
          </p:cNvSpPr>
          <p:nvPr/>
        </p:nvSpPr>
        <p:spPr>
          <a:xfrm>
            <a:off x="238759" y="6347009"/>
            <a:ext cx="3256747" cy="350202"/>
          </a:xfrm>
          <a:prstGeom prst="rect">
            <a:avLst/>
          </a:prstGeom>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2">
                    <a:lumMod val="50000"/>
                  </a:schemeClr>
                </a:solidFill>
                <a:latin typeface="Aharoni" panose="02010803020104030203" pitchFamily="2" charset="-79"/>
                <a:ea typeface="+mn-ea"/>
                <a:cs typeface="Aharoni" panose="02010803020104030203" pitchFamily="2" charset="-79"/>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a:latin typeface="Palatino Linotype" panose="02040502050505030304" pitchFamily="18" charset="0"/>
              </a:rPr>
              <a:t>Private and Confidential</a:t>
            </a:r>
          </a:p>
        </p:txBody>
      </p:sp>
      <p:sp>
        <p:nvSpPr>
          <p:cNvPr id="8" name="Subtitle 2">
            <a:extLst>
              <a:ext uri="{FF2B5EF4-FFF2-40B4-BE49-F238E27FC236}">
                <a16:creationId xmlns:a16="http://schemas.microsoft.com/office/drawing/2014/main" id="{EAB097C7-814D-0B34-891A-561B5B6C6799}"/>
              </a:ext>
            </a:extLst>
          </p:cNvPr>
          <p:cNvSpPr>
            <a:spLocks noGrp="1"/>
          </p:cNvSpPr>
          <p:nvPr>
            <p:ph type="subTitle" idx="1"/>
          </p:nvPr>
        </p:nvSpPr>
        <p:spPr>
          <a:xfrm>
            <a:off x="6114633" y="6347009"/>
            <a:ext cx="2784213" cy="350202"/>
          </a:xfrm>
        </p:spPr>
        <p:txBody>
          <a:bodyPr anchor="ctr" anchorCtr="0">
            <a:noAutofit/>
          </a:bodyPr>
          <a:lstStyle/>
          <a:p>
            <a:pPr algn="r"/>
            <a:r>
              <a:rPr lang="en-US" sz="1800" dirty="0">
                <a:latin typeface="Palatino Linotype" panose="02040502050505030304" pitchFamily="18" charset="0"/>
              </a:rPr>
              <a:t>[Date]</a:t>
            </a:r>
          </a:p>
        </p:txBody>
      </p:sp>
    </p:spTree>
    <p:extLst>
      <p:ext uri="{BB962C8B-B14F-4D97-AF65-F5344CB8AC3E}">
        <p14:creationId xmlns:p14="http://schemas.microsoft.com/office/powerpoint/2010/main" val="321668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7C929-C4A1-3BBA-9309-29E0EE0A7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70C80-5816-2188-4D7F-69028741DA6E}"/>
              </a:ext>
            </a:extLst>
          </p:cNvPr>
          <p:cNvSpPr>
            <a:spLocks noGrp="1"/>
          </p:cNvSpPr>
          <p:nvPr>
            <p:ph type="title"/>
          </p:nvPr>
        </p:nvSpPr>
        <p:spPr/>
        <p:txBody>
          <a:bodyPr/>
          <a:lstStyle/>
          <a:p>
            <a:r>
              <a:rPr lang="en-CA" dirty="0"/>
              <a:t>Executive Summary</a:t>
            </a:r>
          </a:p>
        </p:txBody>
      </p:sp>
      <p:sp>
        <p:nvSpPr>
          <p:cNvPr id="3" name="Slide Number Placeholder 3">
            <a:extLst>
              <a:ext uri="{FF2B5EF4-FFF2-40B4-BE49-F238E27FC236}">
                <a16:creationId xmlns:a16="http://schemas.microsoft.com/office/drawing/2014/main" id="{B27B7067-B62D-DCD3-9BAA-CF5F853F19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8" name="Text Placeholder 7">
            <a:extLst>
              <a:ext uri="{FF2B5EF4-FFF2-40B4-BE49-F238E27FC236}">
                <a16:creationId xmlns:a16="http://schemas.microsoft.com/office/drawing/2014/main" id="{F6B088B6-3902-16EC-6305-15CB7EC42E03}"/>
              </a:ext>
            </a:extLst>
          </p:cNvPr>
          <p:cNvSpPr>
            <a:spLocks noGrp="1"/>
          </p:cNvSpPr>
          <p:nvPr>
            <p:ph type="body" sz="quarter" idx="13"/>
          </p:nvPr>
        </p:nvSpPr>
        <p:spPr/>
        <p:txBody>
          <a:bodyPr/>
          <a:lstStyle/>
          <a:p>
            <a:endParaRPr lang="en-CA"/>
          </a:p>
        </p:txBody>
      </p:sp>
      <p:sp>
        <p:nvSpPr>
          <p:cNvPr id="6" name="Content Placeholder 7">
            <a:extLst>
              <a:ext uri="{FF2B5EF4-FFF2-40B4-BE49-F238E27FC236}">
                <a16:creationId xmlns:a16="http://schemas.microsoft.com/office/drawing/2014/main" id="{2A922066-1268-CC97-BBC7-7981216504D9}"/>
              </a:ext>
            </a:extLst>
          </p:cNvPr>
          <p:cNvSpPr txBox="1">
            <a:spLocks/>
          </p:cNvSpPr>
          <p:nvPr/>
        </p:nvSpPr>
        <p:spPr bwMode="auto">
          <a:xfrm>
            <a:off x="323925" y="1035618"/>
            <a:ext cx="8496150" cy="528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oAutofit/>
          </a:bodyPr>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Financial Inc. (“</a:t>
            </a:r>
            <a:r>
              <a:rPr kumimoji="0" lang="en-US" sz="1200" b="1"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a:t>
            </a: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 believes [Client Legal Name] (“</a:t>
            </a:r>
            <a:r>
              <a:rPr kumimoji="0" lang="en-US" sz="1200" b="1"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[Client Short Form Name]</a:t>
            </a: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 or the “</a:t>
            </a:r>
            <a:r>
              <a:rPr kumimoji="0" lang="en-US" sz="1200" b="1"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Company</a:t>
            </a: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 is a compelling [rational for deck]</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endParaRPr lang="en-US" dirty="0">
              <a:solidFill>
                <a:prstClr val="black"/>
              </a:solidFill>
            </a:endParaRPr>
          </a:p>
          <a:p>
            <a:pPr marL="360000" lvl="1" indent="-180000">
              <a:lnSpc>
                <a:spcPct val="100000"/>
              </a:lnSpc>
              <a:spcBef>
                <a:spcPts val="200"/>
              </a:spcBef>
              <a:spcAft>
                <a:spcPts val="300"/>
              </a:spcAft>
              <a:buClr>
                <a:srgbClr val="1B2759"/>
              </a:buClr>
              <a:buSzPct val="100000"/>
              <a:buFont typeface="Palatino Linotype" panose="02040502050505030304" pitchFamily="18" charset="0"/>
              <a:buChar char="−"/>
              <a:defRPr/>
            </a:pPr>
            <a:r>
              <a:rPr lang="en-US" dirty="0">
                <a:solidFill>
                  <a:prstClr val="black"/>
                </a:solidFill>
              </a:rPr>
              <a:t>[x]</a:t>
            </a:r>
          </a:p>
          <a:p>
            <a:pPr marL="360000" lvl="1" indent="-180000">
              <a:lnSpc>
                <a:spcPct val="100000"/>
              </a:lnSpc>
              <a:spcBef>
                <a:spcPts val="200"/>
              </a:spcBef>
              <a:spcAft>
                <a:spcPts val="300"/>
              </a:spcAft>
              <a:buClr>
                <a:srgbClr val="1B2759"/>
              </a:buClr>
              <a:buSzPct val="100000"/>
              <a:buFont typeface="Palatino Linotype" panose="02040502050505030304" pitchFamily="18" charset="0"/>
              <a:buChar char="−"/>
              <a:defRPr/>
            </a:pPr>
            <a:r>
              <a:rPr lang="en-US" dirty="0">
                <a:solidFill>
                  <a:prstClr val="black"/>
                </a:solidFill>
              </a:rPr>
              <a:t>[x]</a:t>
            </a:r>
          </a:p>
          <a:p>
            <a:pPr marL="180000" lvl="1" indent="-180000">
              <a:lnSpc>
                <a:spcPct val="100000"/>
              </a:lnSpc>
              <a:spcBef>
                <a:spcPts val="200"/>
              </a:spcBef>
              <a:spcAft>
                <a:spcPts val="300"/>
              </a:spcAft>
              <a:buClr>
                <a:srgbClr val="1B2759"/>
              </a:buClr>
              <a:defRPr/>
            </a:pPr>
            <a:r>
              <a:rPr lang="en-US" dirty="0">
                <a:solidFill>
                  <a:prstClr val="black"/>
                </a:solidFill>
              </a:rPr>
              <a:t>[x]</a:t>
            </a:r>
          </a:p>
          <a:p>
            <a:pPr marL="360000" lvl="1" indent="-180000">
              <a:lnSpc>
                <a:spcPct val="100000"/>
              </a:lnSpc>
              <a:spcBef>
                <a:spcPts val="200"/>
              </a:spcBef>
              <a:spcAft>
                <a:spcPts val="300"/>
              </a:spcAft>
              <a:buClr>
                <a:srgbClr val="1B2759"/>
              </a:buClr>
              <a:buSzPct val="100000"/>
              <a:buFont typeface="Palatino Linotype" panose="02040502050505030304" pitchFamily="18" charset="0"/>
              <a:buChar char="−"/>
              <a:defRPr/>
            </a:pPr>
            <a:r>
              <a:rPr lang="en-US" dirty="0">
                <a:solidFill>
                  <a:prstClr val="black"/>
                </a:solidFill>
              </a:rPr>
              <a:t>[x]</a:t>
            </a:r>
          </a:p>
          <a:p>
            <a:pPr marL="360000" lvl="1" indent="-180000">
              <a:lnSpc>
                <a:spcPct val="100000"/>
              </a:lnSpc>
              <a:spcBef>
                <a:spcPts val="200"/>
              </a:spcBef>
              <a:spcAft>
                <a:spcPts val="300"/>
              </a:spcAft>
              <a:buClr>
                <a:srgbClr val="1B2759"/>
              </a:buClr>
              <a:buSzPct val="100000"/>
              <a:buFont typeface="Palatino Linotype" panose="02040502050505030304" pitchFamily="18" charset="0"/>
              <a:buChar char="−"/>
              <a:defRPr/>
            </a:pPr>
            <a:r>
              <a:rPr lang="en-US" dirty="0">
                <a:solidFill>
                  <a:prstClr val="black"/>
                </a:solidFill>
              </a:rPr>
              <a:t>[x]</a:t>
            </a:r>
          </a:p>
          <a:p>
            <a:pPr marL="180000" lvl="1" indent="-180000">
              <a:lnSpc>
                <a:spcPct val="100000"/>
              </a:lnSpc>
              <a:spcBef>
                <a:spcPts val="200"/>
              </a:spcBef>
              <a:spcAft>
                <a:spcPts val="300"/>
              </a:spcAft>
              <a:buClr>
                <a:srgbClr val="1B2759"/>
              </a:buClr>
              <a:defRPr/>
            </a:pPr>
            <a:r>
              <a:rPr lang="en-US" dirty="0">
                <a:solidFill>
                  <a:prstClr val="black"/>
                </a:solidFill>
              </a:rPr>
              <a:t>[x]</a:t>
            </a:r>
          </a:p>
          <a:p>
            <a:pPr marL="0" lvl="1" indent="0">
              <a:lnSpc>
                <a:spcPct val="100000"/>
              </a:lnSpc>
              <a:spcBef>
                <a:spcPts val="200"/>
              </a:spcBef>
              <a:spcAft>
                <a:spcPts val="300"/>
              </a:spcAft>
              <a:buClr>
                <a:srgbClr val="1B2759"/>
              </a:buClr>
              <a:buNone/>
              <a:defRPr/>
            </a:pPr>
            <a:endParaRPr lang="en-US" dirty="0">
              <a:solidFill>
                <a:prstClr val="black"/>
              </a:solidFill>
            </a:endParaRPr>
          </a:p>
          <a:p>
            <a:pPr marL="180000" lvl="1" indent="-180000">
              <a:lnSpc>
                <a:spcPct val="100000"/>
              </a:lnSpc>
              <a:spcBef>
                <a:spcPts val="200"/>
              </a:spcBef>
              <a:spcAft>
                <a:spcPts val="300"/>
              </a:spcAft>
              <a:buClr>
                <a:srgbClr val="1B2759"/>
              </a:buClr>
              <a:defRPr/>
            </a:pPr>
            <a:endParaRPr lang="en-US" dirty="0">
              <a:solidFill>
                <a:prstClr val="black"/>
              </a:solidFill>
            </a:endParaRPr>
          </a:p>
          <a:p>
            <a:pPr marL="180000" lvl="1" indent="-180000">
              <a:lnSpc>
                <a:spcPct val="100000"/>
              </a:lnSpc>
              <a:spcBef>
                <a:spcPts val="200"/>
              </a:spcBef>
              <a:spcAft>
                <a:spcPts val="300"/>
              </a:spcAft>
              <a:buClr>
                <a:srgbClr val="1B2759"/>
              </a:buClr>
              <a:defRPr/>
            </a:pPr>
            <a:endParaRPr lang="en-US" dirty="0">
              <a:solidFill>
                <a:prstClr val="black"/>
              </a:solidFill>
            </a:endParaRP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endPar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Tree>
    <p:custDataLst>
      <p:tags r:id="rId1"/>
    </p:custDataLst>
    <p:extLst>
      <p:ext uri="{BB962C8B-B14F-4D97-AF65-F5344CB8AC3E}">
        <p14:creationId xmlns:p14="http://schemas.microsoft.com/office/powerpoint/2010/main" val="3246804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C12F2-E53F-2B65-88BD-316CB9EF5602}"/>
            </a:ext>
          </a:extLst>
        </p:cNvPr>
        <p:cNvGrpSpPr/>
        <p:nvPr/>
      </p:nvGrpSpPr>
      <p:grpSpPr>
        <a:xfrm>
          <a:off x="0" y="0"/>
          <a:ext cx="0" cy="0"/>
          <a:chOff x="0" y="0"/>
          <a:chExt cx="0" cy="0"/>
        </a:xfrm>
      </p:grpSpPr>
      <p:sp>
        <p:nvSpPr>
          <p:cNvPr id="6" name="Rectangle 42">
            <a:extLst>
              <a:ext uri="{FF2B5EF4-FFF2-40B4-BE49-F238E27FC236}">
                <a16:creationId xmlns:a16="http://schemas.microsoft.com/office/drawing/2014/main" id="{11ED205F-40AD-FD53-FDA7-EF32BD71E232}"/>
              </a:ext>
            </a:extLst>
          </p:cNvPr>
          <p:cNvSpPr>
            <a:spLocks noChangeArrowheads="1"/>
          </p:cNvSpPr>
          <p:nvPr/>
        </p:nvSpPr>
        <p:spPr bwMode="auto">
          <a:xfrm>
            <a:off x="318302" y="4029703"/>
            <a:ext cx="8496150" cy="17380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CA" sz="1400" noProof="0">
              <a:solidFill>
                <a:prstClr val="white"/>
              </a:solidFill>
              <a:latin typeface="Palatino Linotype" panose="02040502050505030304" pitchFamily="18" charset="0"/>
            </a:endParaRPr>
          </a:p>
        </p:txBody>
      </p:sp>
      <p:sp>
        <p:nvSpPr>
          <p:cNvPr id="2" name="Title 1">
            <a:extLst>
              <a:ext uri="{FF2B5EF4-FFF2-40B4-BE49-F238E27FC236}">
                <a16:creationId xmlns:a16="http://schemas.microsoft.com/office/drawing/2014/main" id="{312D6FA8-FDB2-6BD3-B1AC-B3C3E9BE4046}"/>
              </a:ext>
            </a:extLst>
          </p:cNvPr>
          <p:cNvSpPr>
            <a:spLocks noGrp="1"/>
          </p:cNvSpPr>
          <p:nvPr>
            <p:ph type="title"/>
          </p:nvPr>
        </p:nvSpPr>
        <p:spPr/>
        <p:txBody>
          <a:bodyPr>
            <a:normAutofit/>
          </a:bodyPr>
          <a:lstStyle/>
          <a:p>
            <a:r>
              <a:rPr lang="en-CA" sz="2200" noProof="0"/>
              <a:t>INFOR Financial Inc. Overview </a:t>
            </a:r>
          </a:p>
        </p:txBody>
      </p:sp>
      <p:sp>
        <p:nvSpPr>
          <p:cNvPr id="22" name="Slide Number Placeholder 3">
            <a:extLst>
              <a:ext uri="{FF2B5EF4-FFF2-40B4-BE49-F238E27FC236}">
                <a16:creationId xmlns:a16="http://schemas.microsoft.com/office/drawing/2014/main" id="{F6708284-CE57-A4E5-0DE1-74D97E9B0329}"/>
              </a:ext>
            </a:extLst>
          </p:cNvPr>
          <p:cNvSpPr>
            <a:spLocks noGrp="1"/>
          </p:cNvSpPr>
          <p:nvPr>
            <p:ph type="sldNum" sz="quarter" idx="12"/>
          </p:nvPr>
        </p:nvSpPr>
        <p:spPr/>
        <p:txBody>
          <a:bodyPr/>
          <a:lstStyle/>
          <a:p>
            <a:fld id="{B0BBF262-6B1A-47DC-B7A7-A92B0DCA2A1B}" type="slidenum">
              <a:rPr lang="en-CA" noProof="0" smtClean="0"/>
              <a:pPr/>
              <a:t>2</a:t>
            </a:fld>
            <a:endParaRPr lang="en-CA" noProof="0"/>
          </a:p>
        </p:txBody>
      </p:sp>
      <p:sp>
        <p:nvSpPr>
          <p:cNvPr id="4" name="Text Placeholder 3">
            <a:extLst>
              <a:ext uri="{FF2B5EF4-FFF2-40B4-BE49-F238E27FC236}">
                <a16:creationId xmlns:a16="http://schemas.microsoft.com/office/drawing/2014/main" id="{E3454AED-474C-D3CC-D7A0-E25F34281380}"/>
              </a:ext>
            </a:extLst>
          </p:cNvPr>
          <p:cNvSpPr>
            <a:spLocks noGrp="1"/>
          </p:cNvSpPr>
          <p:nvPr>
            <p:ph type="body" sz="quarter" idx="13"/>
          </p:nvPr>
        </p:nvSpPr>
        <p:spPr>
          <a:prstGeom prst="rect">
            <a:avLst/>
          </a:prstGeom>
        </p:spPr>
        <p:txBody>
          <a:bodyPr/>
          <a:lstStyle/>
          <a:p>
            <a:r>
              <a:rPr lang="en-CA" noProof="0">
                <a:solidFill>
                  <a:schemeClr val="tx2"/>
                </a:solidFill>
              </a:rPr>
              <a:t>INFOR is Canada’s leading provider of innovative, independent, forward thinking financial &amp; strategic advice</a:t>
            </a:r>
          </a:p>
        </p:txBody>
      </p:sp>
      <p:sp>
        <p:nvSpPr>
          <p:cNvPr id="5" name="Content Placeholder 7">
            <a:extLst>
              <a:ext uri="{FF2B5EF4-FFF2-40B4-BE49-F238E27FC236}">
                <a16:creationId xmlns:a16="http://schemas.microsoft.com/office/drawing/2014/main" id="{6C7D9B38-8B6F-BB85-5ABB-5A351497EF45}"/>
              </a:ext>
            </a:extLst>
          </p:cNvPr>
          <p:cNvSpPr txBox="1">
            <a:spLocks/>
          </p:cNvSpPr>
          <p:nvPr/>
        </p:nvSpPr>
        <p:spPr bwMode="auto">
          <a:xfrm>
            <a:off x="323925" y="1079433"/>
            <a:ext cx="8496150" cy="159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lvl="1" indent="-180000">
              <a:lnSpc>
                <a:spcPct val="100000"/>
              </a:lnSpc>
              <a:spcBef>
                <a:spcPts val="300"/>
              </a:spcBef>
              <a:spcAft>
                <a:spcPts val="300"/>
              </a:spcAft>
              <a:buClr>
                <a:srgbClr val="1B2759"/>
              </a:buClr>
              <a:defRPr/>
            </a:pPr>
            <a:r>
              <a:rPr lang="en-CA" sz="1300" noProof="0">
                <a:solidFill>
                  <a:schemeClr val="tx2">
                    <a:lumMod val="85000"/>
                    <a:lumOff val="15000"/>
                  </a:schemeClr>
                </a:solidFill>
                <a:cs typeface="Segoe UI" panose="020B0502040204020203" pitchFamily="34" charset="0"/>
              </a:rPr>
              <a:t>INFOR Financial Inc. (“INFOR”) is one of Canada’s leading independent investment banks</a:t>
            </a:r>
          </a:p>
          <a:p>
            <a:pPr marL="360000" lvl="1" indent="-180000">
              <a:lnSpc>
                <a:spcPct val="100000"/>
              </a:lnSpc>
              <a:spcBef>
                <a:spcPts val="300"/>
              </a:spcBef>
              <a:spcAft>
                <a:spcPts val="300"/>
              </a:spcAft>
              <a:buClr>
                <a:srgbClr val="1B2759"/>
              </a:buClr>
              <a:buSzPct val="100000"/>
              <a:buFont typeface="Palatino Linotype" panose="02040502050505030304" pitchFamily="18" charset="0"/>
              <a:buChar char="−"/>
              <a:defRPr/>
            </a:pPr>
            <a:r>
              <a:rPr lang="en-CA" sz="1250" noProof="0">
                <a:solidFill>
                  <a:schemeClr val="tx2">
                    <a:lumMod val="85000"/>
                    <a:lumOff val="15000"/>
                  </a:schemeClr>
                </a:solidFill>
                <a:cs typeface="Segoe UI" panose="020B0502040204020203" pitchFamily="34" charset="0"/>
              </a:rPr>
              <a:t>Our team has been directly involved in originating and executing over 2,000 transactions totaling more than $400 billion</a:t>
            </a:r>
          </a:p>
          <a:p>
            <a:pPr marL="360000" lvl="1" indent="-180000">
              <a:lnSpc>
                <a:spcPct val="100000"/>
              </a:lnSpc>
              <a:spcBef>
                <a:spcPts val="300"/>
              </a:spcBef>
              <a:spcAft>
                <a:spcPts val="300"/>
              </a:spcAft>
              <a:buClr>
                <a:srgbClr val="1B2759"/>
              </a:buClr>
              <a:buSzPct val="100000"/>
              <a:buFont typeface="Palatino Linotype" panose="02040502050505030304" pitchFamily="18" charset="0"/>
              <a:buChar char="−"/>
              <a:defRPr/>
            </a:pPr>
            <a:r>
              <a:rPr lang="en-CA" sz="1250" noProof="0">
                <a:solidFill>
                  <a:schemeClr val="tx2">
                    <a:lumMod val="85000"/>
                    <a:lumOff val="15000"/>
                  </a:schemeClr>
                </a:solidFill>
                <a:cs typeface="Segoe UI" panose="020B0502040204020203" pitchFamily="34" charset="0"/>
              </a:rPr>
              <a:t>Extensive experience providing advisory services on complex, transformational transactions and related capital markets activities</a:t>
            </a:r>
          </a:p>
          <a:p>
            <a:pPr marL="360000" lvl="1" indent="-180000">
              <a:lnSpc>
                <a:spcPct val="100000"/>
              </a:lnSpc>
              <a:spcBef>
                <a:spcPts val="300"/>
              </a:spcBef>
              <a:spcAft>
                <a:spcPts val="300"/>
              </a:spcAft>
              <a:buClr>
                <a:srgbClr val="1B2759"/>
              </a:buClr>
              <a:buSzPct val="100000"/>
              <a:buFont typeface="Palatino Linotype" panose="02040502050505030304" pitchFamily="18" charset="0"/>
              <a:buChar char="−"/>
              <a:defRPr/>
            </a:pPr>
            <a:r>
              <a:rPr lang="en-CA" sz="1250" noProof="0">
                <a:solidFill>
                  <a:schemeClr val="tx2">
                    <a:lumMod val="85000"/>
                    <a:lumOff val="15000"/>
                  </a:schemeClr>
                </a:solidFill>
                <a:cs typeface="Segoe UI" panose="020B0502040204020203" pitchFamily="34" charset="0"/>
              </a:rPr>
              <a:t>Since inception, INFOR has consistently ranked as one of Canada’s top independent M&amp;A advisors by Bloomberg</a:t>
            </a:r>
          </a:p>
        </p:txBody>
      </p:sp>
      <p:sp>
        <p:nvSpPr>
          <p:cNvPr id="8" name="Rectangle 42">
            <a:extLst>
              <a:ext uri="{FF2B5EF4-FFF2-40B4-BE49-F238E27FC236}">
                <a16:creationId xmlns:a16="http://schemas.microsoft.com/office/drawing/2014/main" id="{AFF00150-6F9A-3083-0E66-526E65874F9E}"/>
              </a:ext>
            </a:extLst>
          </p:cNvPr>
          <p:cNvSpPr>
            <a:spLocks noChangeArrowheads="1"/>
          </p:cNvSpPr>
          <p:nvPr/>
        </p:nvSpPr>
        <p:spPr bwMode="auto">
          <a:xfrm>
            <a:off x="323925" y="2673699"/>
            <a:ext cx="8493293" cy="3077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CA" sz="1400" b="1" noProof="0">
                <a:solidFill>
                  <a:prstClr val="white"/>
                </a:solidFill>
                <a:latin typeface="Palatino Linotype" panose="02040502050505030304" pitchFamily="18" charset="0"/>
              </a:rPr>
              <a:t>Core Expertise</a:t>
            </a:r>
          </a:p>
        </p:txBody>
      </p:sp>
      <p:sp>
        <p:nvSpPr>
          <p:cNvPr id="9" name="Rectangle 42">
            <a:extLst>
              <a:ext uri="{FF2B5EF4-FFF2-40B4-BE49-F238E27FC236}">
                <a16:creationId xmlns:a16="http://schemas.microsoft.com/office/drawing/2014/main" id="{1FA0CA01-9ECF-1F78-AA59-4F3D35C72674}"/>
              </a:ext>
            </a:extLst>
          </p:cNvPr>
          <p:cNvSpPr>
            <a:spLocks noChangeArrowheads="1"/>
          </p:cNvSpPr>
          <p:nvPr/>
        </p:nvSpPr>
        <p:spPr bwMode="auto">
          <a:xfrm>
            <a:off x="321069" y="3672795"/>
            <a:ext cx="8496150" cy="30777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CA" sz="1400" b="1" noProof="0">
                <a:solidFill>
                  <a:prstClr val="white"/>
                </a:solidFill>
                <a:latin typeface="Palatino Linotype" panose="02040502050505030304" pitchFamily="18" charset="0"/>
              </a:rPr>
              <a:t>Industry Experience</a:t>
            </a:r>
          </a:p>
        </p:txBody>
      </p:sp>
      <p:sp>
        <p:nvSpPr>
          <p:cNvPr id="63" name="Rectangle: Rounded Corners 62">
            <a:extLst>
              <a:ext uri="{FF2B5EF4-FFF2-40B4-BE49-F238E27FC236}">
                <a16:creationId xmlns:a16="http://schemas.microsoft.com/office/drawing/2014/main" id="{D8FFE547-C7D4-A660-D5D9-03206211D778}"/>
              </a:ext>
            </a:extLst>
          </p:cNvPr>
          <p:cNvSpPr/>
          <p:nvPr/>
        </p:nvSpPr>
        <p:spPr>
          <a:xfrm>
            <a:off x="3513695" y="5132513"/>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64" name="TextBox 63">
            <a:extLst>
              <a:ext uri="{FF2B5EF4-FFF2-40B4-BE49-F238E27FC236}">
                <a16:creationId xmlns:a16="http://schemas.microsoft.com/office/drawing/2014/main" id="{BD6D8256-2B8C-86CC-0C23-4288AAC912F6}"/>
              </a:ext>
            </a:extLst>
          </p:cNvPr>
          <p:cNvSpPr txBox="1"/>
          <p:nvPr/>
        </p:nvSpPr>
        <p:spPr>
          <a:xfrm>
            <a:off x="3886367" y="5270756"/>
            <a:ext cx="2304601" cy="276999"/>
          </a:xfrm>
          <a:prstGeom prst="rect">
            <a:avLst/>
          </a:prstGeom>
          <a:noFill/>
        </p:spPr>
        <p:txBody>
          <a:bodyPr wrap="square" rtlCol="0">
            <a:spAutoFit/>
          </a:bodyPr>
          <a:lstStyle/>
          <a:p>
            <a:r>
              <a:rPr lang="en-CA" sz="1200" b="1" noProof="0" dirty="0">
                <a:solidFill>
                  <a:schemeClr val="bg1"/>
                </a:solidFill>
                <a:latin typeface="Palatino Linotype" panose="02040502050505030304" pitchFamily="18" charset="0"/>
              </a:rPr>
              <a:t>Agriculture</a:t>
            </a:r>
          </a:p>
        </p:txBody>
      </p:sp>
      <p:grpSp>
        <p:nvGrpSpPr>
          <p:cNvPr id="152" name="Group 151">
            <a:extLst>
              <a:ext uri="{FF2B5EF4-FFF2-40B4-BE49-F238E27FC236}">
                <a16:creationId xmlns:a16="http://schemas.microsoft.com/office/drawing/2014/main" id="{B1477428-388B-209B-E627-F8C2012F9201}"/>
              </a:ext>
            </a:extLst>
          </p:cNvPr>
          <p:cNvGrpSpPr/>
          <p:nvPr/>
        </p:nvGrpSpPr>
        <p:grpSpPr>
          <a:xfrm>
            <a:off x="571531" y="3165351"/>
            <a:ext cx="1847797" cy="327388"/>
            <a:chOff x="485585" y="3226995"/>
            <a:chExt cx="1847797" cy="327388"/>
          </a:xfrm>
        </p:grpSpPr>
        <p:sp>
          <p:nvSpPr>
            <p:cNvPr id="76" name="TextBox 75">
              <a:extLst>
                <a:ext uri="{FF2B5EF4-FFF2-40B4-BE49-F238E27FC236}">
                  <a16:creationId xmlns:a16="http://schemas.microsoft.com/office/drawing/2014/main" id="{D527BE98-D7F1-43A7-258A-4CD1367CCB5C}"/>
                </a:ext>
              </a:extLst>
            </p:cNvPr>
            <p:cNvSpPr txBox="1"/>
            <p:nvPr/>
          </p:nvSpPr>
          <p:spPr>
            <a:xfrm>
              <a:off x="951039" y="3259884"/>
              <a:ext cx="1382343"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Sell-Side M&amp;A</a:t>
              </a:r>
            </a:p>
          </p:txBody>
        </p:sp>
        <p:grpSp>
          <p:nvGrpSpPr>
            <p:cNvPr id="66" name="Group 65">
              <a:extLst>
                <a:ext uri="{FF2B5EF4-FFF2-40B4-BE49-F238E27FC236}">
                  <a16:creationId xmlns:a16="http://schemas.microsoft.com/office/drawing/2014/main" id="{3C2C0A2C-C225-4CAB-1B57-BB3F5073CE0A}"/>
                </a:ext>
              </a:extLst>
            </p:cNvPr>
            <p:cNvGrpSpPr/>
            <p:nvPr/>
          </p:nvGrpSpPr>
          <p:grpSpPr>
            <a:xfrm>
              <a:off x="485585" y="3226995"/>
              <a:ext cx="422023" cy="327388"/>
              <a:chOff x="4950739" y="3138305"/>
              <a:chExt cx="422023" cy="327388"/>
            </a:xfrm>
          </p:grpSpPr>
          <p:sp>
            <p:nvSpPr>
              <p:cNvPr id="67" name="Rectangle: Rounded Corners 66">
                <a:extLst>
                  <a:ext uri="{FF2B5EF4-FFF2-40B4-BE49-F238E27FC236}">
                    <a16:creationId xmlns:a16="http://schemas.microsoft.com/office/drawing/2014/main" id="{4CACCBFD-6A02-5D27-94BD-B26404A8464E}"/>
                  </a:ext>
                </a:extLst>
              </p:cNvPr>
              <p:cNvSpPr/>
              <p:nvPr/>
            </p:nvSpPr>
            <p:spPr>
              <a:xfrm>
                <a:off x="4950739" y="3138305"/>
                <a:ext cx="327387" cy="3273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68" name="Rectangle 67">
                <a:extLst>
                  <a:ext uri="{FF2B5EF4-FFF2-40B4-BE49-F238E27FC236}">
                    <a16:creationId xmlns:a16="http://schemas.microsoft.com/office/drawing/2014/main" id="{D71A7F48-DF01-E32B-B1B3-37E1AC500C6A}"/>
                  </a:ext>
                </a:extLst>
              </p:cNvPr>
              <p:cNvSpPr/>
              <p:nvPr/>
            </p:nvSpPr>
            <p:spPr>
              <a:xfrm>
                <a:off x="5206352" y="3253738"/>
                <a:ext cx="143549" cy="965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69" name="Rectangle: Rounded Corners 68">
                <a:extLst>
                  <a:ext uri="{FF2B5EF4-FFF2-40B4-BE49-F238E27FC236}">
                    <a16:creationId xmlns:a16="http://schemas.microsoft.com/office/drawing/2014/main" id="{4E0A3C0E-CB49-2EEE-E6D9-E5C3C862DDFB}"/>
                  </a:ext>
                </a:extLst>
              </p:cNvPr>
              <p:cNvSpPr/>
              <p:nvPr/>
            </p:nvSpPr>
            <p:spPr>
              <a:xfrm>
                <a:off x="5017622" y="3205187"/>
                <a:ext cx="193622" cy="193623"/>
              </a:xfrm>
              <a:prstGeom prst="roundRect">
                <a:avLst/>
              </a:prstGeom>
              <a:no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nvGrpSpPr>
              <p:cNvPr id="70" name="Group 69">
                <a:extLst>
                  <a:ext uri="{FF2B5EF4-FFF2-40B4-BE49-F238E27FC236}">
                    <a16:creationId xmlns:a16="http://schemas.microsoft.com/office/drawing/2014/main" id="{44E207EF-5C33-94DB-322B-2D33BF02613C}"/>
                  </a:ext>
                </a:extLst>
              </p:cNvPr>
              <p:cNvGrpSpPr/>
              <p:nvPr/>
            </p:nvGrpSpPr>
            <p:grpSpPr>
              <a:xfrm>
                <a:off x="5255265" y="3282014"/>
                <a:ext cx="117497" cy="39971"/>
                <a:chOff x="5140274" y="3291156"/>
                <a:chExt cx="117497" cy="39971"/>
              </a:xfrm>
            </p:grpSpPr>
            <p:cxnSp>
              <p:nvCxnSpPr>
                <p:cNvPr id="71" name="Straight Connector 70">
                  <a:extLst>
                    <a:ext uri="{FF2B5EF4-FFF2-40B4-BE49-F238E27FC236}">
                      <a16:creationId xmlns:a16="http://schemas.microsoft.com/office/drawing/2014/main" id="{F766441D-5C59-9EB2-623F-56E5BD0FF36D}"/>
                    </a:ext>
                  </a:extLst>
                </p:cNvPr>
                <p:cNvCxnSpPr>
                  <a:cxnSpLocks/>
                </p:cNvCxnSpPr>
                <p:nvPr/>
              </p:nvCxnSpPr>
              <p:spPr>
                <a:xfrm>
                  <a:off x="5140274" y="3311521"/>
                  <a:ext cx="11039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0469A3F-9B19-BA5D-8298-D606487D925C}"/>
                    </a:ext>
                  </a:extLst>
                </p:cNvPr>
                <p:cNvCxnSpPr>
                  <a:cxnSpLocks/>
                </p:cNvCxnSpPr>
                <p:nvPr/>
              </p:nvCxnSpPr>
              <p:spPr>
                <a:xfrm rot="10800000" flipV="1">
                  <a:off x="5224063" y="3307589"/>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940B50D-9AB0-4203-9494-B5B3533E8DE7}"/>
                    </a:ext>
                  </a:extLst>
                </p:cNvPr>
                <p:cNvCxnSpPr>
                  <a:cxnSpLocks/>
                </p:cNvCxnSpPr>
                <p:nvPr/>
              </p:nvCxnSpPr>
              <p:spPr>
                <a:xfrm rot="10800000" flipH="1" flipV="1">
                  <a:off x="5224063" y="3291156"/>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grpSp>
      <p:grpSp>
        <p:nvGrpSpPr>
          <p:cNvPr id="129" name="Group 128">
            <a:extLst>
              <a:ext uri="{FF2B5EF4-FFF2-40B4-BE49-F238E27FC236}">
                <a16:creationId xmlns:a16="http://schemas.microsoft.com/office/drawing/2014/main" id="{0B201614-6AD9-30FE-E6F7-5FC4D3219304}"/>
              </a:ext>
            </a:extLst>
          </p:cNvPr>
          <p:cNvGrpSpPr/>
          <p:nvPr/>
        </p:nvGrpSpPr>
        <p:grpSpPr>
          <a:xfrm>
            <a:off x="2751047" y="3165351"/>
            <a:ext cx="1841037" cy="327388"/>
            <a:chOff x="2602700" y="3274620"/>
            <a:chExt cx="1841037" cy="327388"/>
          </a:xfrm>
        </p:grpSpPr>
        <p:sp>
          <p:nvSpPr>
            <p:cNvPr id="85" name="TextBox 84">
              <a:extLst>
                <a:ext uri="{FF2B5EF4-FFF2-40B4-BE49-F238E27FC236}">
                  <a16:creationId xmlns:a16="http://schemas.microsoft.com/office/drawing/2014/main" id="{61B61836-626F-1C98-114B-714403274838}"/>
                </a:ext>
              </a:extLst>
            </p:cNvPr>
            <p:cNvSpPr txBox="1"/>
            <p:nvPr/>
          </p:nvSpPr>
          <p:spPr>
            <a:xfrm>
              <a:off x="3121762" y="3307509"/>
              <a:ext cx="1321975"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Buy-Side M&amp;A</a:t>
              </a:r>
            </a:p>
          </p:txBody>
        </p:sp>
        <p:grpSp>
          <p:nvGrpSpPr>
            <p:cNvPr id="102" name="Group 101">
              <a:extLst>
                <a:ext uri="{FF2B5EF4-FFF2-40B4-BE49-F238E27FC236}">
                  <a16:creationId xmlns:a16="http://schemas.microsoft.com/office/drawing/2014/main" id="{2BD82507-0C27-6236-9580-137D0E0131B7}"/>
                </a:ext>
              </a:extLst>
            </p:cNvPr>
            <p:cNvGrpSpPr/>
            <p:nvPr/>
          </p:nvGrpSpPr>
          <p:grpSpPr>
            <a:xfrm>
              <a:off x="2602700" y="3274620"/>
              <a:ext cx="411010" cy="327388"/>
              <a:chOff x="4978172" y="3794506"/>
              <a:chExt cx="411010" cy="327388"/>
            </a:xfrm>
          </p:grpSpPr>
          <p:grpSp>
            <p:nvGrpSpPr>
              <p:cNvPr id="112" name="Group 111">
                <a:extLst>
                  <a:ext uri="{FF2B5EF4-FFF2-40B4-BE49-F238E27FC236}">
                    <a16:creationId xmlns:a16="http://schemas.microsoft.com/office/drawing/2014/main" id="{AED52957-CDCF-FD44-3E5D-FC4BC5DA64BB}"/>
                  </a:ext>
                </a:extLst>
              </p:cNvPr>
              <p:cNvGrpSpPr/>
              <p:nvPr/>
            </p:nvGrpSpPr>
            <p:grpSpPr>
              <a:xfrm>
                <a:off x="4978172" y="3794506"/>
                <a:ext cx="399162" cy="327388"/>
                <a:chOff x="4978172" y="3794506"/>
                <a:chExt cx="399162" cy="327388"/>
              </a:xfrm>
            </p:grpSpPr>
            <p:sp>
              <p:nvSpPr>
                <p:cNvPr id="115" name="Rectangle: Rounded Corners 114">
                  <a:extLst>
                    <a:ext uri="{FF2B5EF4-FFF2-40B4-BE49-F238E27FC236}">
                      <a16:creationId xmlns:a16="http://schemas.microsoft.com/office/drawing/2014/main" id="{A3F9E958-E15C-6331-3178-67BA851A46D7}"/>
                    </a:ext>
                  </a:extLst>
                </p:cNvPr>
                <p:cNvSpPr/>
                <p:nvPr/>
              </p:nvSpPr>
              <p:spPr>
                <a:xfrm>
                  <a:off x="4978172" y="3794506"/>
                  <a:ext cx="327387" cy="3273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116" name="Rectangle 115">
                  <a:extLst>
                    <a:ext uri="{FF2B5EF4-FFF2-40B4-BE49-F238E27FC236}">
                      <a16:creationId xmlns:a16="http://schemas.microsoft.com/office/drawing/2014/main" id="{EAD8F82B-CA64-0221-9A61-99ED34B6AA71}"/>
                    </a:ext>
                  </a:extLst>
                </p:cNvPr>
                <p:cNvSpPr/>
                <p:nvPr/>
              </p:nvSpPr>
              <p:spPr>
                <a:xfrm>
                  <a:off x="5233785" y="3833022"/>
                  <a:ext cx="143549" cy="2503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nvGrpSpPr>
                <p:cNvPr id="117" name="Group 116">
                  <a:extLst>
                    <a:ext uri="{FF2B5EF4-FFF2-40B4-BE49-F238E27FC236}">
                      <a16:creationId xmlns:a16="http://schemas.microsoft.com/office/drawing/2014/main" id="{ED903973-B2F1-1E27-724D-60CCA5D5460E}"/>
                    </a:ext>
                  </a:extLst>
                </p:cNvPr>
                <p:cNvGrpSpPr/>
                <p:nvPr/>
              </p:nvGrpSpPr>
              <p:grpSpPr>
                <a:xfrm rot="10800000">
                  <a:off x="5029621" y="3938214"/>
                  <a:ext cx="117497" cy="39971"/>
                  <a:chOff x="5140274" y="3291156"/>
                  <a:chExt cx="117497" cy="39971"/>
                </a:xfrm>
              </p:grpSpPr>
              <p:cxnSp>
                <p:nvCxnSpPr>
                  <p:cNvPr id="118" name="Straight Connector 117">
                    <a:extLst>
                      <a:ext uri="{FF2B5EF4-FFF2-40B4-BE49-F238E27FC236}">
                        <a16:creationId xmlns:a16="http://schemas.microsoft.com/office/drawing/2014/main" id="{DA9E783E-8AA0-E46A-14E1-0CFF958DAA9E}"/>
                      </a:ext>
                    </a:extLst>
                  </p:cNvPr>
                  <p:cNvCxnSpPr>
                    <a:cxnSpLocks/>
                  </p:cNvCxnSpPr>
                  <p:nvPr/>
                </p:nvCxnSpPr>
                <p:spPr>
                  <a:xfrm>
                    <a:off x="5140274" y="3311521"/>
                    <a:ext cx="11039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C3DD7BC-C5C8-8251-F313-70CF25067CF7}"/>
                      </a:ext>
                    </a:extLst>
                  </p:cNvPr>
                  <p:cNvCxnSpPr>
                    <a:cxnSpLocks/>
                  </p:cNvCxnSpPr>
                  <p:nvPr/>
                </p:nvCxnSpPr>
                <p:spPr>
                  <a:xfrm rot="10800000" flipV="1">
                    <a:off x="5224063" y="3307589"/>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0582438-7C91-6AC8-1079-212FF3DEA417}"/>
                      </a:ext>
                    </a:extLst>
                  </p:cNvPr>
                  <p:cNvCxnSpPr>
                    <a:cxnSpLocks/>
                  </p:cNvCxnSpPr>
                  <p:nvPr/>
                </p:nvCxnSpPr>
                <p:spPr>
                  <a:xfrm rot="10800000" flipH="1" flipV="1">
                    <a:off x="5224063" y="3291156"/>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sp>
            <p:nvSpPr>
              <p:cNvPr id="113" name="Rectangle: Rounded Corners 112">
                <a:extLst>
                  <a:ext uri="{FF2B5EF4-FFF2-40B4-BE49-F238E27FC236}">
                    <a16:creationId xmlns:a16="http://schemas.microsoft.com/office/drawing/2014/main" id="{B37DE57C-4D25-738D-FCD4-6B29F78E9F3D}"/>
                  </a:ext>
                </a:extLst>
              </p:cNvPr>
              <p:cNvSpPr/>
              <p:nvPr/>
            </p:nvSpPr>
            <p:spPr>
              <a:xfrm>
                <a:off x="5195560" y="3860852"/>
                <a:ext cx="193622" cy="193623"/>
              </a:xfrm>
              <a:prstGeom prst="roundRect">
                <a:avLst/>
              </a:prstGeom>
              <a:no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grpSp>
      <p:grpSp>
        <p:nvGrpSpPr>
          <p:cNvPr id="130" name="Group 129">
            <a:extLst>
              <a:ext uri="{FF2B5EF4-FFF2-40B4-BE49-F238E27FC236}">
                <a16:creationId xmlns:a16="http://schemas.microsoft.com/office/drawing/2014/main" id="{0F6F5D6C-782C-BBF2-247E-4133CA5EF31D}"/>
              </a:ext>
            </a:extLst>
          </p:cNvPr>
          <p:cNvGrpSpPr/>
          <p:nvPr/>
        </p:nvGrpSpPr>
        <p:grpSpPr>
          <a:xfrm>
            <a:off x="4923803" y="3126203"/>
            <a:ext cx="1815594" cy="405684"/>
            <a:chOff x="4861712" y="3235472"/>
            <a:chExt cx="1815594" cy="405684"/>
          </a:xfrm>
        </p:grpSpPr>
        <p:sp>
          <p:nvSpPr>
            <p:cNvPr id="88" name="TextBox 87">
              <a:extLst>
                <a:ext uri="{FF2B5EF4-FFF2-40B4-BE49-F238E27FC236}">
                  <a16:creationId xmlns:a16="http://schemas.microsoft.com/office/drawing/2014/main" id="{547FC7CE-E6D3-83FC-09A4-9393943005B5}"/>
                </a:ext>
              </a:extLst>
            </p:cNvPr>
            <p:cNvSpPr txBox="1"/>
            <p:nvPr/>
          </p:nvSpPr>
          <p:spPr>
            <a:xfrm>
              <a:off x="5292485" y="3307509"/>
              <a:ext cx="1384821"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Capital Raising</a:t>
              </a:r>
            </a:p>
          </p:txBody>
        </p:sp>
        <p:grpSp>
          <p:nvGrpSpPr>
            <p:cNvPr id="121" name="Group 120">
              <a:extLst>
                <a:ext uri="{FF2B5EF4-FFF2-40B4-BE49-F238E27FC236}">
                  <a16:creationId xmlns:a16="http://schemas.microsoft.com/office/drawing/2014/main" id="{529721D1-1464-CBBF-0238-9B59C9A18400}"/>
                </a:ext>
              </a:extLst>
            </p:cNvPr>
            <p:cNvGrpSpPr/>
            <p:nvPr/>
          </p:nvGrpSpPr>
          <p:grpSpPr>
            <a:xfrm>
              <a:off x="4861712" y="3235472"/>
              <a:ext cx="324392" cy="405684"/>
              <a:chOff x="4883342" y="4492715"/>
              <a:chExt cx="272532" cy="340828"/>
            </a:xfrm>
          </p:grpSpPr>
          <p:grpSp>
            <p:nvGrpSpPr>
              <p:cNvPr id="122" name="Group 121">
                <a:extLst>
                  <a:ext uri="{FF2B5EF4-FFF2-40B4-BE49-F238E27FC236}">
                    <a16:creationId xmlns:a16="http://schemas.microsoft.com/office/drawing/2014/main" id="{D6A0438B-C9B5-C3D0-65E3-15B16AE54EBB}"/>
                  </a:ext>
                </a:extLst>
              </p:cNvPr>
              <p:cNvGrpSpPr/>
              <p:nvPr/>
            </p:nvGrpSpPr>
            <p:grpSpPr>
              <a:xfrm>
                <a:off x="4883342" y="4561929"/>
                <a:ext cx="272532" cy="271614"/>
                <a:chOff x="4950739" y="4584868"/>
                <a:chExt cx="272532" cy="271614"/>
              </a:xfrm>
            </p:grpSpPr>
            <p:cxnSp>
              <p:nvCxnSpPr>
                <p:cNvPr id="126" name="Connector: Elbow 125">
                  <a:extLst>
                    <a:ext uri="{FF2B5EF4-FFF2-40B4-BE49-F238E27FC236}">
                      <a16:creationId xmlns:a16="http://schemas.microsoft.com/office/drawing/2014/main" id="{66B57339-C5B0-80EF-B5EE-34A916A7C16B}"/>
                    </a:ext>
                  </a:extLst>
                </p:cNvPr>
                <p:cNvCxnSpPr>
                  <a:cxnSpLocks/>
                </p:cNvCxnSpPr>
                <p:nvPr/>
              </p:nvCxnSpPr>
              <p:spPr>
                <a:xfrm rot="5400000" flipH="1" flipV="1">
                  <a:off x="4905019" y="4719322"/>
                  <a:ext cx="182880" cy="91440"/>
                </a:xfrm>
                <a:prstGeom prst="bentConnector3">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3F284570-6C20-8F6B-137B-9B83191A9844}"/>
                    </a:ext>
                  </a:extLst>
                </p:cNvPr>
                <p:cNvCxnSpPr>
                  <a:cxnSpLocks/>
                </p:cNvCxnSpPr>
                <p:nvPr/>
              </p:nvCxnSpPr>
              <p:spPr>
                <a:xfrm rot="5400000" flipH="1" flipV="1">
                  <a:off x="4996370" y="4630588"/>
                  <a:ext cx="182880" cy="91440"/>
                </a:xfrm>
                <a:prstGeom prst="bentConnector3">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0B114D32-5E4B-7EFB-9583-BDD8BB345848}"/>
                    </a:ext>
                  </a:extLst>
                </p:cNvPr>
                <p:cNvCxnSpPr>
                  <a:cxnSpLocks/>
                </p:cNvCxnSpPr>
                <p:nvPr/>
              </p:nvCxnSpPr>
              <p:spPr>
                <a:xfrm>
                  <a:off x="5127128" y="4584868"/>
                  <a:ext cx="9614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123" name="Graphic 122" descr="Dollar with solid fill">
                <a:extLst>
                  <a:ext uri="{FF2B5EF4-FFF2-40B4-BE49-F238E27FC236}">
                    <a16:creationId xmlns:a16="http://schemas.microsoft.com/office/drawing/2014/main" id="{CA792A22-62FC-0DED-BC0D-37BAC27AD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94117" y="4667755"/>
                <a:ext cx="67305" cy="67305"/>
              </a:xfrm>
              <a:prstGeom prst="rect">
                <a:avLst/>
              </a:prstGeom>
            </p:spPr>
          </p:pic>
          <p:pic>
            <p:nvPicPr>
              <p:cNvPr id="124" name="Graphic 123" descr="Euro with solid fill">
                <a:extLst>
                  <a:ext uri="{FF2B5EF4-FFF2-40B4-BE49-F238E27FC236}">
                    <a16:creationId xmlns:a16="http://schemas.microsoft.com/office/drawing/2014/main" id="{3BC62887-4C39-B16F-ACED-D412E66064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73994" y="4492715"/>
                <a:ext cx="64008" cy="64008"/>
              </a:xfrm>
              <a:prstGeom prst="rect">
                <a:avLst/>
              </a:prstGeom>
            </p:spPr>
          </p:pic>
          <p:pic>
            <p:nvPicPr>
              <p:cNvPr id="125" name="Graphic 124" descr="Pound with solid fill">
                <a:extLst>
                  <a:ext uri="{FF2B5EF4-FFF2-40B4-BE49-F238E27FC236}">
                    <a16:creationId xmlns:a16="http://schemas.microsoft.com/office/drawing/2014/main" id="{3C7640D0-349F-0591-B012-CBD3C737BB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82880" y="4578371"/>
                <a:ext cx="64008" cy="64008"/>
              </a:xfrm>
              <a:prstGeom prst="rect">
                <a:avLst/>
              </a:prstGeom>
            </p:spPr>
          </p:pic>
        </p:grpSp>
      </p:grpSp>
      <p:grpSp>
        <p:nvGrpSpPr>
          <p:cNvPr id="150" name="Group 149">
            <a:extLst>
              <a:ext uri="{FF2B5EF4-FFF2-40B4-BE49-F238E27FC236}">
                <a16:creationId xmlns:a16="http://schemas.microsoft.com/office/drawing/2014/main" id="{EE64AE6C-E693-0F24-B018-DA86E0861480}"/>
              </a:ext>
            </a:extLst>
          </p:cNvPr>
          <p:cNvGrpSpPr/>
          <p:nvPr/>
        </p:nvGrpSpPr>
        <p:grpSpPr>
          <a:xfrm>
            <a:off x="7071116" y="3163399"/>
            <a:ext cx="1699576" cy="331293"/>
            <a:chOff x="6978650" y="3272668"/>
            <a:chExt cx="1699576" cy="331293"/>
          </a:xfrm>
        </p:grpSpPr>
        <p:sp>
          <p:nvSpPr>
            <p:cNvPr id="101" name="TextBox 100">
              <a:extLst>
                <a:ext uri="{FF2B5EF4-FFF2-40B4-BE49-F238E27FC236}">
                  <a16:creationId xmlns:a16="http://schemas.microsoft.com/office/drawing/2014/main" id="{4F1AE38D-67E1-8CDB-C4FF-1D08636F536B}"/>
                </a:ext>
              </a:extLst>
            </p:cNvPr>
            <p:cNvSpPr txBox="1"/>
            <p:nvPr/>
          </p:nvSpPr>
          <p:spPr>
            <a:xfrm>
              <a:off x="7463207" y="3307509"/>
              <a:ext cx="1215019"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Restructuring</a:t>
              </a:r>
            </a:p>
          </p:txBody>
        </p:sp>
        <p:grpSp>
          <p:nvGrpSpPr>
            <p:cNvPr id="131" name="Group 130">
              <a:extLst>
                <a:ext uri="{FF2B5EF4-FFF2-40B4-BE49-F238E27FC236}">
                  <a16:creationId xmlns:a16="http://schemas.microsoft.com/office/drawing/2014/main" id="{9B037FAB-FE0D-CB22-2342-9F9087B9822F}"/>
                </a:ext>
              </a:extLst>
            </p:cNvPr>
            <p:cNvGrpSpPr/>
            <p:nvPr/>
          </p:nvGrpSpPr>
          <p:grpSpPr>
            <a:xfrm>
              <a:off x="6978650" y="3272668"/>
              <a:ext cx="383138" cy="331293"/>
              <a:chOff x="4906511" y="5204107"/>
              <a:chExt cx="383138" cy="331293"/>
            </a:xfrm>
          </p:grpSpPr>
          <p:grpSp>
            <p:nvGrpSpPr>
              <p:cNvPr id="132" name="Group 131">
                <a:extLst>
                  <a:ext uri="{FF2B5EF4-FFF2-40B4-BE49-F238E27FC236}">
                    <a16:creationId xmlns:a16="http://schemas.microsoft.com/office/drawing/2014/main" id="{1155DC4C-48C4-0F3E-FCB1-16766F5F082F}"/>
                  </a:ext>
                </a:extLst>
              </p:cNvPr>
              <p:cNvGrpSpPr/>
              <p:nvPr/>
            </p:nvGrpSpPr>
            <p:grpSpPr>
              <a:xfrm>
                <a:off x="4927409" y="5204107"/>
                <a:ext cx="341316" cy="171088"/>
                <a:chOff x="4948360" y="5204107"/>
                <a:chExt cx="341316" cy="171088"/>
              </a:xfrm>
            </p:grpSpPr>
            <p:sp>
              <p:nvSpPr>
                <p:cNvPr id="137" name="Rectangle: Rounded Corners 136">
                  <a:extLst>
                    <a:ext uri="{FF2B5EF4-FFF2-40B4-BE49-F238E27FC236}">
                      <a16:creationId xmlns:a16="http://schemas.microsoft.com/office/drawing/2014/main" id="{C6C094D7-0F95-FC55-6AE5-60F41BDCA2E8}"/>
                    </a:ext>
                  </a:extLst>
                </p:cNvPr>
                <p:cNvSpPr/>
                <p:nvPr/>
              </p:nvSpPr>
              <p:spPr>
                <a:xfrm>
                  <a:off x="5053724" y="5204107"/>
                  <a:ext cx="118946" cy="118946"/>
                </a:xfrm>
                <a:prstGeom prst="roundRect">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nvGrpSpPr>
                <p:cNvPr id="138" name="Group 137">
                  <a:extLst>
                    <a:ext uri="{FF2B5EF4-FFF2-40B4-BE49-F238E27FC236}">
                      <a16:creationId xmlns:a16="http://schemas.microsoft.com/office/drawing/2014/main" id="{3CB6F9B2-4DEF-2170-1863-5E42427E4C0F}"/>
                    </a:ext>
                  </a:extLst>
                </p:cNvPr>
                <p:cNvGrpSpPr/>
                <p:nvPr/>
              </p:nvGrpSpPr>
              <p:grpSpPr>
                <a:xfrm rot="5400000">
                  <a:off x="5210942" y="5296461"/>
                  <a:ext cx="117497" cy="39971"/>
                  <a:chOff x="5140274" y="3291156"/>
                  <a:chExt cx="117497" cy="39971"/>
                </a:xfrm>
              </p:grpSpPr>
              <p:cxnSp>
                <p:nvCxnSpPr>
                  <p:cNvPr id="146" name="Straight Connector 145">
                    <a:extLst>
                      <a:ext uri="{FF2B5EF4-FFF2-40B4-BE49-F238E27FC236}">
                        <a16:creationId xmlns:a16="http://schemas.microsoft.com/office/drawing/2014/main" id="{493A966A-8715-E8A4-F61A-F00A72164395}"/>
                      </a:ext>
                    </a:extLst>
                  </p:cNvPr>
                  <p:cNvCxnSpPr>
                    <a:cxnSpLocks/>
                  </p:cNvCxnSpPr>
                  <p:nvPr/>
                </p:nvCxnSpPr>
                <p:spPr>
                  <a:xfrm>
                    <a:off x="5140274" y="3311521"/>
                    <a:ext cx="11039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67EA00F5-8C7B-B724-783E-A661AD1F3B3E}"/>
                      </a:ext>
                    </a:extLst>
                  </p:cNvPr>
                  <p:cNvCxnSpPr>
                    <a:cxnSpLocks/>
                  </p:cNvCxnSpPr>
                  <p:nvPr/>
                </p:nvCxnSpPr>
                <p:spPr>
                  <a:xfrm rot="10800000" flipV="1">
                    <a:off x="5224063" y="3307589"/>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62C43D53-1FBD-8E4F-67AB-CEE9232D6049}"/>
                      </a:ext>
                    </a:extLst>
                  </p:cNvPr>
                  <p:cNvCxnSpPr>
                    <a:cxnSpLocks/>
                  </p:cNvCxnSpPr>
                  <p:nvPr/>
                </p:nvCxnSpPr>
                <p:spPr>
                  <a:xfrm rot="10800000" flipH="1" flipV="1">
                    <a:off x="5224063" y="3291156"/>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39" name="Group 138">
                  <a:extLst>
                    <a:ext uri="{FF2B5EF4-FFF2-40B4-BE49-F238E27FC236}">
                      <a16:creationId xmlns:a16="http://schemas.microsoft.com/office/drawing/2014/main" id="{B2020848-1733-F49A-7D5D-FABF0C9C09C4}"/>
                    </a:ext>
                  </a:extLst>
                </p:cNvPr>
                <p:cNvGrpSpPr/>
                <p:nvPr/>
              </p:nvGrpSpPr>
              <p:grpSpPr>
                <a:xfrm rot="5400000">
                  <a:off x="4909597" y="5296461"/>
                  <a:ext cx="117497" cy="39971"/>
                  <a:chOff x="5140274" y="3291156"/>
                  <a:chExt cx="117497" cy="39971"/>
                </a:xfrm>
              </p:grpSpPr>
              <p:cxnSp>
                <p:nvCxnSpPr>
                  <p:cNvPr id="142" name="Straight Connector 141">
                    <a:extLst>
                      <a:ext uri="{FF2B5EF4-FFF2-40B4-BE49-F238E27FC236}">
                        <a16:creationId xmlns:a16="http://schemas.microsoft.com/office/drawing/2014/main" id="{7752A12A-750F-FBAB-CD39-7D7464E1F6FF}"/>
                      </a:ext>
                    </a:extLst>
                  </p:cNvPr>
                  <p:cNvCxnSpPr>
                    <a:cxnSpLocks/>
                  </p:cNvCxnSpPr>
                  <p:nvPr/>
                </p:nvCxnSpPr>
                <p:spPr>
                  <a:xfrm>
                    <a:off x="5140274" y="3311521"/>
                    <a:ext cx="11039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25ED4E40-F295-2E3F-B5C2-F5B59FE4279E}"/>
                      </a:ext>
                    </a:extLst>
                  </p:cNvPr>
                  <p:cNvCxnSpPr>
                    <a:cxnSpLocks/>
                  </p:cNvCxnSpPr>
                  <p:nvPr/>
                </p:nvCxnSpPr>
                <p:spPr>
                  <a:xfrm rot="10800000" flipV="1">
                    <a:off x="5224063" y="3307589"/>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5055094-429A-7E89-9409-7BCC5B6E9B72}"/>
                      </a:ext>
                    </a:extLst>
                  </p:cNvPr>
                  <p:cNvCxnSpPr>
                    <a:cxnSpLocks/>
                  </p:cNvCxnSpPr>
                  <p:nvPr/>
                </p:nvCxnSpPr>
                <p:spPr>
                  <a:xfrm rot="10800000" flipH="1" flipV="1">
                    <a:off x="5224063" y="3291156"/>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cxnSp>
              <p:nvCxnSpPr>
                <p:cNvPr id="140" name="Straight Connector 139">
                  <a:extLst>
                    <a:ext uri="{FF2B5EF4-FFF2-40B4-BE49-F238E27FC236}">
                      <a16:creationId xmlns:a16="http://schemas.microsoft.com/office/drawing/2014/main" id="{435CF3F4-554E-F253-9EEE-D041232D82A5}"/>
                    </a:ext>
                  </a:extLst>
                </p:cNvPr>
                <p:cNvCxnSpPr>
                  <a:cxnSpLocks/>
                </p:cNvCxnSpPr>
                <p:nvPr/>
              </p:nvCxnSpPr>
              <p:spPr>
                <a:xfrm flipH="1">
                  <a:off x="4961054" y="5263580"/>
                  <a:ext cx="9874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7C5EEF6-B76B-3042-5809-47B82CEE675B}"/>
                    </a:ext>
                  </a:extLst>
                </p:cNvPr>
                <p:cNvCxnSpPr>
                  <a:cxnSpLocks/>
                </p:cNvCxnSpPr>
                <p:nvPr/>
              </p:nvCxnSpPr>
              <p:spPr>
                <a:xfrm flipH="1">
                  <a:off x="5176507" y="5263580"/>
                  <a:ext cx="9874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33" name="Group 132">
                <a:extLst>
                  <a:ext uri="{FF2B5EF4-FFF2-40B4-BE49-F238E27FC236}">
                    <a16:creationId xmlns:a16="http://schemas.microsoft.com/office/drawing/2014/main" id="{C395B8E7-0C64-6E85-9442-D3924A7D96C6}"/>
                  </a:ext>
                </a:extLst>
              </p:cNvPr>
              <p:cNvGrpSpPr/>
              <p:nvPr/>
            </p:nvGrpSpPr>
            <p:grpSpPr>
              <a:xfrm>
                <a:off x="4906511" y="5385523"/>
                <a:ext cx="383138" cy="149877"/>
                <a:chOff x="4886817" y="5404591"/>
                <a:chExt cx="341783" cy="133700"/>
              </a:xfrm>
            </p:grpSpPr>
            <p:sp>
              <p:nvSpPr>
                <p:cNvPr id="134" name="Oval 133">
                  <a:extLst>
                    <a:ext uri="{FF2B5EF4-FFF2-40B4-BE49-F238E27FC236}">
                      <a16:creationId xmlns:a16="http://schemas.microsoft.com/office/drawing/2014/main" id="{88ADC141-8AD8-3C0B-F310-0AB694F10257}"/>
                    </a:ext>
                  </a:extLst>
                </p:cNvPr>
                <p:cNvSpPr/>
                <p:nvPr/>
              </p:nvSpPr>
              <p:spPr>
                <a:xfrm>
                  <a:off x="4886817" y="5404591"/>
                  <a:ext cx="133700" cy="13370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135" name="Oval 134">
                  <a:extLst>
                    <a:ext uri="{FF2B5EF4-FFF2-40B4-BE49-F238E27FC236}">
                      <a16:creationId xmlns:a16="http://schemas.microsoft.com/office/drawing/2014/main" id="{4507DCEE-61C1-9CD9-020B-06CDC8D0FEC3}"/>
                    </a:ext>
                  </a:extLst>
                </p:cNvPr>
                <p:cNvSpPr/>
                <p:nvPr/>
              </p:nvSpPr>
              <p:spPr>
                <a:xfrm>
                  <a:off x="4990859" y="5404591"/>
                  <a:ext cx="133700" cy="133700"/>
                </a:xfrm>
                <a:prstGeom prst="ellipse">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136" name="Oval 135">
                  <a:extLst>
                    <a:ext uri="{FF2B5EF4-FFF2-40B4-BE49-F238E27FC236}">
                      <a16:creationId xmlns:a16="http://schemas.microsoft.com/office/drawing/2014/main" id="{818AD309-127F-739E-EA40-7E411D000BCB}"/>
                    </a:ext>
                  </a:extLst>
                </p:cNvPr>
                <p:cNvSpPr/>
                <p:nvPr/>
              </p:nvSpPr>
              <p:spPr>
                <a:xfrm>
                  <a:off x="5094900" y="5404591"/>
                  <a:ext cx="133700" cy="13370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grpSp>
      </p:grpSp>
      <p:grpSp>
        <p:nvGrpSpPr>
          <p:cNvPr id="10" name="Group 9">
            <a:extLst>
              <a:ext uri="{FF2B5EF4-FFF2-40B4-BE49-F238E27FC236}">
                <a16:creationId xmlns:a16="http://schemas.microsoft.com/office/drawing/2014/main" id="{4612284C-0F8B-66B5-FFA8-7CD6051E990A}"/>
              </a:ext>
            </a:extLst>
          </p:cNvPr>
          <p:cNvGrpSpPr/>
          <p:nvPr/>
        </p:nvGrpSpPr>
        <p:grpSpPr>
          <a:xfrm>
            <a:off x="576346" y="4604592"/>
            <a:ext cx="2677557" cy="538096"/>
            <a:chOff x="591049" y="4682154"/>
            <a:chExt cx="2677557" cy="538096"/>
          </a:xfrm>
        </p:grpSpPr>
        <p:grpSp>
          <p:nvGrpSpPr>
            <p:cNvPr id="244" name="Group 243">
              <a:extLst>
                <a:ext uri="{FF2B5EF4-FFF2-40B4-BE49-F238E27FC236}">
                  <a16:creationId xmlns:a16="http://schemas.microsoft.com/office/drawing/2014/main" id="{0CC52172-D040-7CCB-B094-BF446E81F213}"/>
                </a:ext>
              </a:extLst>
            </p:cNvPr>
            <p:cNvGrpSpPr/>
            <p:nvPr/>
          </p:nvGrpSpPr>
          <p:grpSpPr>
            <a:xfrm>
              <a:off x="591049" y="4682154"/>
              <a:ext cx="2677557" cy="538096"/>
              <a:chOff x="323925" y="4682154"/>
              <a:chExt cx="2677557" cy="538096"/>
            </a:xfrm>
            <a:solidFill>
              <a:schemeClr val="bg1"/>
            </a:solidFill>
          </p:grpSpPr>
          <p:sp>
            <p:nvSpPr>
              <p:cNvPr id="154" name="Rectangle: Rounded Corners 153">
                <a:extLst>
                  <a:ext uri="{FF2B5EF4-FFF2-40B4-BE49-F238E27FC236}">
                    <a16:creationId xmlns:a16="http://schemas.microsoft.com/office/drawing/2014/main" id="{765AD042-35C7-AA2C-16AD-150B6E502BC9}"/>
                  </a:ext>
                </a:extLst>
              </p:cNvPr>
              <p:cNvSpPr/>
              <p:nvPr/>
            </p:nvSpPr>
            <p:spPr>
              <a:xfrm>
                <a:off x="323925" y="468215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pic>
            <p:nvPicPr>
              <p:cNvPr id="219" name="Graphic 218" descr="Oil Rig with solid fill">
                <a:extLst>
                  <a:ext uri="{FF2B5EF4-FFF2-40B4-BE49-F238E27FC236}">
                    <a16:creationId xmlns:a16="http://schemas.microsoft.com/office/drawing/2014/main" id="{B54AF129-2A14-EBE8-4922-9C813F44F57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7506" y="4771202"/>
                <a:ext cx="360000" cy="360000"/>
              </a:xfrm>
              <a:prstGeom prst="rect">
                <a:avLst/>
              </a:prstGeom>
            </p:spPr>
          </p:pic>
        </p:grpSp>
        <p:sp>
          <p:nvSpPr>
            <p:cNvPr id="155" name="TextBox 154">
              <a:extLst>
                <a:ext uri="{FF2B5EF4-FFF2-40B4-BE49-F238E27FC236}">
                  <a16:creationId xmlns:a16="http://schemas.microsoft.com/office/drawing/2014/main" id="{4838622A-BF58-F43C-8D8E-D5F5EC57EB69}"/>
                </a:ext>
              </a:extLst>
            </p:cNvPr>
            <p:cNvSpPr txBox="1"/>
            <p:nvPr/>
          </p:nvSpPr>
          <p:spPr>
            <a:xfrm>
              <a:off x="963721" y="482039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Energy &amp; Renewables</a:t>
              </a:r>
            </a:p>
          </p:txBody>
        </p:sp>
      </p:grpSp>
      <p:grpSp>
        <p:nvGrpSpPr>
          <p:cNvPr id="246" name="Group 245">
            <a:extLst>
              <a:ext uri="{FF2B5EF4-FFF2-40B4-BE49-F238E27FC236}">
                <a16:creationId xmlns:a16="http://schemas.microsoft.com/office/drawing/2014/main" id="{EAD11F0E-D172-9B13-79FB-15434451A653}"/>
              </a:ext>
            </a:extLst>
          </p:cNvPr>
          <p:cNvGrpSpPr/>
          <p:nvPr/>
        </p:nvGrpSpPr>
        <p:grpSpPr>
          <a:xfrm>
            <a:off x="6377177" y="5132513"/>
            <a:ext cx="2677557" cy="538096"/>
            <a:chOff x="3233221" y="4100904"/>
            <a:chExt cx="2677557" cy="538096"/>
          </a:xfrm>
          <a:solidFill>
            <a:schemeClr val="bg1"/>
          </a:solidFill>
        </p:grpSpPr>
        <p:sp>
          <p:nvSpPr>
            <p:cNvPr id="170" name="Rectangle: Rounded Corners 169">
              <a:extLst>
                <a:ext uri="{FF2B5EF4-FFF2-40B4-BE49-F238E27FC236}">
                  <a16:creationId xmlns:a16="http://schemas.microsoft.com/office/drawing/2014/main" id="{01576FAD-1317-F90A-C777-EBC5176D8F99}"/>
                </a:ext>
              </a:extLst>
            </p:cNvPr>
            <p:cNvSpPr/>
            <p:nvPr/>
          </p:nvSpPr>
          <p:spPr>
            <a:xfrm>
              <a:off x="3233221" y="410090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71" name="TextBox 170">
              <a:extLst>
                <a:ext uri="{FF2B5EF4-FFF2-40B4-BE49-F238E27FC236}">
                  <a16:creationId xmlns:a16="http://schemas.microsoft.com/office/drawing/2014/main" id="{A331092F-9279-5057-DE24-8E710A70C5E7}"/>
                </a:ext>
              </a:extLst>
            </p:cNvPr>
            <p:cNvSpPr txBox="1"/>
            <p:nvPr/>
          </p:nvSpPr>
          <p:spPr>
            <a:xfrm>
              <a:off x="3605893" y="423914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Financial Services</a:t>
              </a:r>
            </a:p>
          </p:txBody>
        </p:sp>
        <p:pic>
          <p:nvPicPr>
            <p:cNvPr id="172" name="Graphic 171" descr="Bank with solid fill">
              <a:extLst>
                <a:ext uri="{FF2B5EF4-FFF2-40B4-BE49-F238E27FC236}">
                  <a16:creationId xmlns:a16="http://schemas.microsoft.com/office/drawing/2014/main" id="{10C0B561-E70D-94F1-C874-657C124C819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398" y="4189952"/>
              <a:ext cx="360000" cy="360000"/>
            </a:xfrm>
            <a:prstGeom prst="rect">
              <a:avLst/>
            </a:prstGeom>
          </p:spPr>
        </p:pic>
      </p:grpSp>
      <p:grpSp>
        <p:nvGrpSpPr>
          <p:cNvPr id="249" name="Group 248">
            <a:extLst>
              <a:ext uri="{FF2B5EF4-FFF2-40B4-BE49-F238E27FC236}">
                <a16:creationId xmlns:a16="http://schemas.microsoft.com/office/drawing/2014/main" id="{53868C5B-0081-6D60-DFA6-CE43C6EC5058}"/>
              </a:ext>
            </a:extLst>
          </p:cNvPr>
          <p:cNvGrpSpPr/>
          <p:nvPr/>
        </p:nvGrpSpPr>
        <p:grpSpPr>
          <a:xfrm>
            <a:off x="6380394" y="4604592"/>
            <a:ext cx="2677557" cy="538096"/>
            <a:chOff x="6142520" y="4100904"/>
            <a:chExt cx="2677557" cy="538096"/>
          </a:xfrm>
          <a:solidFill>
            <a:schemeClr val="bg1"/>
          </a:solidFill>
        </p:grpSpPr>
        <p:sp>
          <p:nvSpPr>
            <p:cNvPr id="195" name="Rectangle: Rounded Corners 194">
              <a:extLst>
                <a:ext uri="{FF2B5EF4-FFF2-40B4-BE49-F238E27FC236}">
                  <a16:creationId xmlns:a16="http://schemas.microsoft.com/office/drawing/2014/main" id="{8C23E6E3-BFCC-C2C3-1AE0-BB19E748EBC6}"/>
                </a:ext>
              </a:extLst>
            </p:cNvPr>
            <p:cNvSpPr/>
            <p:nvPr/>
          </p:nvSpPr>
          <p:spPr>
            <a:xfrm>
              <a:off x="6142520" y="410090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96" name="TextBox 195">
              <a:extLst>
                <a:ext uri="{FF2B5EF4-FFF2-40B4-BE49-F238E27FC236}">
                  <a16:creationId xmlns:a16="http://schemas.microsoft.com/office/drawing/2014/main" id="{97CA63DA-7DCF-5F38-7DFA-093189437606}"/>
                </a:ext>
              </a:extLst>
            </p:cNvPr>
            <p:cNvSpPr txBox="1"/>
            <p:nvPr/>
          </p:nvSpPr>
          <p:spPr>
            <a:xfrm>
              <a:off x="6515192" y="423914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Metals &amp; Mining</a:t>
              </a:r>
            </a:p>
          </p:txBody>
        </p:sp>
        <p:pic>
          <p:nvPicPr>
            <p:cNvPr id="215" name="Graphic 214" descr="Mining tools with solid fill">
              <a:extLst>
                <a:ext uri="{FF2B5EF4-FFF2-40B4-BE49-F238E27FC236}">
                  <a16:creationId xmlns:a16="http://schemas.microsoft.com/office/drawing/2014/main" id="{8713894F-B153-D9BB-D6E1-B14D1CDC12F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73755" y="4189952"/>
              <a:ext cx="360000" cy="360000"/>
            </a:xfrm>
            <a:prstGeom prst="rect">
              <a:avLst/>
            </a:prstGeom>
          </p:spPr>
        </p:pic>
      </p:grpSp>
      <p:grpSp>
        <p:nvGrpSpPr>
          <p:cNvPr id="248" name="Group 247">
            <a:extLst>
              <a:ext uri="{FF2B5EF4-FFF2-40B4-BE49-F238E27FC236}">
                <a16:creationId xmlns:a16="http://schemas.microsoft.com/office/drawing/2014/main" id="{2F0EC7F0-D976-B3AA-EDA2-8294109F2C27}"/>
              </a:ext>
            </a:extLst>
          </p:cNvPr>
          <p:cNvGrpSpPr/>
          <p:nvPr/>
        </p:nvGrpSpPr>
        <p:grpSpPr>
          <a:xfrm>
            <a:off x="6323219" y="4076672"/>
            <a:ext cx="2723395" cy="538096"/>
            <a:chOff x="3233223" y="5263405"/>
            <a:chExt cx="2723395" cy="538096"/>
          </a:xfrm>
          <a:solidFill>
            <a:schemeClr val="bg1"/>
          </a:solidFill>
        </p:grpSpPr>
        <p:sp>
          <p:nvSpPr>
            <p:cNvPr id="187" name="Rectangle: Rounded Corners 186">
              <a:extLst>
                <a:ext uri="{FF2B5EF4-FFF2-40B4-BE49-F238E27FC236}">
                  <a16:creationId xmlns:a16="http://schemas.microsoft.com/office/drawing/2014/main" id="{B7F0E55E-9F54-2419-F660-07E0DECA6A72}"/>
                </a:ext>
              </a:extLst>
            </p:cNvPr>
            <p:cNvSpPr/>
            <p:nvPr/>
          </p:nvSpPr>
          <p:spPr>
            <a:xfrm>
              <a:off x="3233223" y="5263405"/>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89" name="TextBox 188">
              <a:extLst>
                <a:ext uri="{FF2B5EF4-FFF2-40B4-BE49-F238E27FC236}">
                  <a16:creationId xmlns:a16="http://schemas.microsoft.com/office/drawing/2014/main" id="{9517DD7F-FBEA-9323-88AC-C58E86D4715C}"/>
                </a:ext>
              </a:extLst>
            </p:cNvPr>
            <p:cNvSpPr txBox="1"/>
            <p:nvPr/>
          </p:nvSpPr>
          <p:spPr>
            <a:xfrm>
              <a:off x="3652017" y="5331509"/>
              <a:ext cx="2304601" cy="461665"/>
            </a:xfrm>
            <a:prstGeom prst="rect">
              <a:avLst/>
            </a:prstGeom>
            <a:noFill/>
          </p:spPr>
          <p:txBody>
            <a:bodyPr wrap="square" rtlCol="0">
              <a:spAutoFit/>
            </a:bodyPr>
            <a:lstStyle/>
            <a:p>
              <a:r>
                <a:rPr lang="en-CA" sz="1200" b="1" noProof="0" dirty="0">
                  <a:solidFill>
                    <a:schemeClr val="bg1"/>
                  </a:solidFill>
                  <a:latin typeface="Palatino Linotype" panose="02040502050505030304" pitchFamily="18" charset="0"/>
                </a:rPr>
                <a:t>Technology</a:t>
              </a:r>
              <a:r>
                <a:rPr lang="en-CA" sz="1200" b="1" dirty="0">
                  <a:solidFill>
                    <a:schemeClr val="bg1"/>
                  </a:solidFill>
                  <a:latin typeface="Palatino Linotype" panose="02040502050505030304" pitchFamily="18" charset="0"/>
                </a:rPr>
                <a:t>, </a:t>
              </a:r>
              <a:r>
                <a:rPr lang="en-CA" sz="1200" b="1" noProof="0" dirty="0">
                  <a:solidFill>
                    <a:schemeClr val="bg1"/>
                  </a:solidFill>
                  <a:latin typeface="Palatino Linotype" panose="02040502050505030304" pitchFamily="18" charset="0"/>
                </a:rPr>
                <a:t>Media &amp; Communication</a:t>
              </a:r>
            </a:p>
          </p:txBody>
        </p:sp>
        <p:pic>
          <p:nvPicPr>
            <p:cNvPr id="216" name="Graphic 215" descr="Online Network with solid fill">
              <a:extLst>
                <a:ext uri="{FF2B5EF4-FFF2-40B4-BE49-F238E27FC236}">
                  <a16:creationId xmlns:a16="http://schemas.microsoft.com/office/drawing/2014/main" id="{1A6D2F00-7E32-7B77-0522-4F601D4D5B7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21633" y="5352453"/>
              <a:ext cx="360000" cy="360000"/>
            </a:xfrm>
            <a:prstGeom prst="rect">
              <a:avLst/>
            </a:prstGeom>
          </p:spPr>
        </p:pic>
      </p:grpSp>
      <p:grpSp>
        <p:nvGrpSpPr>
          <p:cNvPr id="247" name="Group 246">
            <a:extLst>
              <a:ext uri="{FF2B5EF4-FFF2-40B4-BE49-F238E27FC236}">
                <a16:creationId xmlns:a16="http://schemas.microsoft.com/office/drawing/2014/main" id="{319BA026-F510-691E-D965-2A2C6D7E36FE}"/>
              </a:ext>
            </a:extLst>
          </p:cNvPr>
          <p:cNvGrpSpPr/>
          <p:nvPr/>
        </p:nvGrpSpPr>
        <p:grpSpPr>
          <a:xfrm>
            <a:off x="576346" y="5132513"/>
            <a:ext cx="2677557" cy="538096"/>
            <a:chOff x="3233221" y="4682154"/>
            <a:chExt cx="2677557" cy="538096"/>
          </a:xfrm>
          <a:solidFill>
            <a:schemeClr val="bg1"/>
          </a:solidFill>
        </p:grpSpPr>
        <p:sp>
          <p:nvSpPr>
            <p:cNvPr id="175" name="Rectangle: Rounded Corners 174">
              <a:extLst>
                <a:ext uri="{FF2B5EF4-FFF2-40B4-BE49-F238E27FC236}">
                  <a16:creationId xmlns:a16="http://schemas.microsoft.com/office/drawing/2014/main" id="{F5CE8E9B-C200-9965-B7A9-CBBFCB89109B}"/>
                </a:ext>
              </a:extLst>
            </p:cNvPr>
            <p:cNvSpPr/>
            <p:nvPr/>
          </p:nvSpPr>
          <p:spPr>
            <a:xfrm>
              <a:off x="3233221" y="468215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76" name="TextBox 175">
              <a:extLst>
                <a:ext uri="{FF2B5EF4-FFF2-40B4-BE49-F238E27FC236}">
                  <a16:creationId xmlns:a16="http://schemas.microsoft.com/office/drawing/2014/main" id="{FA223649-D5FB-E7EC-1AA8-6D9F9CF31E6E}"/>
                </a:ext>
              </a:extLst>
            </p:cNvPr>
            <p:cNvSpPr txBox="1"/>
            <p:nvPr/>
          </p:nvSpPr>
          <p:spPr>
            <a:xfrm>
              <a:off x="3605893" y="482039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Healthcare</a:t>
              </a:r>
            </a:p>
          </p:txBody>
        </p:sp>
        <p:pic>
          <p:nvPicPr>
            <p:cNvPr id="220" name="Graphic 219" descr="Medical with solid fill">
              <a:extLst>
                <a:ext uri="{FF2B5EF4-FFF2-40B4-BE49-F238E27FC236}">
                  <a16:creationId xmlns:a16="http://schemas.microsoft.com/office/drawing/2014/main" id="{5A720001-A566-1676-57BA-E7010C8CA5C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90398" y="4771202"/>
              <a:ext cx="360000" cy="360000"/>
            </a:xfrm>
            <a:prstGeom prst="rect">
              <a:avLst/>
            </a:prstGeom>
          </p:spPr>
        </p:pic>
      </p:grpSp>
      <p:grpSp>
        <p:nvGrpSpPr>
          <p:cNvPr id="251" name="Group 250">
            <a:extLst>
              <a:ext uri="{FF2B5EF4-FFF2-40B4-BE49-F238E27FC236}">
                <a16:creationId xmlns:a16="http://schemas.microsoft.com/office/drawing/2014/main" id="{DC737FAE-00DE-74DA-2942-B6A81139A5D0}"/>
              </a:ext>
            </a:extLst>
          </p:cNvPr>
          <p:cNvGrpSpPr/>
          <p:nvPr/>
        </p:nvGrpSpPr>
        <p:grpSpPr>
          <a:xfrm>
            <a:off x="3513695" y="4604592"/>
            <a:ext cx="2677557" cy="538096"/>
            <a:chOff x="6142520" y="4682154"/>
            <a:chExt cx="2677557" cy="538096"/>
          </a:xfrm>
          <a:solidFill>
            <a:schemeClr val="bg1"/>
          </a:solidFill>
        </p:grpSpPr>
        <p:sp>
          <p:nvSpPr>
            <p:cNvPr id="208" name="Rectangle: Rounded Corners 207">
              <a:extLst>
                <a:ext uri="{FF2B5EF4-FFF2-40B4-BE49-F238E27FC236}">
                  <a16:creationId xmlns:a16="http://schemas.microsoft.com/office/drawing/2014/main" id="{E6E5A182-9AA8-1D81-ACA4-0F6888CBCAD3}"/>
                </a:ext>
              </a:extLst>
            </p:cNvPr>
            <p:cNvSpPr/>
            <p:nvPr/>
          </p:nvSpPr>
          <p:spPr>
            <a:xfrm>
              <a:off x="6142520" y="468215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209" name="TextBox 208">
              <a:extLst>
                <a:ext uri="{FF2B5EF4-FFF2-40B4-BE49-F238E27FC236}">
                  <a16:creationId xmlns:a16="http://schemas.microsoft.com/office/drawing/2014/main" id="{0EA9BFE7-9D96-0571-8712-2F7A000CBD2A}"/>
                </a:ext>
              </a:extLst>
            </p:cNvPr>
            <p:cNvSpPr txBox="1"/>
            <p:nvPr/>
          </p:nvSpPr>
          <p:spPr>
            <a:xfrm>
              <a:off x="6515192" y="482039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Industrial &amp; Manufacturing</a:t>
              </a:r>
            </a:p>
          </p:txBody>
        </p:sp>
        <p:sp>
          <p:nvSpPr>
            <p:cNvPr id="221" name="Freeform 49">
              <a:extLst>
                <a:ext uri="{FF2B5EF4-FFF2-40B4-BE49-F238E27FC236}">
                  <a16:creationId xmlns:a16="http://schemas.microsoft.com/office/drawing/2014/main" id="{23FE106C-3F7E-25C2-195A-6C02EDD9DC58}"/>
                </a:ext>
              </a:extLst>
            </p:cNvPr>
            <p:cNvSpPr>
              <a:spLocks noEditPoints="1"/>
            </p:cNvSpPr>
            <p:nvPr/>
          </p:nvSpPr>
          <p:spPr bwMode="auto">
            <a:xfrm>
              <a:off x="6195428" y="4810894"/>
              <a:ext cx="337542" cy="280617"/>
            </a:xfrm>
            <a:custGeom>
              <a:avLst/>
              <a:gdLst>
                <a:gd name="T0" fmla="*/ 1125 w 2593"/>
                <a:gd name="T1" fmla="*/ 404 h 2489"/>
                <a:gd name="T2" fmla="*/ 1248 w 2593"/>
                <a:gd name="T3" fmla="*/ 284 h 2489"/>
                <a:gd name="T4" fmla="*/ 1256 w 2593"/>
                <a:gd name="T5" fmla="*/ 247 h 2489"/>
                <a:gd name="T6" fmla="*/ 1280 w 2593"/>
                <a:gd name="T7" fmla="*/ 214 h 2489"/>
                <a:gd name="T8" fmla="*/ 1317 w 2593"/>
                <a:gd name="T9" fmla="*/ 187 h 2489"/>
                <a:gd name="T10" fmla="*/ 1360 w 2593"/>
                <a:gd name="T11" fmla="*/ 174 h 2489"/>
                <a:gd name="T12" fmla="*/ 1405 w 2593"/>
                <a:gd name="T13" fmla="*/ 178 h 2489"/>
                <a:gd name="T14" fmla="*/ 1448 w 2593"/>
                <a:gd name="T15" fmla="*/ 204 h 2489"/>
                <a:gd name="T16" fmla="*/ 1467 w 2593"/>
                <a:gd name="T17" fmla="*/ 190 h 2489"/>
                <a:gd name="T18" fmla="*/ 1488 w 2593"/>
                <a:gd name="T19" fmla="*/ 142 h 2489"/>
                <a:gd name="T20" fmla="*/ 1526 w 2593"/>
                <a:gd name="T21" fmla="*/ 107 h 2489"/>
                <a:gd name="T22" fmla="*/ 1575 w 2593"/>
                <a:gd name="T23" fmla="*/ 87 h 2489"/>
                <a:gd name="T24" fmla="*/ 1628 w 2593"/>
                <a:gd name="T25" fmla="*/ 92 h 2489"/>
                <a:gd name="T26" fmla="*/ 1679 w 2593"/>
                <a:gd name="T27" fmla="*/ 124 h 2489"/>
                <a:gd name="T28" fmla="*/ 1713 w 2593"/>
                <a:gd name="T29" fmla="*/ 156 h 2489"/>
                <a:gd name="T30" fmla="*/ 1743 w 2593"/>
                <a:gd name="T31" fmla="*/ 75 h 2489"/>
                <a:gd name="T32" fmla="*/ 1815 w 2593"/>
                <a:gd name="T33" fmla="*/ 20 h 2489"/>
                <a:gd name="T34" fmla="*/ 1910 w 2593"/>
                <a:gd name="T35" fmla="*/ 0 h 2489"/>
                <a:gd name="T36" fmla="*/ 2006 w 2593"/>
                <a:gd name="T37" fmla="*/ 22 h 2489"/>
                <a:gd name="T38" fmla="*/ 2085 w 2593"/>
                <a:gd name="T39" fmla="*/ 95 h 2489"/>
                <a:gd name="T40" fmla="*/ 2123 w 2593"/>
                <a:gd name="T41" fmla="*/ 226 h 2489"/>
                <a:gd name="T42" fmla="*/ 2106 w 2593"/>
                <a:gd name="T43" fmla="*/ 372 h 2489"/>
                <a:gd name="T44" fmla="*/ 2045 w 2593"/>
                <a:gd name="T45" fmla="*/ 464 h 2489"/>
                <a:gd name="T46" fmla="*/ 1957 w 2593"/>
                <a:gd name="T47" fmla="*/ 505 h 2489"/>
                <a:gd name="T48" fmla="*/ 1861 w 2593"/>
                <a:gd name="T49" fmla="*/ 502 h 2489"/>
                <a:gd name="T50" fmla="*/ 1776 w 2593"/>
                <a:gd name="T51" fmla="*/ 461 h 2489"/>
                <a:gd name="T52" fmla="*/ 1722 w 2593"/>
                <a:gd name="T53" fmla="*/ 389 h 2489"/>
                <a:gd name="T54" fmla="*/ 1696 w 2593"/>
                <a:gd name="T55" fmla="*/ 361 h 2489"/>
                <a:gd name="T56" fmla="*/ 1650 w 2593"/>
                <a:gd name="T57" fmla="*/ 405 h 2489"/>
                <a:gd name="T58" fmla="*/ 1601 w 2593"/>
                <a:gd name="T59" fmla="*/ 418 h 2489"/>
                <a:gd name="T60" fmla="*/ 1554 w 2593"/>
                <a:gd name="T61" fmla="*/ 409 h 2489"/>
                <a:gd name="T62" fmla="*/ 1515 w 2593"/>
                <a:gd name="T63" fmla="*/ 383 h 2489"/>
                <a:gd name="T64" fmla="*/ 1487 w 2593"/>
                <a:gd name="T65" fmla="*/ 347 h 2489"/>
                <a:gd name="T66" fmla="*/ 1477 w 2593"/>
                <a:gd name="T67" fmla="*/ 310 h 2489"/>
                <a:gd name="T68" fmla="*/ 1458 w 2593"/>
                <a:gd name="T69" fmla="*/ 348 h 2489"/>
                <a:gd name="T70" fmla="*/ 1426 w 2593"/>
                <a:gd name="T71" fmla="*/ 372 h 2489"/>
                <a:gd name="T72" fmla="*/ 1388 w 2593"/>
                <a:gd name="T73" fmla="*/ 386 h 2489"/>
                <a:gd name="T74" fmla="*/ 1348 w 2593"/>
                <a:gd name="T75" fmla="*/ 385 h 2489"/>
                <a:gd name="T76" fmla="*/ 1309 w 2593"/>
                <a:gd name="T77" fmla="*/ 369 h 2489"/>
                <a:gd name="T78" fmla="*/ 1277 w 2593"/>
                <a:gd name="T79" fmla="*/ 341 h 2489"/>
                <a:gd name="T80" fmla="*/ 1267 w 2593"/>
                <a:gd name="T81" fmla="*/ 345 h 2489"/>
                <a:gd name="T82" fmla="*/ 1254 w 2593"/>
                <a:gd name="T83" fmla="*/ 369 h 2489"/>
                <a:gd name="T84" fmla="*/ 1204 w 2593"/>
                <a:gd name="T85" fmla="*/ 392 h 2489"/>
                <a:gd name="T86" fmla="*/ 1155 w 2593"/>
                <a:gd name="T87" fmla="*/ 392 h 2489"/>
                <a:gd name="T88" fmla="*/ 1161 w 2593"/>
                <a:gd name="T89" fmla="*/ 329 h 2489"/>
                <a:gd name="T90" fmla="*/ 1188 w 2593"/>
                <a:gd name="T91" fmla="*/ 283 h 2489"/>
                <a:gd name="T92" fmla="*/ 1219 w 2593"/>
                <a:gd name="T93" fmla="*/ 274 h 2489"/>
                <a:gd name="T94" fmla="*/ 1248 w 2593"/>
                <a:gd name="T95" fmla="*/ 284 h 2489"/>
                <a:gd name="T96" fmla="*/ 2032 w 2593"/>
                <a:gd name="T97" fmla="*/ 799 h 2489"/>
                <a:gd name="T98" fmla="*/ 2072 w 2593"/>
                <a:gd name="T99" fmla="*/ 762 h 2489"/>
                <a:gd name="T100" fmla="*/ 2142 w 2593"/>
                <a:gd name="T101" fmla="*/ 767 h 2489"/>
                <a:gd name="T102" fmla="*/ 2185 w 2593"/>
                <a:gd name="T103" fmla="*/ 1532 h 2489"/>
                <a:gd name="T104" fmla="*/ 2593 w 2593"/>
                <a:gd name="T105" fmla="*/ 2489 h 2489"/>
                <a:gd name="T106" fmla="*/ 308 w 2593"/>
                <a:gd name="T107" fmla="*/ 2044 h 2489"/>
                <a:gd name="T108" fmla="*/ 633 w 2593"/>
                <a:gd name="T109" fmla="*/ 1947 h 2489"/>
                <a:gd name="T110" fmla="*/ 1984 w 2593"/>
                <a:gd name="T111" fmla="*/ 1733 h 2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93" h="2489">
                  <a:moveTo>
                    <a:pt x="1336" y="794"/>
                  </a:moveTo>
                  <a:lnTo>
                    <a:pt x="824" y="794"/>
                  </a:lnTo>
                  <a:lnTo>
                    <a:pt x="824" y="643"/>
                  </a:lnTo>
                  <a:lnTo>
                    <a:pt x="1125" y="643"/>
                  </a:lnTo>
                  <a:lnTo>
                    <a:pt x="1125" y="404"/>
                  </a:lnTo>
                  <a:lnTo>
                    <a:pt x="1216" y="404"/>
                  </a:lnTo>
                  <a:lnTo>
                    <a:pt x="1216" y="643"/>
                  </a:lnTo>
                  <a:lnTo>
                    <a:pt x="1336" y="643"/>
                  </a:lnTo>
                  <a:lnTo>
                    <a:pt x="1336" y="794"/>
                  </a:lnTo>
                  <a:close/>
                  <a:moveTo>
                    <a:pt x="1248" y="284"/>
                  </a:moveTo>
                  <a:lnTo>
                    <a:pt x="1248" y="277"/>
                  </a:lnTo>
                  <a:lnTo>
                    <a:pt x="1249" y="269"/>
                  </a:lnTo>
                  <a:lnTo>
                    <a:pt x="1251" y="261"/>
                  </a:lnTo>
                  <a:lnTo>
                    <a:pt x="1253" y="254"/>
                  </a:lnTo>
                  <a:lnTo>
                    <a:pt x="1256" y="247"/>
                  </a:lnTo>
                  <a:lnTo>
                    <a:pt x="1260" y="240"/>
                  </a:lnTo>
                  <a:lnTo>
                    <a:pt x="1264" y="233"/>
                  </a:lnTo>
                  <a:lnTo>
                    <a:pt x="1269" y="227"/>
                  </a:lnTo>
                  <a:lnTo>
                    <a:pt x="1274" y="220"/>
                  </a:lnTo>
                  <a:lnTo>
                    <a:pt x="1280" y="214"/>
                  </a:lnTo>
                  <a:lnTo>
                    <a:pt x="1288" y="208"/>
                  </a:lnTo>
                  <a:lnTo>
                    <a:pt x="1294" y="202"/>
                  </a:lnTo>
                  <a:lnTo>
                    <a:pt x="1301" y="196"/>
                  </a:lnTo>
                  <a:lnTo>
                    <a:pt x="1309" y="192"/>
                  </a:lnTo>
                  <a:lnTo>
                    <a:pt x="1317" y="187"/>
                  </a:lnTo>
                  <a:lnTo>
                    <a:pt x="1325" y="184"/>
                  </a:lnTo>
                  <a:lnTo>
                    <a:pt x="1333" y="180"/>
                  </a:lnTo>
                  <a:lnTo>
                    <a:pt x="1342" y="178"/>
                  </a:lnTo>
                  <a:lnTo>
                    <a:pt x="1351" y="175"/>
                  </a:lnTo>
                  <a:lnTo>
                    <a:pt x="1360" y="174"/>
                  </a:lnTo>
                  <a:lnTo>
                    <a:pt x="1369" y="173"/>
                  </a:lnTo>
                  <a:lnTo>
                    <a:pt x="1378" y="173"/>
                  </a:lnTo>
                  <a:lnTo>
                    <a:pt x="1387" y="174"/>
                  </a:lnTo>
                  <a:lnTo>
                    <a:pt x="1397" y="175"/>
                  </a:lnTo>
                  <a:lnTo>
                    <a:pt x="1405" y="178"/>
                  </a:lnTo>
                  <a:lnTo>
                    <a:pt x="1414" y="181"/>
                  </a:lnTo>
                  <a:lnTo>
                    <a:pt x="1423" y="185"/>
                  </a:lnTo>
                  <a:lnTo>
                    <a:pt x="1431" y="191"/>
                  </a:lnTo>
                  <a:lnTo>
                    <a:pt x="1440" y="197"/>
                  </a:lnTo>
                  <a:lnTo>
                    <a:pt x="1448" y="204"/>
                  </a:lnTo>
                  <a:lnTo>
                    <a:pt x="1457" y="213"/>
                  </a:lnTo>
                  <a:lnTo>
                    <a:pt x="1464" y="223"/>
                  </a:lnTo>
                  <a:lnTo>
                    <a:pt x="1464" y="212"/>
                  </a:lnTo>
                  <a:lnTo>
                    <a:pt x="1465" y="201"/>
                  </a:lnTo>
                  <a:lnTo>
                    <a:pt x="1467" y="190"/>
                  </a:lnTo>
                  <a:lnTo>
                    <a:pt x="1469" y="180"/>
                  </a:lnTo>
                  <a:lnTo>
                    <a:pt x="1473" y="171"/>
                  </a:lnTo>
                  <a:lnTo>
                    <a:pt x="1477" y="161"/>
                  </a:lnTo>
                  <a:lnTo>
                    <a:pt x="1482" y="152"/>
                  </a:lnTo>
                  <a:lnTo>
                    <a:pt x="1488" y="142"/>
                  </a:lnTo>
                  <a:lnTo>
                    <a:pt x="1494" y="134"/>
                  </a:lnTo>
                  <a:lnTo>
                    <a:pt x="1501" y="126"/>
                  </a:lnTo>
                  <a:lnTo>
                    <a:pt x="1510" y="119"/>
                  </a:lnTo>
                  <a:lnTo>
                    <a:pt x="1518" y="113"/>
                  </a:lnTo>
                  <a:lnTo>
                    <a:pt x="1526" y="107"/>
                  </a:lnTo>
                  <a:lnTo>
                    <a:pt x="1535" y="102"/>
                  </a:lnTo>
                  <a:lnTo>
                    <a:pt x="1544" y="97"/>
                  </a:lnTo>
                  <a:lnTo>
                    <a:pt x="1554" y="93"/>
                  </a:lnTo>
                  <a:lnTo>
                    <a:pt x="1565" y="90"/>
                  </a:lnTo>
                  <a:lnTo>
                    <a:pt x="1575" y="87"/>
                  </a:lnTo>
                  <a:lnTo>
                    <a:pt x="1585" y="86"/>
                  </a:lnTo>
                  <a:lnTo>
                    <a:pt x="1595" y="86"/>
                  </a:lnTo>
                  <a:lnTo>
                    <a:pt x="1606" y="87"/>
                  </a:lnTo>
                  <a:lnTo>
                    <a:pt x="1616" y="89"/>
                  </a:lnTo>
                  <a:lnTo>
                    <a:pt x="1628" y="92"/>
                  </a:lnTo>
                  <a:lnTo>
                    <a:pt x="1638" y="96"/>
                  </a:lnTo>
                  <a:lnTo>
                    <a:pt x="1648" y="101"/>
                  </a:lnTo>
                  <a:lnTo>
                    <a:pt x="1659" y="107"/>
                  </a:lnTo>
                  <a:lnTo>
                    <a:pt x="1668" y="115"/>
                  </a:lnTo>
                  <a:lnTo>
                    <a:pt x="1679" y="124"/>
                  </a:lnTo>
                  <a:lnTo>
                    <a:pt x="1688" y="134"/>
                  </a:lnTo>
                  <a:lnTo>
                    <a:pt x="1697" y="145"/>
                  </a:lnTo>
                  <a:lnTo>
                    <a:pt x="1706" y="159"/>
                  </a:lnTo>
                  <a:lnTo>
                    <a:pt x="1714" y="174"/>
                  </a:lnTo>
                  <a:lnTo>
                    <a:pt x="1713" y="156"/>
                  </a:lnTo>
                  <a:lnTo>
                    <a:pt x="1715" y="137"/>
                  </a:lnTo>
                  <a:lnTo>
                    <a:pt x="1718" y="120"/>
                  </a:lnTo>
                  <a:lnTo>
                    <a:pt x="1724" y="105"/>
                  </a:lnTo>
                  <a:lnTo>
                    <a:pt x="1733" y="90"/>
                  </a:lnTo>
                  <a:lnTo>
                    <a:pt x="1743" y="75"/>
                  </a:lnTo>
                  <a:lnTo>
                    <a:pt x="1755" y="62"/>
                  </a:lnTo>
                  <a:lnTo>
                    <a:pt x="1768" y="50"/>
                  </a:lnTo>
                  <a:lnTo>
                    <a:pt x="1782" y="39"/>
                  </a:lnTo>
                  <a:lnTo>
                    <a:pt x="1799" y="28"/>
                  </a:lnTo>
                  <a:lnTo>
                    <a:pt x="1815" y="20"/>
                  </a:lnTo>
                  <a:lnTo>
                    <a:pt x="1833" y="13"/>
                  </a:lnTo>
                  <a:lnTo>
                    <a:pt x="1852" y="8"/>
                  </a:lnTo>
                  <a:lnTo>
                    <a:pt x="1871" y="3"/>
                  </a:lnTo>
                  <a:lnTo>
                    <a:pt x="1890" y="1"/>
                  </a:lnTo>
                  <a:lnTo>
                    <a:pt x="1910" y="0"/>
                  </a:lnTo>
                  <a:lnTo>
                    <a:pt x="1930" y="1"/>
                  </a:lnTo>
                  <a:lnTo>
                    <a:pt x="1949" y="3"/>
                  </a:lnTo>
                  <a:lnTo>
                    <a:pt x="1969" y="7"/>
                  </a:lnTo>
                  <a:lnTo>
                    <a:pt x="1988" y="14"/>
                  </a:lnTo>
                  <a:lnTo>
                    <a:pt x="2006" y="22"/>
                  </a:lnTo>
                  <a:lnTo>
                    <a:pt x="2025" y="33"/>
                  </a:lnTo>
                  <a:lnTo>
                    <a:pt x="2041" y="45"/>
                  </a:lnTo>
                  <a:lnTo>
                    <a:pt x="2057" y="59"/>
                  </a:lnTo>
                  <a:lnTo>
                    <a:pt x="2072" y="75"/>
                  </a:lnTo>
                  <a:lnTo>
                    <a:pt x="2085" y="95"/>
                  </a:lnTo>
                  <a:lnTo>
                    <a:pt x="2096" y="116"/>
                  </a:lnTo>
                  <a:lnTo>
                    <a:pt x="2106" y="139"/>
                  </a:lnTo>
                  <a:lnTo>
                    <a:pt x="2113" y="166"/>
                  </a:lnTo>
                  <a:lnTo>
                    <a:pt x="2119" y="194"/>
                  </a:lnTo>
                  <a:lnTo>
                    <a:pt x="2123" y="226"/>
                  </a:lnTo>
                  <a:lnTo>
                    <a:pt x="2125" y="259"/>
                  </a:lnTo>
                  <a:lnTo>
                    <a:pt x="2123" y="292"/>
                  </a:lnTo>
                  <a:lnTo>
                    <a:pt x="2119" y="320"/>
                  </a:lnTo>
                  <a:lnTo>
                    <a:pt x="2114" y="348"/>
                  </a:lnTo>
                  <a:lnTo>
                    <a:pt x="2106" y="372"/>
                  </a:lnTo>
                  <a:lnTo>
                    <a:pt x="2097" y="396"/>
                  </a:lnTo>
                  <a:lnTo>
                    <a:pt x="2086" y="415"/>
                  </a:lnTo>
                  <a:lnTo>
                    <a:pt x="2074" y="433"/>
                  </a:lnTo>
                  <a:lnTo>
                    <a:pt x="2059" y="450"/>
                  </a:lnTo>
                  <a:lnTo>
                    <a:pt x="2045" y="464"/>
                  </a:lnTo>
                  <a:lnTo>
                    <a:pt x="2029" y="476"/>
                  </a:lnTo>
                  <a:lnTo>
                    <a:pt x="2012" y="485"/>
                  </a:lnTo>
                  <a:lnTo>
                    <a:pt x="1994" y="493"/>
                  </a:lnTo>
                  <a:lnTo>
                    <a:pt x="1976" y="500"/>
                  </a:lnTo>
                  <a:lnTo>
                    <a:pt x="1957" y="505"/>
                  </a:lnTo>
                  <a:lnTo>
                    <a:pt x="1937" y="508"/>
                  </a:lnTo>
                  <a:lnTo>
                    <a:pt x="1918" y="508"/>
                  </a:lnTo>
                  <a:lnTo>
                    <a:pt x="1898" y="508"/>
                  </a:lnTo>
                  <a:lnTo>
                    <a:pt x="1879" y="506"/>
                  </a:lnTo>
                  <a:lnTo>
                    <a:pt x="1861" y="502"/>
                  </a:lnTo>
                  <a:lnTo>
                    <a:pt x="1842" y="496"/>
                  </a:lnTo>
                  <a:lnTo>
                    <a:pt x="1824" y="489"/>
                  </a:lnTo>
                  <a:lnTo>
                    <a:pt x="1808" y="481"/>
                  </a:lnTo>
                  <a:lnTo>
                    <a:pt x="1792" y="471"/>
                  </a:lnTo>
                  <a:lnTo>
                    <a:pt x="1776" y="461"/>
                  </a:lnTo>
                  <a:lnTo>
                    <a:pt x="1762" y="449"/>
                  </a:lnTo>
                  <a:lnTo>
                    <a:pt x="1750" y="435"/>
                  </a:lnTo>
                  <a:lnTo>
                    <a:pt x="1739" y="421"/>
                  </a:lnTo>
                  <a:lnTo>
                    <a:pt x="1729" y="405"/>
                  </a:lnTo>
                  <a:lnTo>
                    <a:pt x="1722" y="389"/>
                  </a:lnTo>
                  <a:lnTo>
                    <a:pt x="1716" y="371"/>
                  </a:lnTo>
                  <a:lnTo>
                    <a:pt x="1713" y="352"/>
                  </a:lnTo>
                  <a:lnTo>
                    <a:pt x="1711" y="333"/>
                  </a:lnTo>
                  <a:lnTo>
                    <a:pt x="1704" y="348"/>
                  </a:lnTo>
                  <a:lnTo>
                    <a:pt x="1696" y="361"/>
                  </a:lnTo>
                  <a:lnTo>
                    <a:pt x="1687" y="372"/>
                  </a:lnTo>
                  <a:lnTo>
                    <a:pt x="1679" y="383"/>
                  </a:lnTo>
                  <a:lnTo>
                    <a:pt x="1669" y="392"/>
                  </a:lnTo>
                  <a:lnTo>
                    <a:pt x="1659" y="399"/>
                  </a:lnTo>
                  <a:lnTo>
                    <a:pt x="1650" y="405"/>
                  </a:lnTo>
                  <a:lnTo>
                    <a:pt x="1641" y="410"/>
                  </a:lnTo>
                  <a:lnTo>
                    <a:pt x="1631" y="414"/>
                  </a:lnTo>
                  <a:lnTo>
                    <a:pt x="1622" y="416"/>
                  </a:lnTo>
                  <a:lnTo>
                    <a:pt x="1611" y="418"/>
                  </a:lnTo>
                  <a:lnTo>
                    <a:pt x="1601" y="418"/>
                  </a:lnTo>
                  <a:lnTo>
                    <a:pt x="1592" y="418"/>
                  </a:lnTo>
                  <a:lnTo>
                    <a:pt x="1582" y="417"/>
                  </a:lnTo>
                  <a:lnTo>
                    <a:pt x="1573" y="415"/>
                  </a:lnTo>
                  <a:lnTo>
                    <a:pt x="1564" y="412"/>
                  </a:lnTo>
                  <a:lnTo>
                    <a:pt x="1554" y="409"/>
                  </a:lnTo>
                  <a:lnTo>
                    <a:pt x="1546" y="404"/>
                  </a:lnTo>
                  <a:lnTo>
                    <a:pt x="1538" y="400"/>
                  </a:lnTo>
                  <a:lnTo>
                    <a:pt x="1530" y="395"/>
                  </a:lnTo>
                  <a:lnTo>
                    <a:pt x="1522" y="389"/>
                  </a:lnTo>
                  <a:lnTo>
                    <a:pt x="1515" y="383"/>
                  </a:lnTo>
                  <a:lnTo>
                    <a:pt x="1509" y="375"/>
                  </a:lnTo>
                  <a:lnTo>
                    <a:pt x="1502" y="369"/>
                  </a:lnTo>
                  <a:lnTo>
                    <a:pt x="1496" y="362"/>
                  </a:lnTo>
                  <a:lnTo>
                    <a:pt x="1491" y="354"/>
                  </a:lnTo>
                  <a:lnTo>
                    <a:pt x="1487" y="347"/>
                  </a:lnTo>
                  <a:lnTo>
                    <a:pt x="1484" y="340"/>
                  </a:lnTo>
                  <a:lnTo>
                    <a:pt x="1481" y="332"/>
                  </a:lnTo>
                  <a:lnTo>
                    <a:pt x="1479" y="325"/>
                  </a:lnTo>
                  <a:lnTo>
                    <a:pt x="1478" y="317"/>
                  </a:lnTo>
                  <a:lnTo>
                    <a:pt x="1477" y="310"/>
                  </a:lnTo>
                  <a:lnTo>
                    <a:pt x="1474" y="318"/>
                  </a:lnTo>
                  <a:lnTo>
                    <a:pt x="1471" y="327"/>
                  </a:lnTo>
                  <a:lnTo>
                    <a:pt x="1467" y="334"/>
                  </a:lnTo>
                  <a:lnTo>
                    <a:pt x="1463" y="341"/>
                  </a:lnTo>
                  <a:lnTo>
                    <a:pt x="1458" y="348"/>
                  </a:lnTo>
                  <a:lnTo>
                    <a:pt x="1453" y="354"/>
                  </a:lnTo>
                  <a:lnTo>
                    <a:pt x="1446" y="359"/>
                  </a:lnTo>
                  <a:lnTo>
                    <a:pt x="1440" y="364"/>
                  </a:lnTo>
                  <a:lnTo>
                    <a:pt x="1433" y="369"/>
                  </a:lnTo>
                  <a:lnTo>
                    <a:pt x="1426" y="372"/>
                  </a:lnTo>
                  <a:lnTo>
                    <a:pt x="1419" y="376"/>
                  </a:lnTo>
                  <a:lnTo>
                    <a:pt x="1412" y="379"/>
                  </a:lnTo>
                  <a:lnTo>
                    <a:pt x="1404" y="381"/>
                  </a:lnTo>
                  <a:lnTo>
                    <a:pt x="1397" y="384"/>
                  </a:lnTo>
                  <a:lnTo>
                    <a:pt x="1388" y="386"/>
                  </a:lnTo>
                  <a:lnTo>
                    <a:pt x="1380" y="386"/>
                  </a:lnTo>
                  <a:lnTo>
                    <a:pt x="1372" y="387"/>
                  </a:lnTo>
                  <a:lnTo>
                    <a:pt x="1364" y="387"/>
                  </a:lnTo>
                  <a:lnTo>
                    <a:pt x="1356" y="386"/>
                  </a:lnTo>
                  <a:lnTo>
                    <a:pt x="1348" y="385"/>
                  </a:lnTo>
                  <a:lnTo>
                    <a:pt x="1340" y="383"/>
                  </a:lnTo>
                  <a:lnTo>
                    <a:pt x="1331" y="380"/>
                  </a:lnTo>
                  <a:lnTo>
                    <a:pt x="1324" y="377"/>
                  </a:lnTo>
                  <a:lnTo>
                    <a:pt x="1316" y="373"/>
                  </a:lnTo>
                  <a:lnTo>
                    <a:pt x="1309" y="369"/>
                  </a:lnTo>
                  <a:lnTo>
                    <a:pt x="1302" y="365"/>
                  </a:lnTo>
                  <a:lnTo>
                    <a:pt x="1296" y="360"/>
                  </a:lnTo>
                  <a:lnTo>
                    <a:pt x="1290" y="354"/>
                  </a:lnTo>
                  <a:lnTo>
                    <a:pt x="1284" y="348"/>
                  </a:lnTo>
                  <a:lnTo>
                    <a:pt x="1277" y="341"/>
                  </a:lnTo>
                  <a:lnTo>
                    <a:pt x="1273" y="334"/>
                  </a:lnTo>
                  <a:lnTo>
                    <a:pt x="1268" y="326"/>
                  </a:lnTo>
                  <a:lnTo>
                    <a:pt x="1268" y="333"/>
                  </a:lnTo>
                  <a:lnTo>
                    <a:pt x="1268" y="339"/>
                  </a:lnTo>
                  <a:lnTo>
                    <a:pt x="1267" y="345"/>
                  </a:lnTo>
                  <a:lnTo>
                    <a:pt x="1266" y="351"/>
                  </a:lnTo>
                  <a:lnTo>
                    <a:pt x="1263" y="356"/>
                  </a:lnTo>
                  <a:lnTo>
                    <a:pt x="1261" y="360"/>
                  </a:lnTo>
                  <a:lnTo>
                    <a:pt x="1258" y="365"/>
                  </a:lnTo>
                  <a:lnTo>
                    <a:pt x="1254" y="369"/>
                  </a:lnTo>
                  <a:lnTo>
                    <a:pt x="1246" y="375"/>
                  </a:lnTo>
                  <a:lnTo>
                    <a:pt x="1236" y="381"/>
                  </a:lnTo>
                  <a:lnTo>
                    <a:pt x="1226" y="386"/>
                  </a:lnTo>
                  <a:lnTo>
                    <a:pt x="1215" y="390"/>
                  </a:lnTo>
                  <a:lnTo>
                    <a:pt x="1204" y="392"/>
                  </a:lnTo>
                  <a:lnTo>
                    <a:pt x="1193" y="393"/>
                  </a:lnTo>
                  <a:lnTo>
                    <a:pt x="1184" y="394"/>
                  </a:lnTo>
                  <a:lnTo>
                    <a:pt x="1175" y="395"/>
                  </a:lnTo>
                  <a:lnTo>
                    <a:pt x="1160" y="394"/>
                  </a:lnTo>
                  <a:lnTo>
                    <a:pt x="1155" y="392"/>
                  </a:lnTo>
                  <a:lnTo>
                    <a:pt x="1155" y="378"/>
                  </a:lnTo>
                  <a:lnTo>
                    <a:pt x="1155" y="366"/>
                  </a:lnTo>
                  <a:lnTo>
                    <a:pt x="1156" y="353"/>
                  </a:lnTo>
                  <a:lnTo>
                    <a:pt x="1158" y="341"/>
                  </a:lnTo>
                  <a:lnTo>
                    <a:pt x="1161" y="329"/>
                  </a:lnTo>
                  <a:lnTo>
                    <a:pt x="1164" y="317"/>
                  </a:lnTo>
                  <a:lnTo>
                    <a:pt x="1170" y="307"/>
                  </a:lnTo>
                  <a:lnTo>
                    <a:pt x="1175" y="298"/>
                  </a:lnTo>
                  <a:lnTo>
                    <a:pt x="1181" y="290"/>
                  </a:lnTo>
                  <a:lnTo>
                    <a:pt x="1188" y="283"/>
                  </a:lnTo>
                  <a:lnTo>
                    <a:pt x="1196" y="278"/>
                  </a:lnTo>
                  <a:lnTo>
                    <a:pt x="1205" y="275"/>
                  </a:lnTo>
                  <a:lnTo>
                    <a:pt x="1209" y="274"/>
                  </a:lnTo>
                  <a:lnTo>
                    <a:pt x="1214" y="274"/>
                  </a:lnTo>
                  <a:lnTo>
                    <a:pt x="1219" y="274"/>
                  </a:lnTo>
                  <a:lnTo>
                    <a:pt x="1224" y="275"/>
                  </a:lnTo>
                  <a:lnTo>
                    <a:pt x="1231" y="276"/>
                  </a:lnTo>
                  <a:lnTo>
                    <a:pt x="1236" y="278"/>
                  </a:lnTo>
                  <a:lnTo>
                    <a:pt x="1242" y="281"/>
                  </a:lnTo>
                  <a:lnTo>
                    <a:pt x="1248" y="284"/>
                  </a:lnTo>
                  <a:close/>
                  <a:moveTo>
                    <a:pt x="1984" y="1733"/>
                  </a:moveTo>
                  <a:lnTo>
                    <a:pt x="1984" y="1532"/>
                  </a:lnTo>
                  <a:lnTo>
                    <a:pt x="2035" y="1532"/>
                  </a:lnTo>
                  <a:lnTo>
                    <a:pt x="2035" y="798"/>
                  </a:lnTo>
                  <a:lnTo>
                    <a:pt x="2032" y="799"/>
                  </a:lnTo>
                  <a:lnTo>
                    <a:pt x="2030" y="799"/>
                  </a:lnTo>
                  <a:lnTo>
                    <a:pt x="2030" y="767"/>
                  </a:lnTo>
                  <a:lnTo>
                    <a:pt x="2043" y="764"/>
                  </a:lnTo>
                  <a:lnTo>
                    <a:pt x="2057" y="763"/>
                  </a:lnTo>
                  <a:lnTo>
                    <a:pt x="2072" y="762"/>
                  </a:lnTo>
                  <a:lnTo>
                    <a:pt x="2086" y="762"/>
                  </a:lnTo>
                  <a:lnTo>
                    <a:pt x="2100" y="762"/>
                  </a:lnTo>
                  <a:lnTo>
                    <a:pt x="2114" y="763"/>
                  </a:lnTo>
                  <a:lnTo>
                    <a:pt x="2129" y="764"/>
                  </a:lnTo>
                  <a:lnTo>
                    <a:pt x="2142" y="767"/>
                  </a:lnTo>
                  <a:lnTo>
                    <a:pt x="2142" y="799"/>
                  </a:lnTo>
                  <a:lnTo>
                    <a:pt x="2140" y="799"/>
                  </a:lnTo>
                  <a:lnTo>
                    <a:pt x="2137" y="798"/>
                  </a:lnTo>
                  <a:lnTo>
                    <a:pt x="2137" y="1532"/>
                  </a:lnTo>
                  <a:lnTo>
                    <a:pt x="2185" y="1532"/>
                  </a:lnTo>
                  <a:lnTo>
                    <a:pt x="2185" y="1768"/>
                  </a:lnTo>
                  <a:lnTo>
                    <a:pt x="2387" y="1768"/>
                  </a:lnTo>
                  <a:lnTo>
                    <a:pt x="2387" y="2141"/>
                  </a:lnTo>
                  <a:lnTo>
                    <a:pt x="2593" y="2141"/>
                  </a:lnTo>
                  <a:lnTo>
                    <a:pt x="2593" y="2489"/>
                  </a:lnTo>
                  <a:lnTo>
                    <a:pt x="0" y="2489"/>
                  </a:lnTo>
                  <a:lnTo>
                    <a:pt x="0" y="2327"/>
                  </a:lnTo>
                  <a:lnTo>
                    <a:pt x="211" y="2231"/>
                  </a:lnTo>
                  <a:lnTo>
                    <a:pt x="211" y="2044"/>
                  </a:lnTo>
                  <a:lnTo>
                    <a:pt x="308" y="2044"/>
                  </a:lnTo>
                  <a:lnTo>
                    <a:pt x="308" y="1947"/>
                  </a:lnTo>
                  <a:lnTo>
                    <a:pt x="486" y="1947"/>
                  </a:lnTo>
                  <a:lnTo>
                    <a:pt x="509" y="1462"/>
                  </a:lnTo>
                  <a:lnTo>
                    <a:pt x="619" y="1462"/>
                  </a:lnTo>
                  <a:lnTo>
                    <a:pt x="633" y="1947"/>
                  </a:lnTo>
                  <a:lnTo>
                    <a:pt x="698" y="1947"/>
                  </a:lnTo>
                  <a:lnTo>
                    <a:pt x="698" y="816"/>
                  </a:lnTo>
                  <a:lnTo>
                    <a:pt x="1426" y="816"/>
                  </a:lnTo>
                  <a:lnTo>
                    <a:pt x="1426" y="1733"/>
                  </a:lnTo>
                  <a:lnTo>
                    <a:pt x="1984" y="1733"/>
                  </a:lnTo>
                  <a:close/>
                </a:path>
              </a:pathLst>
            </a:custGeom>
            <a:grpFill/>
            <a:ln>
              <a:noFill/>
            </a:ln>
          </p:spPr>
          <p:txBody>
            <a:bodyPr vert="horz" wrap="square" lIns="91440" tIns="45720" rIns="91440" bIns="45720" numCol="1" anchor="t" anchorCtr="0" compatLnSpc="1">
              <a:prstTxWarp prst="textNoShape">
                <a:avLst/>
              </a:prstTxWarp>
            </a:bodyPr>
            <a:lstStyle/>
            <a:p>
              <a:endParaRPr lang="en-CA" noProof="0">
                <a:solidFill>
                  <a:schemeClr val="bg1"/>
                </a:solidFill>
                <a:latin typeface="Palatino Linotype" panose="02040502050505030304" pitchFamily="18" charset="0"/>
              </a:endParaRPr>
            </a:p>
          </p:txBody>
        </p:sp>
      </p:grpSp>
      <p:grpSp>
        <p:nvGrpSpPr>
          <p:cNvPr id="245" name="Group 244">
            <a:extLst>
              <a:ext uri="{FF2B5EF4-FFF2-40B4-BE49-F238E27FC236}">
                <a16:creationId xmlns:a16="http://schemas.microsoft.com/office/drawing/2014/main" id="{BCC40173-718D-2976-DFFE-A0587C51FDE3}"/>
              </a:ext>
            </a:extLst>
          </p:cNvPr>
          <p:cNvGrpSpPr/>
          <p:nvPr/>
        </p:nvGrpSpPr>
        <p:grpSpPr>
          <a:xfrm>
            <a:off x="576346" y="4076672"/>
            <a:ext cx="2677557" cy="538096"/>
            <a:chOff x="323925" y="5263405"/>
            <a:chExt cx="2677557" cy="538096"/>
          </a:xfrm>
          <a:solidFill>
            <a:schemeClr val="bg1"/>
          </a:solidFill>
        </p:grpSpPr>
        <p:sp>
          <p:nvSpPr>
            <p:cNvPr id="161" name="Rectangle: Rounded Corners 160">
              <a:extLst>
                <a:ext uri="{FF2B5EF4-FFF2-40B4-BE49-F238E27FC236}">
                  <a16:creationId xmlns:a16="http://schemas.microsoft.com/office/drawing/2014/main" id="{D43E8950-BDEB-E04C-11C6-16E492E5947C}"/>
                </a:ext>
              </a:extLst>
            </p:cNvPr>
            <p:cNvSpPr/>
            <p:nvPr/>
          </p:nvSpPr>
          <p:spPr>
            <a:xfrm>
              <a:off x="323925" y="5263405"/>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63" name="TextBox 162">
              <a:extLst>
                <a:ext uri="{FF2B5EF4-FFF2-40B4-BE49-F238E27FC236}">
                  <a16:creationId xmlns:a16="http://schemas.microsoft.com/office/drawing/2014/main" id="{32454817-3AA7-D5AD-841C-47C8DC840335}"/>
                </a:ext>
              </a:extLst>
            </p:cNvPr>
            <p:cNvSpPr txBox="1"/>
            <p:nvPr/>
          </p:nvSpPr>
          <p:spPr>
            <a:xfrm>
              <a:off x="696597" y="5401648"/>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Consumer &amp; Retail</a:t>
              </a:r>
            </a:p>
          </p:txBody>
        </p:sp>
        <p:pic>
          <p:nvPicPr>
            <p:cNvPr id="222" name="Graphic 221" descr="Target Audience with solid fill">
              <a:extLst>
                <a:ext uri="{FF2B5EF4-FFF2-40B4-BE49-F238E27FC236}">
                  <a16:creationId xmlns:a16="http://schemas.microsoft.com/office/drawing/2014/main" id="{F6C7BB26-74D8-FA18-989A-D837FCE02BD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7506" y="5352453"/>
              <a:ext cx="360000" cy="360000"/>
            </a:xfrm>
            <a:prstGeom prst="rect">
              <a:avLst/>
            </a:prstGeom>
          </p:spPr>
        </p:pic>
      </p:grpSp>
      <p:grpSp>
        <p:nvGrpSpPr>
          <p:cNvPr id="47" name="Group 46">
            <a:extLst>
              <a:ext uri="{FF2B5EF4-FFF2-40B4-BE49-F238E27FC236}">
                <a16:creationId xmlns:a16="http://schemas.microsoft.com/office/drawing/2014/main" id="{85812157-5368-8E08-F544-DE775C70E4CA}"/>
              </a:ext>
            </a:extLst>
          </p:cNvPr>
          <p:cNvGrpSpPr/>
          <p:nvPr/>
        </p:nvGrpSpPr>
        <p:grpSpPr>
          <a:xfrm>
            <a:off x="3513695" y="4076672"/>
            <a:ext cx="2689416" cy="538096"/>
            <a:chOff x="6130661" y="5263405"/>
            <a:chExt cx="2689416" cy="538096"/>
          </a:xfrm>
          <a:solidFill>
            <a:schemeClr val="bg1"/>
          </a:solidFill>
        </p:grpSpPr>
        <p:sp>
          <p:nvSpPr>
            <p:cNvPr id="48" name="Rectangle: Rounded Corners 47">
              <a:extLst>
                <a:ext uri="{FF2B5EF4-FFF2-40B4-BE49-F238E27FC236}">
                  <a16:creationId xmlns:a16="http://schemas.microsoft.com/office/drawing/2014/main" id="{0CED01CE-8A0B-BEA2-269B-1DCC48B9794E}"/>
                </a:ext>
              </a:extLst>
            </p:cNvPr>
            <p:cNvSpPr/>
            <p:nvPr/>
          </p:nvSpPr>
          <p:spPr>
            <a:xfrm>
              <a:off x="6142520" y="5263405"/>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49" name="TextBox 48">
              <a:extLst>
                <a:ext uri="{FF2B5EF4-FFF2-40B4-BE49-F238E27FC236}">
                  <a16:creationId xmlns:a16="http://schemas.microsoft.com/office/drawing/2014/main" id="{829095AD-12B9-4D40-85E2-7C3390083A38}"/>
                </a:ext>
              </a:extLst>
            </p:cNvPr>
            <p:cNvSpPr txBox="1"/>
            <p:nvPr/>
          </p:nvSpPr>
          <p:spPr>
            <a:xfrm>
              <a:off x="6515192" y="5401648"/>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Business Services</a:t>
              </a:r>
            </a:p>
          </p:txBody>
        </p:sp>
        <p:pic>
          <p:nvPicPr>
            <p:cNvPr id="50" name="Graphic 49" descr="Work from home desk with solid fill">
              <a:extLst>
                <a:ext uri="{FF2B5EF4-FFF2-40B4-BE49-F238E27FC236}">
                  <a16:creationId xmlns:a16="http://schemas.microsoft.com/office/drawing/2014/main" id="{CAFC346F-294E-A26C-E45F-74FA97DE6FC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30661" y="5339031"/>
              <a:ext cx="405196" cy="405196"/>
            </a:xfrm>
            <a:prstGeom prst="rect">
              <a:avLst/>
            </a:prstGeom>
          </p:spPr>
        </p:pic>
      </p:grpSp>
      <p:pic>
        <p:nvPicPr>
          <p:cNvPr id="13" name="Graphic 12" descr="Crops outline">
            <a:extLst>
              <a:ext uri="{FF2B5EF4-FFF2-40B4-BE49-F238E27FC236}">
                <a16:creationId xmlns:a16="http://schemas.microsoft.com/office/drawing/2014/main" id="{728016C9-C08E-F483-0AE7-91854D867A7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31424" y="5197401"/>
            <a:ext cx="408320" cy="408320"/>
          </a:xfrm>
          <a:prstGeom prst="rect">
            <a:avLst/>
          </a:prstGeom>
        </p:spPr>
      </p:pic>
    </p:spTree>
    <p:extLst>
      <p:ext uri="{BB962C8B-B14F-4D97-AF65-F5344CB8AC3E}">
        <p14:creationId xmlns:p14="http://schemas.microsoft.com/office/powerpoint/2010/main" val="130926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2BBB9-3365-74F0-D6CC-3337274BA226}"/>
            </a:ext>
          </a:extLst>
        </p:cNvPr>
        <p:cNvGrpSpPr/>
        <p:nvPr/>
      </p:nvGrpSpPr>
      <p:grpSpPr>
        <a:xfrm>
          <a:off x="0" y="0"/>
          <a:ext cx="0" cy="0"/>
          <a:chOff x="0" y="0"/>
          <a:chExt cx="0" cy="0"/>
        </a:xfrm>
      </p:grpSpPr>
      <p:pic>
        <p:nvPicPr>
          <p:cNvPr id="33795" name="Picture 2" descr="Home - Wellington-Altus">
            <a:extLst>
              <a:ext uri="{FF2B5EF4-FFF2-40B4-BE49-F238E27FC236}">
                <a16:creationId xmlns:a16="http://schemas.microsoft.com/office/drawing/2014/main" id="{5151CC35-B6D4-03D0-D132-FDC112442B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1669" y="5241230"/>
            <a:ext cx="913232" cy="280818"/>
          </a:xfrm>
          <a:prstGeom prst="rect">
            <a:avLst/>
          </a:prstGeom>
          <a:noFill/>
          <a:extLst>
            <a:ext uri="{909E8E84-426E-40DD-AFC4-6F175D3DCCD1}">
              <a14:hiddenFill xmlns:a14="http://schemas.microsoft.com/office/drawing/2010/main">
                <a:solidFill>
                  <a:srgbClr val="FFFFFF"/>
                </a:solidFill>
              </a14:hiddenFill>
            </a:ext>
          </a:extLst>
        </p:spPr>
      </p:pic>
      <p:sp>
        <p:nvSpPr>
          <p:cNvPr id="33794" name="Title 6">
            <a:extLst>
              <a:ext uri="{FF2B5EF4-FFF2-40B4-BE49-F238E27FC236}">
                <a16:creationId xmlns:a16="http://schemas.microsoft.com/office/drawing/2014/main" id="{AFD75319-6ABF-4EF6-F573-F655DB84C67C}"/>
              </a:ext>
            </a:extLst>
          </p:cNvPr>
          <p:cNvSpPr>
            <a:spLocks noGrp="1"/>
          </p:cNvSpPr>
          <p:nvPr>
            <p:ph type="title"/>
          </p:nvPr>
        </p:nvSpPr>
        <p:spPr/>
        <p:txBody>
          <a:bodyPr>
            <a:normAutofit/>
          </a:bodyPr>
          <a:lstStyle/>
          <a:p>
            <a:r>
              <a:rPr lang="en-CA" sz="2200" noProof="0"/>
              <a:t>Canada’s Top Independent M&amp;A Advisor</a:t>
            </a:r>
          </a:p>
        </p:txBody>
      </p:sp>
      <p:sp>
        <p:nvSpPr>
          <p:cNvPr id="3" name="Slide Number Placeholder 2">
            <a:extLst>
              <a:ext uri="{FF2B5EF4-FFF2-40B4-BE49-F238E27FC236}">
                <a16:creationId xmlns:a16="http://schemas.microsoft.com/office/drawing/2014/main" id="{22A8272C-9556-57E8-F5E3-72CDF51D727F}"/>
              </a:ext>
            </a:extLst>
          </p:cNvPr>
          <p:cNvSpPr>
            <a:spLocks noGrp="1"/>
          </p:cNvSpPr>
          <p:nvPr>
            <p:ph type="sldNum" sz="quarter" idx="12"/>
          </p:nvPr>
        </p:nvSpPr>
        <p:spPr/>
        <p:txBody>
          <a:bodyPr vert="horz" lIns="91440" tIns="45720" rIns="91440" bIns="45720" rtlCol="0" anchor="ctr" anchorCtr="0"/>
          <a:lstStyle/>
          <a:p>
            <a:fld id="{B0BBF262-6B1A-47DC-B7A7-A92B0DCA2A1B}" type="slidenum">
              <a:rPr lang="en-CA" noProof="0"/>
              <a:pPr/>
              <a:t>3</a:t>
            </a:fld>
            <a:endParaRPr lang="en-CA" noProof="0"/>
          </a:p>
        </p:txBody>
      </p:sp>
      <p:sp>
        <p:nvSpPr>
          <p:cNvPr id="18" name="Text Placeholder 17">
            <a:extLst>
              <a:ext uri="{FF2B5EF4-FFF2-40B4-BE49-F238E27FC236}">
                <a16:creationId xmlns:a16="http://schemas.microsoft.com/office/drawing/2014/main" id="{9C8FF4CE-B46C-B018-BBB4-DC261BF99426}"/>
              </a:ext>
            </a:extLst>
          </p:cNvPr>
          <p:cNvSpPr>
            <a:spLocks noGrp="1"/>
          </p:cNvSpPr>
          <p:nvPr>
            <p:ph type="body" sz="quarter" idx="13"/>
          </p:nvPr>
        </p:nvSpPr>
        <p:spPr/>
        <p:txBody>
          <a:bodyPr/>
          <a:lstStyle/>
          <a:p>
            <a:endParaRPr lang="en-US"/>
          </a:p>
        </p:txBody>
      </p:sp>
      <p:sp>
        <p:nvSpPr>
          <p:cNvPr id="14" name="Content Placeholder 7">
            <a:extLst>
              <a:ext uri="{FF2B5EF4-FFF2-40B4-BE49-F238E27FC236}">
                <a16:creationId xmlns:a16="http://schemas.microsoft.com/office/drawing/2014/main" id="{C2473C5A-3A9B-36AE-AC6D-7B1942814154}"/>
              </a:ext>
            </a:extLst>
          </p:cNvPr>
          <p:cNvSpPr txBox="1">
            <a:spLocks/>
          </p:cNvSpPr>
          <p:nvPr/>
        </p:nvSpPr>
        <p:spPr bwMode="auto">
          <a:xfrm>
            <a:off x="324000" y="1004271"/>
            <a:ext cx="849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marR="0" lvl="1" indent="-180000" algn="l" defTabSz="914400" rtl="0" eaLnBrk="1" fontAlgn="auto" latinLnBrk="0" hangingPunct="1">
              <a:lnSpc>
                <a:spcPct val="100000"/>
              </a:lnSpc>
              <a:spcBef>
                <a:spcPts val="200"/>
              </a:spcBef>
              <a:spcAft>
                <a:spcPts val="200"/>
              </a:spcAft>
              <a:buClr>
                <a:srgbClr val="1B2759"/>
              </a:buClr>
              <a:buSzTx/>
              <a:buFont typeface="Wingdings" panose="05000000000000000000" pitchFamily="2" charset="2"/>
              <a:buChar char="§"/>
              <a:tabLst/>
              <a:defRPr/>
            </a:pPr>
            <a:r>
              <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INFOR Financial has established itself as </a:t>
            </a:r>
            <a:r>
              <a:rPr lang="en-CA" noProof="0">
                <a:solidFill>
                  <a:prstClr val="black"/>
                </a:solidFill>
              </a:rPr>
              <a:t>the #1 </a:t>
            </a:r>
            <a:r>
              <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Canadian independent M&amp;A advisory investment bank since inception in March 2015, </a:t>
            </a:r>
            <a:r>
              <a:rPr lang="en-CA" b="1" u="sng" noProof="0">
                <a:solidFill>
                  <a:prstClr val="black"/>
                </a:solidFill>
              </a:rPr>
              <a:t>total </a:t>
            </a:r>
            <a:r>
              <a:rPr kumimoji="0" lang="en-CA" sz="1200" b="1" i="0" u="sng" strike="noStrike" kern="1200" cap="none" spc="0" normalizeH="0" baseline="0" noProof="0">
                <a:ln>
                  <a:noFill/>
                </a:ln>
                <a:solidFill>
                  <a:prstClr val="black"/>
                </a:solidFill>
                <a:effectLst/>
                <a:uLnTx/>
                <a:uFillTx/>
                <a:latin typeface="Palatino Linotype" panose="02040502050505030304" pitchFamily="18" charset="0"/>
                <a:ea typeface="+mn-ea"/>
                <a:cs typeface="+mn-cs"/>
              </a:rPr>
              <a:t>M&amp;A transaction value of </a:t>
            </a:r>
            <a:r>
              <a:rPr lang="en-CA" b="1" u="sng" noProof="0">
                <a:solidFill>
                  <a:prstClr val="black"/>
                </a:solidFill>
              </a:rPr>
              <a:t>~</a:t>
            </a:r>
            <a:r>
              <a:rPr kumimoji="0" lang="en-CA" sz="1200" b="1" i="0" u="sng" strike="noStrike" kern="1200" cap="none" spc="0" normalizeH="0" baseline="0" noProof="0">
                <a:ln>
                  <a:noFill/>
                </a:ln>
                <a:solidFill>
                  <a:prstClr val="black"/>
                </a:solidFill>
                <a:effectLst/>
                <a:uLnTx/>
                <a:uFillTx/>
                <a:latin typeface="Palatino Linotype" panose="02040502050505030304" pitchFamily="18" charset="0"/>
                <a:ea typeface="+mn-ea"/>
                <a:cs typeface="+mn-cs"/>
              </a:rPr>
              <a:t>$</a:t>
            </a:r>
            <a:r>
              <a:rPr lang="en-CA" b="1" u="sng" noProof="0">
                <a:solidFill>
                  <a:prstClr val="black"/>
                </a:solidFill>
              </a:rPr>
              <a:t>47</a:t>
            </a:r>
            <a:r>
              <a:rPr kumimoji="0" lang="en-CA" sz="1200" b="1" i="0" u="sng" strike="noStrike" kern="1200" cap="none" spc="0" normalizeH="0" baseline="0" noProof="0">
                <a:ln>
                  <a:noFill/>
                </a:ln>
                <a:solidFill>
                  <a:prstClr val="black"/>
                </a:solidFill>
                <a:effectLst/>
                <a:uLnTx/>
                <a:uFillTx/>
                <a:latin typeface="Palatino Linotype" panose="02040502050505030304" pitchFamily="18" charset="0"/>
                <a:ea typeface="+mn-ea"/>
                <a:cs typeface="+mn-cs"/>
              </a:rPr>
              <a:t> billion</a:t>
            </a:r>
          </a:p>
        </p:txBody>
      </p:sp>
      <p:sp>
        <p:nvSpPr>
          <p:cNvPr id="24" name="Rectangle 42">
            <a:extLst>
              <a:ext uri="{FF2B5EF4-FFF2-40B4-BE49-F238E27FC236}">
                <a16:creationId xmlns:a16="http://schemas.microsoft.com/office/drawing/2014/main" id="{46D313DC-7737-6272-DE08-133C4393136C}"/>
              </a:ext>
            </a:extLst>
          </p:cNvPr>
          <p:cNvSpPr>
            <a:spLocks noChangeArrowheads="1"/>
          </p:cNvSpPr>
          <p:nvPr/>
        </p:nvSpPr>
        <p:spPr bwMode="auto">
          <a:xfrm>
            <a:off x="324000" y="1814778"/>
            <a:ext cx="4206240" cy="2543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CA" sz="1200" b="1" noProof="0">
                <a:solidFill>
                  <a:prstClr val="white"/>
                </a:solidFill>
                <a:latin typeface="Palatino Linotype" panose="02040502050505030304" pitchFamily="18" charset="0"/>
              </a:rPr>
              <a:t>2015-2026 – Independent Advisory Investment Banks</a:t>
            </a:r>
          </a:p>
        </p:txBody>
      </p:sp>
      <p:sp>
        <p:nvSpPr>
          <p:cNvPr id="17" name="Rectangle 42">
            <a:extLst>
              <a:ext uri="{FF2B5EF4-FFF2-40B4-BE49-F238E27FC236}">
                <a16:creationId xmlns:a16="http://schemas.microsoft.com/office/drawing/2014/main" id="{540852DF-33CB-8C20-FB80-7E282E77C42A}"/>
              </a:ext>
            </a:extLst>
          </p:cNvPr>
          <p:cNvSpPr>
            <a:spLocks noChangeArrowheads="1"/>
          </p:cNvSpPr>
          <p:nvPr/>
        </p:nvSpPr>
        <p:spPr bwMode="auto">
          <a:xfrm>
            <a:off x="324000" y="1482516"/>
            <a:ext cx="8483690" cy="3077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Canadian M&amp;A Advisory Rankings (C$B)</a:t>
            </a:r>
          </a:p>
        </p:txBody>
      </p:sp>
      <p:sp>
        <p:nvSpPr>
          <p:cNvPr id="4" name="TextBox 3">
            <a:extLst>
              <a:ext uri="{FF2B5EF4-FFF2-40B4-BE49-F238E27FC236}">
                <a16:creationId xmlns:a16="http://schemas.microsoft.com/office/drawing/2014/main" id="{96FE364C-BA09-7044-A26A-B278E836C52D}"/>
              </a:ext>
            </a:extLst>
          </p:cNvPr>
          <p:cNvSpPr txBox="1"/>
          <p:nvPr/>
        </p:nvSpPr>
        <p:spPr>
          <a:xfrm>
            <a:off x="239832" y="4432111"/>
            <a:ext cx="3461392" cy="198131"/>
          </a:xfrm>
          <a:prstGeom prst="rect">
            <a:avLst/>
          </a:prstGeom>
          <a:noFill/>
        </p:spPr>
        <p:txBody>
          <a:bodyPr wrap="square" rtlCol="0">
            <a:spAutoFit/>
          </a:bodyPr>
          <a:lstStyle/>
          <a:p>
            <a:pPr>
              <a:lnSpc>
                <a:spcPct val="85000"/>
              </a:lnSpc>
              <a:spcBef>
                <a:spcPct val="0"/>
              </a:spcBef>
              <a:defRPr/>
            </a:pPr>
            <a:r>
              <a:rPr lang="en-CA" sz="800" noProof="0">
                <a:solidFill>
                  <a:prstClr val="black"/>
                </a:solidFill>
                <a:latin typeface="Palatino Linotype" panose="02040502050505030304" pitchFamily="18" charset="0"/>
              </a:rPr>
              <a:t>Source: Bloomberg M&amp;A League Tables  (Mar. 23, 2015 – Mar. 31, 2026)</a:t>
            </a:r>
            <a:endParaRPr lang="en-CA" sz="800" noProof="0">
              <a:solidFill>
                <a:prstClr val="black"/>
              </a:solidFill>
              <a:highlight>
                <a:srgbClr val="FFFF00"/>
              </a:highlight>
              <a:latin typeface="Palatino Linotype" panose="02040502050505030304" pitchFamily="18" charset="0"/>
            </a:endParaRPr>
          </a:p>
        </p:txBody>
      </p:sp>
      <p:pic>
        <p:nvPicPr>
          <p:cNvPr id="19" name="Picture 18">
            <a:extLst>
              <a:ext uri="{FF2B5EF4-FFF2-40B4-BE49-F238E27FC236}">
                <a16:creationId xmlns:a16="http://schemas.microsoft.com/office/drawing/2014/main" id="{13F941DE-A7DA-348C-1F47-F5AF17D9A5EA}"/>
              </a:ext>
            </a:extLst>
          </p:cNvPr>
          <p:cNvPicPr>
            <a:picLocks noChangeAspect="1"/>
          </p:cNvPicPr>
          <p:nvPr>
            <p:custDataLst>
              <p:tags r:id="rId1"/>
            </p:custDataLst>
          </p:nvPr>
        </p:nvPicPr>
        <p:blipFill>
          <a:blip r:embed="rId6"/>
          <a:stretch>
            <a:fillRect/>
          </a:stretch>
        </p:blipFill>
        <p:spPr>
          <a:xfrm>
            <a:off x="971012" y="2077673"/>
            <a:ext cx="3461392" cy="2369043"/>
          </a:xfrm>
          <a:prstGeom prst="rect">
            <a:avLst/>
          </a:prstGeom>
        </p:spPr>
      </p:pic>
      <p:pic>
        <p:nvPicPr>
          <p:cNvPr id="7" name="Picture 6">
            <a:extLst>
              <a:ext uri="{FF2B5EF4-FFF2-40B4-BE49-F238E27FC236}">
                <a16:creationId xmlns:a16="http://schemas.microsoft.com/office/drawing/2014/main" id="{695BCFD4-AD5B-0530-CED0-2B2632AB0058}"/>
              </a:ext>
            </a:extLst>
          </p:cNvPr>
          <p:cNvPicPr>
            <a:picLocks noChangeAspect="1"/>
          </p:cNvPicPr>
          <p:nvPr/>
        </p:nvPicPr>
        <p:blipFill>
          <a:blip r:embed="rId7"/>
          <a:srcRect/>
          <a:stretch/>
        </p:blipFill>
        <p:spPr>
          <a:xfrm>
            <a:off x="317117" y="2263181"/>
            <a:ext cx="1121193" cy="260677"/>
          </a:xfrm>
          <a:prstGeom prst="rect">
            <a:avLst/>
          </a:prstGeom>
          <a:solidFill>
            <a:scrgbClr r="0" g="0" b="0">
              <a:alpha val="0"/>
            </a:scrgbClr>
          </a:solidFill>
        </p:spPr>
      </p:pic>
      <p:pic>
        <p:nvPicPr>
          <p:cNvPr id="8" name="Picture 6" descr="GLOBE Exchange Archives - GLOBE 2020">
            <a:extLst>
              <a:ext uri="{FF2B5EF4-FFF2-40B4-BE49-F238E27FC236}">
                <a16:creationId xmlns:a16="http://schemas.microsoft.com/office/drawing/2014/main" id="{3EBAA551-433A-FCA6-97C2-A292914567C0}"/>
              </a:ext>
            </a:extLst>
          </p:cNvPr>
          <p:cNvPicPr>
            <a:picLocks noChangeAspect="1" noChangeArrowheads="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2473" y="3223376"/>
            <a:ext cx="905837" cy="13178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EA0F539-24B5-F038-DABD-6F8C6186BC1E}"/>
              </a:ext>
            </a:extLst>
          </p:cNvPr>
          <p:cNvPicPr>
            <a:picLocks noChangeAspect="1"/>
          </p:cNvPicPr>
          <p:nvPr/>
        </p:nvPicPr>
        <p:blipFill>
          <a:blip r:embed="rId9">
            <a:clrChange>
              <a:clrFrom>
                <a:srgbClr val="FFFFFF"/>
              </a:clrFrom>
              <a:clrTo>
                <a:srgbClr val="FFFFFF">
                  <a:alpha val="0"/>
                </a:srgbClr>
              </a:clrTo>
            </a:clrChange>
            <a:duotone>
              <a:schemeClr val="accent5">
                <a:shade val="45000"/>
                <a:satMod val="135000"/>
              </a:schemeClr>
              <a:prstClr val="white"/>
            </a:duotone>
          </a:blip>
          <a:srcRect l="8368" t="18039" r="9692" b="14894"/>
          <a:stretch>
            <a:fillRect/>
          </a:stretch>
        </p:blipFill>
        <p:spPr>
          <a:xfrm>
            <a:off x="749036" y="2686050"/>
            <a:ext cx="689274" cy="277677"/>
          </a:xfrm>
          <a:prstGeom prst="rect">
            <a:avLst/>
          </a:prstGeom>
        </p:spPr>
      </p:pic>
      <p:pic>
        <p:nvPicPr>
          <p:cNvPr id="11" name="Picture 6" descr="Blair Franklin Capital Partners | LinkedIn">
            <a:extLst>
              <a:ext uri="{FF2B5EF4-FFF2-40B4-BE49-F238E27FC236}">
                <a16:creationId xmlns:a16="http://schemas.microsoft.com/office/drawing/2014/main" id="{FAB5B949-E774-F0A2-2D8A-6EFAEEAE6569}"/>
              </a:ext>
            </a:extLst>
          </p:cNvPr>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88423" y="3541867"/>
            <a:ext cx="349887" cy="34988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Origin Merchant Partners Deepens its Industrials and Consumer Practices  with the addition of CCC Investment Banking">
            <a:extLst>
              <a:ext uri="{FF2B5EF4-FFF2-40B4-BE49-F238E27FC236}">
                <a16:creationId xmlns:a16="http://schemas.microsoft.com/office/drawing/2014/main" id="{853AA31A-CE67-563F-036E-1553F7B086F1}"/>
              </a:ext>
            </a:extLst>
          </p:cNvPr>
          <p:cNvPicPr>
            <a:picLocks noChangeAspect="1" noChangeArrowheads="1"/>
          </p:cNvPicPr>
          <p:nvPr/>
        </p:nvPicPr>
        <p:blipFill rotWithShape="1">
          <a:blip r:embed="rId11" cstate="print">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l="2815" t="11663" r="2815" b="11663"/>
          <a:stretch>
            <a:fillRect/>
          </a:stretch>
        </p:blipFill>
        <p:spPr bwMode="auto">
          <a:xfrm>
            <a:off x="532472" y="4070871"/>
            <a:ext cx="905838" cy="219644"/>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42">
            <a:extLst>
              <a:ext uri="{FF2B5EF4-FFF2-40B4-BE49-F238E27FC236}">
                <a16:creationId xmlns:a16="http://schemas.microsoft.com/office/drawing/2014/main" id="{AF525A1C-7EE9-CABC-8B37-D588A4FA4D8D}"/>
              </a:ext>
            </a:extLst>
          </p:cNvPr>
          <p:cNvSpPr>
            <a:spLocks noChangeArrowheads="1"/>
          </p:cNvSpPr>
          <p:nvPr/>
        </p:nvSpPr>
        <p:spPr bwMode="auto">
          <a:xfrm>
            <a:off x="4601450" y="1814778"/>
            <a:ext cx="4206240" cy="2543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CA" sz="1200" b="1" noProof="0">
                <a:solidFill>
                  <a:prstClr val="white"/>
                </a:solidFill>
                <a:latin typeface="Palatino Linotype" panose="02040502050505030304" pitchFamily="18" charset="0"/>
              </a:rPr>
              <a:t>2025 – Independent Advisory Investment Banks</a:t>
            </a:r>
          </a:p>
        </p:txBody>
      </p:sp>
      <p:pic>
        <p:nvPicPr>
          <p:cNvPr id="16" name="Graphic 15">
            <a:extLst>
              <a:ext uri="{FF2B5EF4-FFF2-40B4-BE49-F238E27FC236}">
                <a16:creationId xmlns:a16="http://schemas.microsoft.com/office/drawing/2014/main" id="{E177EC77-64FA-64F6-3B97-FB69AEAD84A9}"/>
              </a:ext>
            </a:extLst>
          </p:cNvPr>
          <p:cNvPicPr>
            <a:picLocks noChangeAspect="1"/>
          </p:cNvPicPr>
          <p:nvPr>
            <p:custDataLst>
              <p:tags r:id="rId2"/>
            </p:custDataLst>
          </p:nvPr>
        </p:nvPicPr>
        <p:blipFill>
          <a:blip>
            <a:extLst>
              <a:ext uri="{96DAC541-7B7A-43D3-8B79-37D633B846F1}">
                <asvg:svgBlip xmlns:asvg="http://schemas.microsoft.com/office/drawing/2016/SVG/main" r:embed="rId12"/>
              </a:ext>
            </a:extLst>
          </a:blip>
          <a:stretch>
            <a:fillRect/>
          </a:stretch>
        </p:blipFill>
        <p:spPr>
          <a:xfrm>
            <a:off x="5710471" y="2021911"/>
            <a:ext cx="3124800" cy="2486502"/>
          </a:xfrm>
          <a:prstGeom prst="rect">
            <a:avLst/>
          </a:prstGeom>
        </p:spPr>
      </p:pic>
      <p:pic>
        <p:nvPicPr>
          <p:cNvPr id="21" name="Picture 20">
            <a:extLst>
              <a:ext uri="{FF2B5EF4-FFF2-40B4-BE49-F238E27FC236}">
                <a16:creationId xmlns:a16="http://schemas.microsoft.com/office/drawing/2014/main" id="{719D1348-FA81-8B6C-FA57-A93B124C403B}"/>
              </a:ext>
            </a:extLst>
          </p:cNvPr>
          <p:cNvPicPr>
            <a:picLocks noChangeAspect="1"/>
          </p:cNvPicPr>
          <p:nvPr/>
        </p:nvPicPr>
        <p:blipFill>
          <a:blip r:embed="rId13"/>
          <a:srcRect/>
          <a:stretch/>
        </p:blipFill>
        <p:spPr>
          <a:xfrm>
            <a:off x="4583162" y="2263181"/>
            <a:ext cx="1105190" cy="257260"/>
          </a:xfrm>
          <a:prstGeom prst="rect">
            <a:avLst/>
          </a:prstGeom>
        </p:spPr>
      </p:pic>
      <p:sp>
        <p:nvSpPr>
          <p:cNvPr id="51" name="TextBox 50">
            <a:extLst>
              <a:ext uri="{FF2B5EF4-FFF2-40B4-BE49-F238E27FC236}">
                <a16:creationId xmlns:a16="http://schemas.microsoft.com/office/drawing/2014/main" id="{8D27CFC1-6B96-CE8A-6547-7EA6A05672B8}"/>
              </a:ext>
            </a:extLst>
          </p:cNvPr>
          <p:cNvSpPr txBox="1">
            <a:spLocks/>
          </p:cNvSpPr>
          <p:nvPr/>
        </p:nvSpPr>
        <p:spPr>
          <a:xfrm>
            <a:off x="4647485" y="4966442"/>
            <a:ext cx="1281600" cy="1345238"/>
          </a:xfrm>
          <a:prstGeom prst="rect">
            <a:avLst/>
          </a:prstGeom>
          <a:noFill/>
          <a:ln w="9525">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51">
            <a:extLst>
              <a:ext uri="{FF2B5EF4-FFF2-40B4-BE49-F238E27FC236}">
                <a16:creationId xmlns:a16="http://schemas.microsoft.com/office/drawing/2014/main" id="{C9629732-8851-3D74-7E26-23F55576C5FC}"/>
              </a:ext>
            </a:extLst>
          </p:cNvPr>
          <p:cNvSpPr txBox="1"/>
          <p:nvPr/>
        </p:nvSpPr>
        <p:spPr>
          <a:xfrm>
            <a:off x="4688873" y="5893122"/>
            <a:ext cx="1198824" cy="403957"/>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Strategic Minority Investment from </a:t>
            </a:r>
          </a:p>
          <a:p>
            <a:r>
              <a:rPr lang="en-CA" noProof="0"/>
              <a:t>Kelso Private Equity</a:t>
            </a:r>
          </a:p>
        </p:txBody>
      </p:sp>
      <p:cxnSp>
        <p:nvCxnSpPr>
          <p:cNvPr id="53" name="Straight Connector 52">
            <a:extLst>
              <a:ext uri="{FF2B5EF4-FFF2-40B4-BE49-F238E27FC236}">
                <a16:creationId xmlns:a16="http://schemas.microsoft.com/office/drawing/2014/main" id="{6DEA1C4A-DA61-B3ED-1342-1ADA524AED65}"/>
              </a:ext>
            </a:extLst>
          </p:cNvPr>
          <p:cNvCxnSpPr>
            <a:cxnSpLocks/>
          </p:cNvCxnSpPr>
          <p:nvPr/>
        </p:nvCxnSpPr>
        <p:spPr>
          <a:xfrm>
            <a:off x="4820285" y="562073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C64500A-4A3C-403C-F357-A6A13BD6D2D0}"/>
              </a:ext>
            </a:extLst>
          </p:cNvPr>
          <p:cNvSpPr txBox="1"/>
          <p:nvPr/>
        </p:nvSpPr>
        <p:spPr>
          <a:xfrm>
            <a:off x="4841502" y="5604445"/>
            <a:ext cx="893566" cy="279500"/>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$1,500,000,000</a:t>
            </a:r>
          </a:p>
          <a:p>
            <a:r>
              <a:rPr lang="en-CA" noProof="0"/>
              <a:t>Valuation</a:t>
            </a:r>
          </a:p>
        </p:txBody>
      </p:sp>
      <p:sp>
        <p:nvSpPr>
          <p:cNvPr id="56" name="TextBox 55">
            <a:extLst>
              <a:ext uri="{FF2B5EF4-FFF2-40B4-BE49-F238E27FC236}">
                <a16:creationId xmlns:a16="http://schemas.microsoft.com/office/drawing/2014/main" id="{413F9482-2F41-7A92-0BFA-4D8F0EF631B4}"/>
              </a:ext>
            </a:extLst>
          </p:cNvPr>
          <p:cNvSpPr txBox="1">
            <a:spLocks noChangeAspect="1"/>
          </p:cNvSpPr>
          <p:nvPr/>
        </p:nvSpPr>
        <p:spPr>
          <a:xfrm>
            <a:off x="4852420" y="5000572"/>
            <a:ext cx="871730" cy="207749"/>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33837" name="Straight Connector 33836">
            <a:extLst>
              <a:ext uri="{FF2B5EF4-FFF2-40B4-BE49-F238E27FC236}">
                <a16:creationId xmlns:a16="http://schemas.microsoft.com/office/drawing/2014/main" id="{35C8B154-BA5B-2A26-A53D-863011A260E1}"/>
              </a:ext>
            </a:extLst>
          </p:cNvPr>
          <p:cNvCxnSpPr>
            <a:cxnSpLocks/>
          </p:cNvCxnSpPr>
          <p:nvPr/>
        </p:nvCxnSpPr>
        <p:spPr>
          <a:xfrm>
            <a:off x="4820285" y="584480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848" name="Group 33847">
            <a:extLst>
              <a:ext uri="{FF2B5EF4-FFF2-40B4-BE49-F238E27FC236}">
                <a16:creationId xmlns:a16="http://schemas.microsoft.com/office/drawing/2014/main" id="{BE62609F-5893-EAC6-6FD8-E49C370EBA6F}"/>
              </a:ext>
            </a:extLst>
          </p:cNvPr>
          <p:cNvGrpSpPr/>
          <p:nvPr/>
        </p:nvGrpSpPr>
        <p:grpSpPr>
          <a:xfrm>
            <a:off x="1760573" y="4966442"/>
            <a:ext cx="1281600" cy="1345238"/>
            <a:chOff x="4634295" y="7094641"/>
            <a:chExt cx="1281600" cy="1345238"/>
          </a:xfrm>
        </p:grpSpPr>
        <p:sp>
          <p:nvSpPr>
            <p:cNvPr id="33849" name="TextBox 37">
              <a:extLst>
                <a:ext uri="{FF2B5EF4-FFF2-40B4-BE49-F238E27FC236}">
                  <a16:creationId xmlns:a16="http://schemas.microsoft.com/office/drawing/2014/main" id="{5088ED70-148E-B048-7589-C5690FAC8DEF}"/>
                </a:ext>
              </a:extLst>
            </p:cNvPr>
            <p:cNvSpPr txBox="1">
              <a:spLocks noChangeArrowheads="1"/>
            </p:cNvSpPr>
            <p:nvPr/>
          </p:nvSpPr>
          <p:spPr bwMode="auto">
            <a:xfrm>
              <a:off x="4634295" y="7094641"/>
              <a:ext cx="1281600" cy="1345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00000"/>
                </a:lnSpc>
                <a:spcBef>
                  <a:spcPct val="0"/>
                </a:spcBef>
                <a:buFontTx/>
                <a:buNone/>
              </a:pPr>
              <a:endParaRPr lang="en-CA" sz="1800" noProof="0">
                <a:solidFill>
                  <a:schemeClr val="tx1"/>
                </a:solidFill>
                <a:latin typeface="Calibri" panose="020F0502020204030204" pitchFamily="34" charset="0"/>
              </a:endParaRPr>
            </a:p>
          </p:txBody>
        </p:sp>
        <p:cxnSp>
          <p:nvCxnSpPr>
            <p:cNvPr id="33850" name="Straight Connector 33849">
              <a:extLst>
                <a:ext uri="{FF2B5EF4-FFF2-40B4-BE49-F238E27FC236}">
                  <a16:creationId xmlns:a16="http://schemas.microsoft.com/office/drawing/2014/main" id="{2F6DF6A3-37BD-CBEE-CCC3-99B3CE15A5EC}"/>
                </a:ext>
              </a:extLst>
            </p:cNvPr>
            <p:cNvCxnSpPr>
              <a:cxnSpLocks/>
            </p:cNvCxnSpPr>
            <p:nvPr/>
          </p:nvCxnSpPr>
          <p:spPr>
            <a:xfrm>
              <a:off x="4807095"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3851" name="TextBox 69">
              <a:extLst>
                <a:ext uri="{FF2B5EF4-FFF2-40B4-BE49-F238E27FC236}">
                  <a16:creationId xmlns:a16="http://schemas.microsoft.com/office/drawing/2014/main" id="{D5FF17C5-69F7-AFFC-5261-D29F0BA42F51}"/>
                </a:ext>
              </a:extLst>
            </p:cNvPr>
            <p:cNvSpPr txBox="1"/>
            <p:nvPr/>
          </p:nvSpPr>
          <p:spPr>
            <a:xfrm>
              <a:off x="4790309" y="7767380"/>
              <a:ext cx="969572"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$8,600,000,000</a:t>
              </a:r>
            </a:p>
          </p:txBody>
        </p:sp>
        <p:sp>
          <p:nvSpPr>
            <p:cNvPr id="33852" name="TextBox 70">
              <a:extLst>
                <a:ext uri="{FF2B5EF4-FFF2-40B4-BE49-F238E27FC236}">
                  <a16:creationId xmlns:a16="http://schemas.microsoft.com/office/drawing/2014/main" id="{9A85D33F-069E-3635-07AD-00045D992FFC}"/>
                </a:ext>
              </a:extLst>
            </p:cNvPr>
            <p:cNvSpPr txBox="1"/>
            <p:nvPr/>
          </p:nvSpPr>
          <p:spPr>
            <a:xfrm>
              <a:off x="4674594" y="8021321"/>
              <a:ext cx="1201003" cy="403957"/>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Acquisition of GE Capital’s Fleet Operations </a:t>
              </a:r>
            </a:p>
            <a:p>
              <a:r>
                <a:rPr lang="en-CA" noProof="0"/>
                <a:t>(U.S., Mex, Aus, NZ) </a:t>
              </a:r>
            </a:p>
          </p:txBody>
        </p:sp>
        <p:pic>
          <p:nvPicPr>
            <p:cNvPr id="33853" name="Picture 33852" descr="Element Financial Corporation">
              <a:extLst>
                <a:ext uri="{FF2B5EF4-FFF2-40B4-BE49-F238E27FC236}">
                  <a16:creationId xmlns:a16="http://schemas.microsoft.com/office/drawing/2014/main" id="{FF7B9032-0E8A-5DCC-EFE8-977E3309A1E5}"/>
                </a:ext>
              </a:extLst>
            </p:cNvPr>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01837" y="7367886"/>
              <a:ext cx="746517" cy="283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54" name="TextBox 33853">
              <a:extLst>
                <a:ext uri="{FF2B5EF4-FFF2-40B4-BE49-F238E27FC236}">
                  <a16:creationId xmlns:a16="http://schemas.microsoft.com/office/drawing/2014/main" id="{A5553808-50D0-983D-65EC-08C295591BCB}"/>
                </a:ext>
              </a:extLst>
            </p:cNvPr>
            <p:cNvSpPr txBox="1"/>
            <p:nvPr/>
          </p:nvSpPr>
          <p:spPr>
            <a:xfrm>
              <a:off x="4828312" y="7128723"/>
              <a:ext cx="893566" cy="207845"/>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33855" name="Straight Connector 33854">
              <a:extLst>
                <a:ext uri="{FF2B5EF4-FFF2-40B4-BE49-F238E27FC236}">
                  <a16:creationId xmlns:a16="http://schemas.microsoft.com/office/drawing/2014/main" id="{731E0904-4DAF-5016-EA33-7726043A63B3}"/>
                </a:ext>
              </a:extLst>
            </p:cNvPr>
            <p:cNvCxnSpPr>
              <a:cxnSpLocks/>
            </p:cNvCxnSpPr>
            <p:nvPr/>
          </p:nvCxnSpPr>
          <p:spPr>
            <a:xfrm>
              <a:off x="4807095"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856" name="Group 33855">
            <a:extLst>
              <a:ext uri="{FF2B5EF4-FFF2-40B4-BE49-F238E27FC236}">
                <a16:creationId xmlns:a16="http://schemas.microsoft.com/office/drawing/2014/main" id="{B1EBE53E-4B57-A9DB-8E63-E7EF2BFF7097}"/>
              </a:ext>
            </a:extLst>
          </p:cNvPr>
          <p:cNvGrpSpPr/>
          <p:nvPr/>
        </p:nvGrpSpPr>
        <p:grpSpPr>
          <a:xfrm>
            <a:off x="317117" y="4966442"/>
            <a:ext cx="1281600" cy="1345238"/>
            <a:chOff x="3196544" y="7094641"/>
            <a:chExt cx="1281600" cy="1345238"/>
          </a:xfrm>
        </p:grpSpPr>
        <p:sp>
          <p:nvSpPr>
            <p:cNvPr id="33857" name="TextBox 33856">
              <a:extLst>
                <a:ext uri="{FF2B5EF4-FFF2-40B4-BE49-F238E27FC236}">
                  <a16:creationId xmlns:a16="http://schemas.microsoft.com/office/drawing/2014/main" id="{7B9F7E5C-84BD-DE23-19EB-03DC2019EBFF}"/>
                </a:ext>
              </a:extLst>
            </p:cNvPr>
            <p:cNvSpPr txBox="1">
              <a:spLocks/>
            </p:cNvSpPr>
            <p:nvPr/>
          </p:nvSpPr>
          <p:spPr>
            <a:xfrm>
              <a:off x="3196544" y="7094641"/>
              <a:ext cx="1281600" cy="1345238"/>
            </a:xfrm>
            <a:prstGeom prst="rect">
              <a:avLst/>
            </a:prstGeom>
            <a:noFill/>
            <a:ln w="9525">
              <a:solidFill>
                <a:schemeClr val="tx1"/>
              </a:solidFill>
            </a:ln>
          </p:spPr>
          <p:txBody>
            <a:bodyPr wrap="square" rtlCol="0">
              <a:spAutoFit/>
            </a:bodyPr>
            <a:lstStyle/>
            <a:p>
              <a:endParaRPr lang="en-CA" noProof="0"/>
            </a:p>
          </p:txBody>
        </p:sp>
        <p:sp>
          <p:nvSpPr>
            <p:cNvPr id="33858" name="TextBox 33857">
              <a:extLst>
                <a:ext uri="{FF2B5EF4-FFF2-40B4-BE49-F238E27FC236}">
                  <a16:creationId xmlns:a16="http://schemas.microsoft.com/office/drawing/2014/main" id="{A619CFF4-93F8-8CE8-7E64-EF94A33B4581}"/>
                </a:ext>
              </a:extLst>
            </p:cNvPr>
            <p:cNvSpPr txBox="1"/>
            <p:nvPr/>
          </p:nvSpPr>
          <p:spPr>
            <a:xfrm>
              <a:off x="3231938" y="8125195"/>
              <a:ext cx="1210812" cy="196208"/>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Sale to Mubadala Capital</a:t>
              </a:r>
            </a:p>
          </p:txBody>
        </p:sp>
        <p:cxnSp>
          <p:nvCxnSpPr>
            <p:cNvPr id="33859" name="Straight Connector 33858">
              <a:extLst>
                <a:ext uri="{FF2B5EF4-FFF2-40B4-BE49-F238E27FC236}">
                  <a16:creationId xmlns:a16="http://schemas.microsoft.com/office/drawing/2014/main" id="{7AED6717-67D3-03CC-9C09-F4ECF7ADE880}"/>
                </a:ext>
              </a:extLst>
            </p:cNvPr>
            <p:cNvCxnSpPr>
              <a:cxnSpLocks/>
            </p:cNvCxnSpPr>
            <p:nvPr/>
          </p:nvCxnSpPr>
          <p:spPr>
            <a:xfrm>
              <a:off x="3369344"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3860" name="TextBox 33859">
              <a:extLst>
                <a:ext uri="{FF2B5EF4-FFF2-40B4-BE49-F238E27FC236}">
                  <a16:creationId xmlns:a16="http://schemas.microsoft.com/office/drawing/2014/main" id="{34C8587A-F470-52BE-1BAE-8B0B919F4010}"/>
                </a:ext>
              </a:extLst>
            </p:cNvPr>
            <p:cNvSpPr txBox="1"/>
            <p:nvPr/>
          </p:nvSpPr>
          <p:spPr>
            <a:xfrm>
              <a:off x="3390561" y="7767380"/>
              <a:ext cx="893566"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$12,101,000,000</a:t>
              </a:r>
            </a:p>
          </p:txBody>
        </p:sp>
        <p:sp>
          <p:nvSpPr>
            <p:cNvPr id="33861" name="TextBox 33860">
              <a:extLst>
                <a:ext uri="{FF2B5EF4-FFF2-40B4-BE49-F238E27FC236}">
                  <a16:creationId xmlns:a16="http://schemas.microsoft.com/office/drawing/2014/main" id="{ADBED06D-A1CD-E3CD-C869-0BA22C6C6BCA}"/>
                </a:ext>
              </a:extLst>
            </p:cNvPr>
            <p:cNvSpPr txBox="1">
              <a:spLocks/>
            </p:cNvSpPr>
            <p:nvPr/>
          </p:nvSpPr>
          <p:spPr>
            <a:xfrm>
              <a:off x="3399365" y="7129458"/>
              <a:ext cx="875959" cy="206374"/>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pic>
          <p:nvPicPr>
            <p:cNvPr id="33862" name="Picture 12" descr="About us | CI First Asset">
              <a:extLst>
                <a:ext uri="{FF2B5EF4-FFF2-40B4-BE49-F238E27FC236}">
                  <a16:creationId xmlns:a16="http://schemas.microsoft.com/office/drawing/2014/main" id="{7C191432-DE10-BF29-A501-B40322735A52}"/>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345002" y="7369370"/>
              <a:ext cx="984685" cy="280937"/>
            </a:xfrm>
            <a:prstGeom prst="rect">
              <a:avLst/>
            </a:prstGeom>
            <a:noFill/>
            <a:extLst>
              <a:ext uri="{909E8E84-426E-40DD-AFC4-6F175D3DCCD1}">
                <a14:hiddenFill xmlns:a14="http://schemas.microsoft.com/office/drawing/2010/main">
                  <a:solidFill>
                    <a:srgbClr val="FFFFFF"/>
                  </a:solidFill>
                </a14:hiddenFill>
              </a:ext>
            </a:extLst>
          </p:spPr>
        </p:pic>
        <p:cxnSp>
          <p:nvCxnSpPr>
            <p:cNvPr id="33863" name="Straight Connector 33862">
              <a:extLst>
                <a:ext uri="{FF2B5EF4-FFF2-40B4-BE49-F238E27FC236}">
                  <a16:creationId xmlns:a16="http://schemas.microsoft.com/office/drawing/2014/main" id="{FD0BB695-36EA-2F61-3A1D-756CDD2845BC}"/>
                </a:ext>
              </a:extLst>
            </p:cNvPr>
            <p:cNvCxnSpPr>
              <a:cxnSpLocks/>
            </p:cNvCxnSpPr>
            <p:nvPr/>
          </p:nvCxnSpPr>
          <p:spPr>
            <a:xfrm>
              <a:off x="3369344"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865" name="Rectangle 42">
            <a:extLst>
              <a:ext uri="{FF2B5EF4-FFF2-40B4-BE49-F238E27FC236}">
                <a16:creationId xmlns:a16="http://schemas.microsoft.com/office/drawing/2014/main" id="{434BEB83-4D2E-18AA-1D98-0EB851A48259}"/>
              </a:ext>
            </a:extLst>
          </p:cNvPr>
          <p:cNvSpPr>
            <a:spLocks noChangeArrowheads="1"/>
          </p:cNvSpPr>
          <p:nvPr/>
        </p:nvSpPr>
        <p:spPr bwMode="auto">
          <a:xfrm>
            <a:off x="317117" y="4696161"/>
            <a:ext cx="8496000" cy="2312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Select Landmark Transactions</a:t>
            </a:r>
          </a:p>
        </p:txBody>
      </p:sp>
      <p:grpSp>
        <p:nvGrpSpPr>
          <p:cNvPr id="41" name="Group 40">
            <a:extLst>
              <a:ext uri="{FF2B5EF4-FFF2-40B4-BE49-F238E27FC236}">
                <a16:creationId xmlns:a16="http://schemas.microsoft.com/office/drawing/2014/main" id="{FF4F8840-3D15-D122-5DD6-9B2E9700C6FE}"/>
              </a:ext>
            </a:extLst>
          </p:cNvPr>
          <p:cNvGrpSpPr/>
          <p:nvPr/>
        </p:nvGrpSpPr>
        <p:grpSpPr>
          <a:xfrm>
            <a:off x="3204029" y="4966442"/>
            <a:ext cx="1280160" cy="1345238"/>
            <a:chOff x="9315074" y="4966442"/>
            <a:chExt cx="1280160" cy="1345238"/>
          </a:xfrm>
        </p:grpSpPr>
        <p:sp>
          <p:nvSpPr>
            <p:cNvPr id="33" name="TextBox 32">
              <a:extLst>
                <a:ext uri="{FF2B5EF4-FFF2-40B4-BE49-F238E27FC236}">
                  <a16:creationId xmlns:a16="http://schemas.microsoft.com/office/drawing/2014/main" id="{CBC8E169-CFF9-87C5-881E-2C9BCBD30B1C}"/>
                </a:ext>
              </a:extLst>
            </p:cNvPr>
            <p:cNvSpPr txBox="1">
              <a:spLocks/>
            </p:cNvSpPr>
            <p:nvPr/>
          </p:nvSpPr>
          <p:spPr>
            <a:xfrm>
              <a:off x="9315074" y="4966442"/>
              <a:ext cx="1280160" cy="1345238"/>
            </a:xfrm>
            <a:prstGeom prst="rect">
              <a:avLst/>
            </a:prstGeom>
            <a:noFill/>
            <a:ln w="9525">
              <a:solidFill>
                <a:schemeClr val="tx1"/>
              </a:solidFill>
            </a:ln>
          </p:spPr>
          <p:txBody>
            <a:bodyPr wrap="square" rtlCol="0">
              <a:spAutoFit/>
            </a:bodyPr>
            <a:lstStyle/>
            <a:p>
              <a:endParaRPr lang="en-CA" noProof="0"/>
            </a:p>
          </p:txBody>
        </p:sp>
        <p:sp>
          <p:nvSpPr>
            <p:cNvPr id="34" name="TextBox 33">
              <a:extLst>
                <a:ext uri="{FF2B5EF4-FFF2-40B4-BE49-F238E27FC236}">
                  <a16:creationId xmlns:a16="http://schemas.microsoft.com/office/drawing/2014/main" id="{6C92D40C-E032-E357-79DE-04E113B4BC51}"/>
                </a:ext>
              </a:extLst>
            </p:cNvPr>
            <p:cNvSpPr txBox="1"/>
            <p:nvPr/>
          </p:nvSpPr>
          <p:spPr>
            <a:xfrm>
              <a:off x="9410847" y="5996996"/>
              <a:ext cx="1088615" cy="196208"/>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Sale to GTCR</a:t>
              </a:r>
            </a:p>
          </p:txBody>
        </p:sp>
        <p:cxnSp>
          <p:nvCxnSpPr>
            <p:cNvPr id="35" name="Straight Connector 34">
              <a:extLst>
                <a:ext uri="{FF2B5EF4-FFF2-40B4-BE49-F238E27FC236}">
                  <a16:creationId xmlns:a16="http://schemas.microsoft.com/office/drawing/2014/main" id="{8CF8AEC5-42C8-EF04-4CF0-F395FD24E785}"/>
                </a:ext>
              </a:extLst>
            </p:cNvPr>
            <p:cNvCxnSpPr>
              <a:cxnSpLocks/>
            </p:cNvCxnSpPr>
            <p:nvPr/>
          </p:nvCxnSpPr>
          <p:spPr>
            <a:xfrm>
              <a:off x="9487154" y="562073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69287B8-ACDF-8EA8-7E78-BF1B22EE8C82}"/>
                </a:ext>
              </a:extLst>
            </p:cNvPr>
            <p:cNvSpPr txBox="1"/>
            <p:nvPr/>
          </p:nvSpPr>
          <p:spPr>
            <a:xfrm>
              <a:off x="9508873" y="5639181"/>
              <a:ext cx="892562"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$3,268,000,000</a:t>
              </a:r>
            </a:p>
          </p:txBody>
        </p:sp>
        <p:sp>
          <p:nvSpPr>
            <p:cNvPr id="37" name="TextBox 36">
              <a:extLst>
                <a:ext uri="{FF2B5EF4-FFF2-40B4-BE49-F238E27FC236}">
                  <a16:creationId xmlns:a16="http://schemas.microsoft.com/office/drawing/2014/main" id="{B23FF6FF-CB47-485A-F0A8-98467AC6AA1F}"/>
                </a:ext>
              </a:extLst>
            </p:cNvPr>
            <p:cNvSpPr txBox="1">
              <a:spLocks noChangeAspect="1"/>
            </p:cNvSpPr>
            <p:nvPr/>
          </p:nvSpPr>
          <p:spPr>
            <a:xfrm>
              <a:off x="9519779" y="5000572"/>
              <a:ext cx="870751" cy="207749"/>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39" name="Straight Connector 38">
              <a:extLst>
                <a:ext uri="{FF2B5EF4-FFF2-40B4-BE49-F238E27FC236}">
                  <a16:creationId xmlns:a16="http://schemas.microsoft.com/office/drawing/2014/main" id="{E16692ED-8919-F5DF-2A8D-837FAC2824AD}"/>
                </a:ext>
              </a:extLst>
            </p:cNvPr>
            <p:cNvCxnSpPr>
              <a:cxnSpLocks/>
            </p:cNvCxnSpPr>
            <p:nvPr/>
          </p:nvCxnSpPr>
          <p:spPr>
            <a:xfrm>
              <a:off x="9487154" y="584480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02DE1275-6375-20D1-0A03-B9F0C3F7481A}"/>
                </a:ext>
              </a:extLst>
            </p:cNvPr>
            <p:cNvPicPr>
              <a:picLocks noChangeAspect="1"/>
            </p:cNvPicPr>
            <p:nvPr/>
          </p:nvPicPr>
          <p:blipFill>
            <a:blip r:embed="rId16"/>
            <a:srcRect l="5492" t="19995" r="5492" b="14682"/>
            <a:stretch>
              <a:fillRect/>
            </a:stretch>
          </p:blipFill>
          <p:spPr>
            <a:xfrm>
              <a:off x="9386807" y="5247382"/>
              <a:ext cx="1136694" cy="228088"/>
            </a:xfrm>
            <a:prstGeom prst="rect">
              <a:avLst/>
            </a:prstGeom>
          </p:spPr>
        </p:pic>
      </p:grpSp>
      <p:grpSp>
        <p:nvGrpSpPr>
          <p:cNvPr id="2" name="Group 1">
            <a:extLst>
              <a:ext uri="{FF2B5EF4-FFF2-40B4-BE49-F238E27FC236}">
                <a16:creationId xmlns:a16="http://schemas.microsoft.com/office/drawing/2014/main" id="{0670C01B-E763-E731-5EA3-E7A2A9DB5668}"/>
              </a:ext>
            </a:extLst>
          </p:cNvPr>
          <p:cNvGrpSpPr/>
          <p:nvPr/>
        </p:nvGrpSpPr>
        <p:grpSpPr>
          <a:xfrm>
            <a:off x="7532957" y="4966442"/>
            <a:ext cx="1281600" cy="1345238"/>
            <a:chOff x="1758793" y="7094641"/>
            <a:chExt cx="1281600" cy="1345238"/>
          </a:xfrm>
        </p:grpSpPr>
        <p:sp>
          <p:nvSpPr>
            <p:cNvPr id="5" name="TextBox 4">
              <a:extLst>
                <a:ext uri="{FF2B5EF4-FFF2-40B4-BE49-F238E27FC236}">
                  <a16:creationId xmlns:a16="http://schemas.microsoft.com/office/drawing/2014/main" id="{0C451024-8D81-F51B-C578-35A53A053820}"/>
                </a:ext>
              </a:extLst>
            </p:cNvPr>
            <p:cNvSpPr txBox="1">
              <a:spLocks/>
            </p:cNvSpPr>
            <p:nvPr/>
          </p:nvSpPr>
          <p:spPr>
            <a:xfrm>
              <a:off x="1758793" y="7094641"/>
              <a:ext cx="1281600" cy="1345238"/>
            </a:xfrm>
            <a:prstGeom prst="rect">
              <a:avLst/>
            </a:prstGeom>
            <a:noFill/>
            <a:ln w="9525">
              <a:solidFill>
                <a:schemeClr val="tx1"/>
              </a:solidFill>
            </a:ln>
          </p:spPr>
          <p:txBody>
            <a:bodyPr wrap="square" rtlCol="0">
              <a:spAutoFit/>
            </a:bodyPr>
            <a:lstStyle/>
            <a:p>
              <a:endParaRPr lang="en-CA" noProof="0"/>
            </a:p>
          </p:txBody>
        </p:sp>
        <p:cxnSp>
          <p:nvCxnSpPr>
            <p:cNvPr id="6" name="Straight Connector 5">
              <a:extLst>
                <a:ext uri="{FF2B5EF4-FFF2-40B4-BE49-F238E27FC236}">
                  <a16:creationId xmlns:a16="http://schemas.microsoft.com/office/drawing/2014/main" id="{9ABD5EEA-1630-F8BE-395A-DFD36F1A246A}"/>
                </a:ext>
              </a:extLst>
            </p:cNvPr>
            <p:cNvCxnSpPr>
              <a:cxnSpLocks/>
            </p:cNvCxnSpPr>
            <p:nvPr/>
          </p:nvCxnSpPr>
          <p:spPr>
            <a:xfrm>
              <a:off x="1931593"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33">
              <a:extLst>
                <a:ext uri="{FF2B5EF4-FFF2-40B4-BE49-F238E27FC236}">
                  <a16:creationId xmlns:a16="http://schemas.microsoft.com/office/drawing/2014/main" id="{545149E1-D541-E9B1-59BE-765BE4F9D52C}"/>
                </a:ext>
              </a:extLst>
            </p:cNvPr>
            <p:cNvSpPr txBox="1"/>
            <p:nvPr/>
          </p:nvSpPr>
          <p:spPr>
            <a:xfrm>
              <a:off x="1858985" y="7767380"/>
              <a:ext cx="1081216"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US$1,250,000,000</a:t>
              </a:r>
            </a:p>
          </p:txBody>
        </p:sp>
        <p:sp>
          <p:nvSpPr>
            <p:cNvPr id="15" name="TextBox 34">
              <a:extLst>
                <a:ext uri="{FF2B5EF4-FFF2-40B4-BE49-F238E27FC236}">
                  <a16:creationId xmlns:a16="http://schemas.microsoft.com/office/drawing/2014/main" id="{C75938F9-D4D5-07F5-A589-871821FA4823}"/>
                </a:ext>
              </a:extLst>
            </p:cNvPr>
            <p:cNvSpPr txBox="1"/>
            <p:nvPr/>
          </p:nvSpPr>
          <p:spPr>
            <a:xfrm>
              <a:off x="1822414" y="8021227"/>
              <a:ext cx="1154359" cy="404144"/>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Advisor to U.S. and Canadian Institutional Investors on Acquisition</a:t>
              </a:r>
            </a:p>
          </p:txBody>
        </p:sp>
        <p:pic>
          <p:nvPicPr>
            <p:cNvPr id="23" name="Picture 22" descr="http://www.financialexecutives.org/KenticoCMS/getattachment/ca9a6784-2c53-48a3-9b3e-f9ac104825a7/American-Appraisal.aspx">
              <a:extLst>
                <a:ext uri="{FF2B5EF4-FFF2-40B4-BE49-F238E27FC236}">
                  <a16:creationId xmlns:a16="http://schemas.microsoft.com/office/drawing/2014/main" id="{A7F89C9F-0753-2A79-513A-E45D03F5E8F2}"/>
                </a:ext>
              </a:extLst>
            </p:cNvPr>
            <p:cNvPicPr>
              <a:picLocks noChangeAspect="1" noChangeArrowheads="1"/>
            </p:cNvPicPr>
            <p:nvPr/>
          </p:nvPicPr>
          <p:blipFill>
            <a:blip r:embed="rId17"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824964" y="7430735"/>
              <a:ext cx="1149258" cy="158207"/>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436A24E-3AD0-A680-7A9C-81D86A6D8419}"/>
                </a:ext>
              </a:extLst>
            </p:cNvPr>
            <p:cNvSpPr txBox="1"/>
            <p:nvPr/>
          </p:nvSpPr>
          <p:spPr>
            <a:xfrm>
              <a:off x="2078472" y="7128723"/>
              <a:ext cx="642243" cy="207845"/>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27" name="Straight Connector 26">
              <a:extLst>
                <a:ext uri="{FF2B5EF4-FFF2-40B4-BE49-F238E27FC236}">
                  <a16:creationId xmlns:a16="http://schemas.microsoft.com/office/drawing/2014/main" id="{C27BF455-9FB6-3F04-06D8-3DFA6555FB79}"/>
                </a:ext>
              </a:extLst>
            </p:cNvPr>
            <p:cNvCxnSpPr>
              <a:cxnSpLocks/>
            </p:cNvCxnSpPr>
            <p:nvPr/>
          </p:nvCxnSpPr>
          <p:spPr>
            <a:xfrm>
              <a:off x="1931593"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43CAD393-D804-5044-301A-18555C819B5B}"/>
              </a:ext>
            </a:extLst>
          </p:cNvPr>
          <p:cNvGrpSpPr/>
          <p:nvPr/>
        </p:nvGrpSpPr>
        <p:grpSpPr>
          <a:xfrm>
            <a:off x="6090941" y="4966442"/>
            <a:ext cx="1281600" cy="1345238"/>
            <a:chOff x="321042" y="7094641"/>
            <a:chExt cx="1281600" cy="1345238"/>
          </a:xfrm>
        </p:grpSpPr>
        <p:sp>
          <p:nvSpPr>
            <p:cNvPr id="29" name="TextBox 28">
              <a:extLst>
                <a:ext uri="{FF2B5EF4-FFF2-40B4-BE49-F238E27FC236}">
                  <a16:creationId xmlns:a16="http://schemas.microsoft.com/office/drawing/2014/main" id="{E57B4BFF-1AC9-E02D-D8C4-032F19213244}"/>
                </a:ext>
              </a:extLst>
            </p:cNvPr>
            <p:cNvSpPr txBox="1">
              <a:spLocks/>
            </p:cNvSpPr>
            <p:nvPr/>
          </p:nvSpPr>
          <p:spPr>
            <a:xfrm>
              <a:off x="321042" y="7094641"/>
              <a:ext cx="1281600" cy="1345238"/>
            </a:xfrm>
            <a:prstGeom prst="rect">
              <a:avLst/>
            </a:prstGeom>
            <a:noFill/>
            <a:ln w="9525">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A3428BEC-014E-263A-B6AD-E2F779D59D94}"/>
                </a:ext>
              </a:extLst>
            </p:cNvPr>
            <p:cNvSpPr txBox="1"/>
            <p:nvPr/>
          </p:nvSpPr>
          <p:spPr>
            <a:xfrm>
              <a:off x="362430" y="8071644"/>
              <a:ext cx="1198824" cy="303310"/>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Initial Public Offering and 6 Bought Deal Financings</a:t>
              </a:r>
            </a:p>
          </p:txBody>
        </p:sp>
        <p:cxnSp>
          <p:nvCxnSpPr>
            <p:cNvPr id="31" name="Straight Connector 30">
              <a:extLst>
                <a:ext uri="{FF2B5EF4-FFF2-40B4-BE49-F238E27FC236}">
                  <a16:creationId xmlns:a16="http://schemas.microsoft.com/office/drawing/2014/main" id="{F4AB81D6-9024-AB77-9D43-D1B900985080}"/>
                </a:ext>
              </a:extLst>
            </p:cNvPr>
            <p:cNvCxnSpPr>
              <a:cxnSpLocks/>
            </p:cNvCxnSpPr>
            <p:nvPr/>
          </p:nvCxnSpPr>
          <p:spPr>
            <a:xfrm>
              <a:off x="493842"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9ACBEA8-F698-9AEA-51CB-CB3E0C30EB16}"/>
                </a:ext>
              </a:extLst>
            </p:cNvPr>
            <p:cNvSpPr txBox="1"/>
            <p:nvPr/>
          </p:nvSpPr>
          <p:spPr>
            <a:xfrm>
              <a:off x="515059" y="7767380"/>
              <a:ext cx="893566"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$1,415,685,663</a:t>
              </a:r>
            </a:p>
          </p:txBody>
        </p:sp>
        <p:sp>
          <p:nvSpPr>
            <p:cNvPr id="38" name="TextBox 37">
              <a:extLst>
                <a:ext uri="{FF2B5EF4-FFF2-40B4-BE49-F238E27FC236}">
                  <a16:creationId xmlns:a16="http://schemas.microsoft.com/office/drawing/2014/main" id="{00DB5960-3380-040C-30DE-55537AEC1D18}"/>
                </a:ext>
              </a:extLst>
            </p:cNvPr>
            <p:cNvSpPr txBox="1">
              <a:spLocks noChangeAspect="1"/>
            </p:cNvSpPr>
            <p:nvPr/>
          </p:nvSpPr>
          <p:spPr>
            <a:xfrm>
              <a:off x="525977" y="7128771"/>
              <a:ext cx="871730" cy="207749"/>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Various Roles</a:t>
              </a:r>
            </a:p>
          </p:txBody>
        </p:sp>
        <p:pic>
          <p:nvPicPr>
            <p:cNvPr id="43" name="Picture 2">
              <a:extLst>
                <a:ext uri="{FF2B5EF4-FFF2-40B4-BE49-F238E27FC236}">
                  <a16:creationId xmlns:a16="http://schemas.microsoft.com/office/drawing/2014/main" id="{2516181E-E8C2-8F02-21E4-0AFBB7554F5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64936" y="7311551"/>
              <a:ext cx="393812" cy="396574"/>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Straight Connector 44">
              <a:extLst>
                <a:ext uri="{FF2B5EF4-FFF2-40B4-BE49-F238E27FC236}">
                  <a16:creationId xmlns:a16="http://schemas.microsoft.com/office/drawing/2014/main" id="{F6BA7A3C-5DDD-04B0-64B8-583E9E5436EC}"/>
                </a:ext>
              </a:extLst>
            </p:cNvPr>
            <p:cNvCxnSpPr>
              <a:cxnSpLocks/>
            </p:cNvCxnSpPr>
            <p:nvPr/>
          </p:nvCxnSpPr>
          <p:spPr>
            <a:xfrm>
              <a:off x="493842"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7" name="Picture 8" descr="Origin Merchant Partners Deepens its Industrials and Consumer Practices  with the addition of CCC Investment Banking">
            <a:extLst>
              <a:ext uri="{FF2B5EF4-FFF2-40B4-BE49-F238E27FC236}">
                <a16:creationId xmlns:a16="http://schemas.microsoft.com/office/drawing/2014/main" id="{39F40F58-2B54-D3A3-1FB9-37BFC946A3FF}"/>
              </a:ext>
            </a:extLst>
          </p:cNvPr>
          <p:cNvPicPr>
            <a:picLocks noChangeAspect="1" noChangeArrowheads="1"/>
          </p:cNvPicPr>
          <p:nvPr/>
        </p:nvPicPr>
        <p:blipFill rotWithShape="1">
          <a:blip r:embed="rId11" cstate="print">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l="2815" t="11663" r="2815" b="11663"/>
          <a:stretch>
            <a:fillRect/>
          </a:stretch>
        </p:blipFill>
        <p:spPr bwMode="auto">
          <a:xfrm>
            <a:off x="4768421" y="2735518"/>
            <a:ext cx="905838" cy="21964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Blair Franklin Capital Partners | LinkedIn">
            <a:extLst>
              <a:ext uri="{FF2B5EF4-FFF2-40B4-BE49-F238E27FC236}">
                <a16:creationId xmlns:a16="http://schemas.microsoft.com/office/drawing/2014/main" id="{3471AFB3-D2C0-7F86-7C07-98C6DA6A1816}"/>
              </a:ext>
            </a:extLst>
          </p:cNvPr>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24176" y="3114325"/>
            <a:ext cx="349887" cy="34988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omepage">
            <a:extLst>
              <a:ext uri="{FF2B5EF4-FFF2-40B4-BE49-F238E27FC236}">
                <a16:creationId xmlns:a16="http://schemas.microsoft.com/office/drawing/2014/main" id="{4C2D8953-1F30-D1B2-3E12-4217EAAEFFD7}"/>
              </a:ext>
            </a:extLst>
          </p:cNvPr>
          <p:cNvPicPr>
            <a:picLocks noChangeAspect="1" noChangeArrowheads="1"/>
          </p:cNvPicPr>
          <p:nvPr/>
        </p:nvPicPr>
        <p:blipFill rotWithShape="1">
          <a:blip r:embed="rId19"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t="45208"/>
          <a:stretch>
            <a:fillRect/>
          </a:stretch>
        </p:blipFill>
        <p:spPr bwMode="auto">
          <a:xfrm>
            <a:off x="4899219" y="3623202"/>
            <a:ext cx="805812" cy="1808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in - Cormark Document Portal">
            <a:extLst>
              <a:ext uri="{FF2B5EF4-FFF2-40B4-BE49-F238E27FC236}">
                <a16:creationId xmlns:a16="http://schemas.microsoft.com/office/drawing/2014/main" id="{549946AC-A284-5485-F404-2A0BD252F564}"/>
              </a:ext>
            </a:extLst>
          </p:cNvPr>
          <p:cNvPicPr>
            <a:picLocks noChangeAspect="1" noChangeArrowheads="1"/>
          </p:cNvPicPr>
          <p:nvPr/>
        </p:nvPicPr>
        <p:blipFill>
          <a:blip r:embed="rId20"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1008" y="4082900"/>
            <a:ext cx="961259" cy="19110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5">
            <a:extLst>
              <a:ext uri="{FF2B5EF4-FFF2-40B4-BE49-F238E27FC236}">
                <a16:creationId xmlns:a16="http://schemas.microsoft.com/office/drawing/2014/main" id="{54862241-76F4-31CB-64CD-13786294FD4E}"/>
              </a:ext>
            </a:extLst>
          </p:cNvPr>
          <p:cNvSpPr txBox="1">
            <a:spLocks/>
          </p:cNvSpPr>
          <p:nvPr/>
        </p:nvSpPr>
        <p:spPr>
          <a:xfrm>
            <a:off x="1570011" y="6426533"/>
            <a:ext cx="6366293" cy="409085"/>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Bef>
                <a:spcPts val="300"/>
              </a:spcBef>
            </a:pPr>
            <a:r>
              <a:rPr lang="en-CA" sz="700" noProof="0">
                <a:solidFill>
                  <a:schemeClr val="tx1"/>
                </a:solidFill>
                <a:ea typeface="+mj-ea"/>
                <a:cs typeface="+mj-cs"/>
              </a:rPr>
              <a:t>Source: Bloomberg M&amp;A League Tables</a:t>
            </a:r>
          </a:p>
        </p:txBody>
      </p:sp>
    </p:spTree>
    <p:extLst>
      <p:ext uri="{BB962C8B-B14F-4D97-AF65-F5344CB8AC3E}">
        <p14:creationId xmlns:p14="http://schemas.microsoft.com/office/powerpoint/2010/main" val="1679147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C1DBB-C72C-4CB5-E493-47ED04AB44C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B6C88CA-D18C-76CA-739B-E4B8388C9B3D}"/>
              </a:ext>
            </a:extLst>
          </p:cNvPr>
          <p:cNvSpPr>
            <a:spLocks noGrp="1"/>
          </p:cNvSpPr>
          <p:nvPr>
            <p:ph type="title"/>
          </p:nvPr>
        </p:nvSpPr>
        <p:spPr/>
        <p:txBody>
          <a:bodyPr>
            <a:normAutofit/>
          </a:bodyPr>
          <a:lstStyle/>
          <a:p>
            <a:r>
              <a:rPr lang="en-CA" sz="2200" noProof="0"/>
              <a:t>INFOR Key Highlights</a:t>
            </a:r>
          </a:p>
        </p:txBody>
      </p:sp>
      <p:sp>
        <p:nvSpPr>
          <p:cNvPr id="3" name="Slide Number Placeholder 2">
            <a:extLst>
              <a:ext uri="{FF2B5EF4-FFF2-40B4-BE49-F238E27FC236}">
                <a16:creationId xmlns:a16="http://schemas.microsoft.com/office/drawing/2014/main" id="{A84DFB39-9D17-DA11-19EC-AD5E992C0F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961EF2-D691-475A-8925-921775980BFF}" type="slidenum">
              <a:rPr kumimoji="0" lang="en-CA" sz="1200" b="0" i="0" u="none" strike="noStrike" kern="1200" cap="none" spc="0" normalizeH="0" baseline="0" noProof="0" smtClean="0">
                <a:ln>
                  <a:noFill/>
                </a:ln>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200" b="0" i="0" u="none" strike="noStrike" kern="1200" cap="none" spc="0" normalizeH="0" baseline="0" noProof="0">
              <a:ln>
                <a:noFill/>
              </a:ln>
              <a:effectLst/>
              <a:uLnTx/>
              <a:uFillTx/>
              <a:latin typeface="Palatino Linotype" panose="02040502050505030304" pitchFamily="18" charset="0"/>
              <a:ea typeface="+mn-ea"/>
              <a:cs typeface="+mn-cs"/>
            </a:endParaRPr>
          </a:p>
        </p:txBody>
      </p:sp>
      <p:sp>
        <p:nvSpPr>
          <p:cNvPr id="13" name="Text Placeholder 12">
            <a:extLst>
              <a:ext uri="{FF2B5EF4-FFF2-40B4-BE49-F238E27FC236}">
                <a16:creationId xmlns:a16="http://schemas.microsoft.com/office/drawing/2014/main" id="{59C168D9-63F5-9A19-016A-C6B6879E44B0}"/>
              </a:ext>
            </a:extLst>
          </p:cNvPr>
          <p:cNvSpPr>
            <a:spLocks noGrp="1"/>
          </p:cNvSpPr>
          <p:nvPr>
            <p:ph type="body" sz="quarter" idx="13"/>
          </p:nvPr>
        </p:nvSpPr>
        <p:spPr/>
        <p:txBody>
          <a:bodyPr/>
          <a:lstStyle/>
          <a:p>
            <a:endParaRPr lang="en-US"/>
          </a:p>
        </p:txBody>
      </p:sp>
      <p:sp>
        <p:nvSpPr>
          <p:cNvPr id="78" name="Rectangle 77">
            <a:extLst>
              <a:ext uri="{FF2B5EF4-FFF2-40B4-BE49-F238E27FC236}">
                <a16:creationId xmlns:a16="http://schemas.microsoft.com/office/drawing/2014/main" id="{F0387B8D-F665-C670-B2E8-4B0A42C83E48}"/>
              </a:ext>
            </a:extLst>
          </p:cNvPr>
          <p:cNvSpPr/>
          <p:nvPr/>
        </p:nvSpPr>
        <p:spPr>
          <a:xfrm>
            <a:off x="7475832"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100%</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5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Independent and Employee-Owned</a:t>
            </a:r>
            <a:endParaRPr lang="en-CA" sz="1000" baseline="30000" noProof="0">
              <a:solidFill>
                <a:schemeClr val="bg1"/>
              </a:solidFill>
              <a:latin typeface="Palatino Linotype" panose="02040502050505030304" pitchFamily="18" charset="0"/>
              <a:cs typeface="Arial" panose="020B0604020202020204" pitchFamily="34" charset="0"/>
            </a:endParaRPr>
          </a:p>
        </p:txBody>
      </p:sp>
      <p:sp>
        <p:nvSpPr>
          <p:cNvPr id="79" name="Rectangle 78">
            <a:extLst>
              <a:ext uri="{FF2B5EF4-FFF2-40B4-BE49-F238E27FC236}">
                <a16:creationId xmlns:a16="http://schemas.microsoft.com/office/drawing/2014/main" id="{90C7E23B-1844-D064-D76E-ED0D6F70B8DC}"/>
              </a:ext>
            </a:extLst>
          </p:cNvPr>
          <p:cNvSpPr/>
          <p:nvPr/>
        </p:nvSpPr>
        <p:spPr>
          <a:xfrm>
            <a:off x="6045464"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pP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$90B+</a:t>
            </a:r>
            <a:endParaRPr lang="en-CA"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Retail Partner </a:t>
            </a: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AUA</a:t>
            </a:r>
            <a:endParaRPr lang="en-CA" sz="1000" noProof="0">
              <a:solidFill>
                <a:schemeClr val="bg1"/>
              </a:solidFill>
              <a:latin typeface="Palatino Linotype" panose="02040502050505030304" pitchFamily="18" charset="0"/>
              <a:cs typeface="Arial" panose="020B0604020202020204" pitchFamily="34" charset="0"/>
            </a:endParaRPr>
          </a:p>
        </p:txBody>
      </p:sp>
      <p:sp>
        <p:nvSpPr>
          <p:cNvPr id="80" name="Rectangle 79">
            <a:extLst>
              <a:ext uri="{FF2B5EF4-FFF2-40B4-BE49-F238E27FC236}">
                <a16:creationId xmlns:a16="http://schemas.microsoft.com/office/drawing/2014/main" id="{5E5D3C8F-2125-DBC8-FF5C-B2FE814109E1}"/>
              </a:ext>
            </a:extLst>
          </p:cNvPr>
          <p:cNvSpPr/>
          <p:nvPr/>
        </p:nvSpPr>
        <p:spPr>
          <a:xfrm>
            <a:off x="3184732"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a:t>
            </a: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8</a:t>
            </a: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5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Capital Raised Since Inception</a:t>
            </a:r>
            <a:endParaRPr lang="en-CA" sz="1000" baseline="30000" noProof="0">
              <a:solidFill>
                <a:schemeClr val="bg1"/>
              </a:solidFill>
              <a:latin typeface="Palatino Linotype" panose="02040502050505030304" pitchFamily="18" charset="0"/>
              <a:cs typeface="Arial" panose="020B0604020202020204" pitchFamily="34" charset="0"/>
            </a:endParaRPr>
          </a:p>
        </p:txBody>
      </p:sp>
      <p:sp>
        <p:nvSpPr>
          <p:cNvPr id="81" name="Rectangle 80">
            <a:extLst>
              <a:ext uri="{FF2B5EF4-FFF2-40B4-BE49-F238E27FC236}">
                <a16:creationId xmlns:a16="http://schemas.microsoft.com/office/drawing/2014/main" id="{3161B75D-BEDD-BE33-CCCF-3C89DE43B8FB}"/>
              </a:ext>
            </a:extLst>
          </p:cNvPr>
          <p:cNvSpPr/>
          <p:nvPr/>
        </p:nvSpPr>
        <p:spPr>
          <a:xfrm>
            <a:off x="4615098"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110+</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M&amp;A Transactions Since Inception</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83" name="Rectangle 82">
            <a:extLst>
              <a:ext uri="{FF2B5EF4-FFF2-40B4-BE49-F238E27FC236}">
                <a16:creationId xmlns:a16="http://schemas.microsoft.com/office/drawing/2014/main" id="{446B0002-71ED-BA7B-BC8A-1F72BCEE6968}"/>
              </a:ext>
            </a:extLst>
          </p:cNvPr>
          <p:cNvSpPr/>
          <p:nvPr/>
        </p:nvSpPr>
        <p:spPr>
          <a:xfrm>
            <a:off x="1754366"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2,000+</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Lifetime Principal Transactions</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84" name="Rectangle 83">
            <a:extLst>
              <a:ext uri="{FF2B5EF4-FFF2-40B4-BE49-F238E27FC236}">
                <a16:creationId xmlns:a16="http://schemas.microsoft.com/office/drawing/2014/main" id="{08EE69B0-CA81-A7D3-19EE-700E3A4A9ABE}"/>
              </a:ext>
            </a:extLst>
          </p:cNvPr>
          <p:cNvSpPr/>
          <p:nvPr/>
        </p:nvSpPr>
        <p:spPr>
          <a:xfrm>
            <a:off x="324000"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$400B+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Lifetime Principal Transaction Value</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58" name="Rectangle 57">
            <a:extLst>
              <a:ext uri="{FF2B5EF4-FFF2-40B4-BE49-F238E27FC236}">
                <a16:creationId xmlns:a16="http://schemas.microsoft.com/office/drawing/2014/main" id="{DEB40CD4-2D3B-D5A7-CEB1-E4FEBDB0B434}"/>
              </a:ext>
            </a:extLst>
          </p:cNvPr>
          <p:cNvSpPr/>
          <p:nvPr/>
        </p:nvSpPr>
        <p:spPr>
          <a:xfrm>
            <a:off x="324000" y="4498314"/>
            <a:ext cx="2774534" cy="5962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Top Independent</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Canadian M&amp;A Advisor</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59" name="Rectangle 58">
            <a:extLst>
              <a:ext uri="{FF2B5EF4-FFF2-40B4-BE49-F238E27FC236}">
                <a16:creationId xmlns:a16="http://schemas.microsoft.com/office/drawing/2014/main" id="{279A1DCA-EF70-D99D-5519-D0C66A90DFB7}"/>
              </a:ext>
            </a:extLst>
          </p:cNvPr>
          <p:cNvSpPr/>
          <p:nvPr/>
        </p:nvSpPr>
        <p:spPr>
          <a:xfrm>
            <a:off x="3184733" y="4498314"/>
            <a:ext cx="2774534" cy="5962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a:t>
            </a: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6</a:t>
            </a: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M&amp;A Transaction Value (2025)</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60" name="Rectangle 59">
            <a:extLst>
              <a:ext uri="{FF2B5EF4-FFF2-40B4-BE49-F238E27FC236}">
                <a16:creationId xmlns:a16="http://schemas.microsoft.com/office/drawing/2014/main" id="{FBAFE56C-299A-486A-D205-4A78B5B95C61}"/>
              </a:ext>
            </a:extLst>
          </p:cNvPr>
          <p:cNvSpPr/>
          <p:nvPr/>
        </p:nvSpPr>
        <p:spPr>
          <a:xfrm>
            <a:off x="6042684" y="4498314"/>
            <a:ext cx="2774534" cy="5962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$47B+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M&amp;A Transaction Value Since Inception</a:t>
            </a:r>
            <a:endParaRPr lang="en-CA" sz="900" baseline="30000" noProof="0">
              <a:solidFill>
                <a:schemeClr val="bg1"/>
              </a:solidFill>
              <a:latin typeface="Palatino Linotype" panose="02040502050505030304" pitchFamily="18" charset="0"/>
              <a:cs typeface="Arial" panose="020B0604020202020204" pitchFamily="34" charset="0"/>
            </a:endParaRPr>
          </a:p>
        </p:txBody>
      </p:sp>
      <p:pic>
        <p:nvPicPr>
          <p:cNvPr id="1032" name="Picture 8" descr="Download Celestica Logo in SVG Vector or PNG File Format ...">
            <a:extLst>
              <a:ext uri="{FF2B5EF4-FFF2-40B4-BE49-F238E27FC236}">
                <a16:creationId xmlns:a16="http://schemas.microsoft.com/office/drawing/2014/main" id="{BF06D90F-CF64-A264-E838-5346FE29581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963" t="29450" r="9963" b="29450"/>
          <a:stretch/>
        </p:blipFill>
        <p:spPr bwMode="auto">
          <a:xfrm>
            <a:off x="6814046" y="1994838"/>
            <a:ext cx="1151171" cy="39390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2" descr="About us | CI First Asset">
            <a:extLst>
              <a:ext uri="{FF2B5EF4-FFF2-40B4-BE49-F238E27FC236}">
                <a16:creationId xmlns:a16="http://schemas.microsoft.com/office/drawing/2014/main" id="{8EC500B1-0E74-6FA4-DE67-54E2A68C8B4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79464" y="2069845"/>
            <a:ext cx="984685" cy="28093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ubadala Capital | Career Page">
            <a:extLst>
              <a:ext uri="{FF2B5EF4-FFF2-40B4-BE49-F238E27FC236}">
                <a16:creationId xmlns:a16="http://schemas.microsoft.com/office/drawing/2014/main" id="{95BF2B8D-40D7-F816-6CC5-160331893F2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79852" y="2125573"/>
            <a:ext cx="984685" cy="209285"/>
          </a:xfrm>
          <a:prstGeom prst="rect">
            <a:avLst/>
          </a:prstGeom>
          <a:noFill/>
          <a:extLst>
            <a:ext uri="{909E8E84-426E-40DD-AFC4-6F175D3DCCD1}">
              <a14:hiddenFill xmlns:a14="http://schemas.microsoft.com/office/drawing/2010/main">
                <a:solidFill>
                  <a:srgbClr val="FFFFFF"/>
                </a:solidFill>
              </a14:hiddenFill>
            </a:ext>
          </a:extLst>
        </p:spPr>
      </p:pic>
      <p:grpSp>
        <p:nvGrpSpPr>
          <p:cNvPr id="1025" name="Group 1024">
            <a:extLst>
              <a:ext uri="{FF2B5EF4-FFF2-40B4-BE49-F238E27FC236}">
                <a16:creationId xmlns:a16="http://schemas.microsoft.com/office/drawing/2014/main" id="{B2D34E86-33BD-A7CF-5962-22213F6E4439}"/>
              </a:ext>
            </a:extLst>
          </p:cNvPr>
          <p:cNvGrpSpPr/>
          <p:nvPr/>
        </p:nvGrpSpPr>
        <p:grpSpPr>
          <a:xfrm>
            <a:off x="324000" y="1572127"/>
            <a:ext cx="2774534" cy="1285194"/>
            <a:chOff x="324000" y="1456242"/>
            <a:chExt cx="2774534" cy="1285194"/>
          </a:xfrm>
        </p:grpSpPr>
        <p:grpSp>
          <p:nvGrpSpPr>
            <p:cNvPr id="67" name="Group 66">
              <a:extLst>
                <a:ext uri="{FF2B5EF4-FFF2-40B4-BE49-F238E27FC236}">
                  <a16:creationId xmlns:a16="http://schemas.microsoft.com/office/drawing/2014/main" id="{D607E570-7DE3-1129-D2E7-749611402E9E}"/>
                </a:ext>
              </a:extLst>
            </p:cNvPr>
            <p:cNvGrpSpPr/>
            <p:nvPr/>
          </p:nvGrpSpPr>
          <p:grpSpPr>
            <a:xfrm>
              <a:off x="324000" y="1456242"/>
              <a:ext cx="2774534" cy="1285194"/>
              <a:chOff x="368817" y="1456242"/>
              <a:chExt cx="1412344" cy="2198130"/>
            </a:xfrm>
          </p:grpSpPr>
          <p:sp>
            <p:nvSpPr>
              <p:cNvPr id="66" name="Rectangle 65">
                <a:extLst>
                  <a:ext uri="{FF2B5EF4-FFF2-40B4-BE49-F238E27FC236}">
                    <a16:creationId xmlns:a16="http://schemas.microsoft.com/office/drawing/2014/main" id="{4B779B80-5EBA-4772-07E6-12F1209B3D83}"/>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2" name="TextBox 83">
                <a:extLst>
                  <a:ext uri="{FF2B5EF4-FFF2-40B4-BE49-F238E27FC236}">
                    <a16:creationId xmlns:a16="http://schemas.microsoft.com/office/drawing/2014/main" id="{41F591D7-EC0D-511E-8E1C-E3A213DD8A1A}"/>
                  </a:ext>
                </a:extLst>
              </p:cNvPr>
              <p:cNvSpPr txBox="1"/>
              <p:nvPr/>
            </p:nvSpPr>
            <p:spPr>
              <a:xfrm>
                <a:off x="405702" y="1512903"/>
                <a:ext cx="1338574" cy="531353"/>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Largest Restructuring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2" name="Rectangle 1">
                <a:extLst>
                  <a:ext uri="{FF2B5EF4-FFF2-40B4-BE49-F238E27FC236}">
                    <a16:creationId xmlns:a16="http://schemas.microsoft.com/office/drawing/2014/main" id="{2E939F61-0FCA-B900-06FC-E68F8D360773}"/>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~$73B</a:t>
                </a:r>
              </a:p>
            </p:txBody>
          </p:sp>
        </p:grpSp>
        <p:pic>
          <p:nvPicPr>
            <p:cNvPr id="118" name="Picture 2" descr="Nortel Networks Logo PNG Transparent &amp; SVG Vector - Freebie Supply">
              <a:extLst>
                <a:ext uri="{FF2B5EF4-FFF2-40B4-BE49-F238E27FC236}">
                  <a16:creationId xmlns:a16="http://schemas.microsoft.com/office/drawing/2014/main" id="{4BC20C13-5848-0268-E9FB-65A36729477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37380" b="36527"/>
            <a:stretch/>
          </p:blipFill>
          <p:spPr bwMode="auto">
            <a:xfrm>
              <a:off x="845060" y="1979010"/>
              <a:ext cx="921743" cy="240505"/>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6" descr="undefined">
              <a:extLst>
                <a:ext uri="{FF2B5EF4-FFF2-40B4-BE49-F238E27FC236}">
                  <a16:creationId xmlns:a16="http://schemas.microsoft.com/office/drawing/2014/main" id="{2BA5AB72-AE61-7259-975E-CD4ADAB09CDB}"/>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567" t="11729" r="5253" b="10536"/>
            <a:stretch/>
          </p:blipFill>
          <p:spPr bwMode="auto">
            <a:xfrm>
              <a:off x="1905318" y="1960789"/>
              <a:ext cx="527350" cy="2499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8" name="Group 1027">
            <a:extLst>
              <a:ext uri="{FF2B5EF4-FFF2-40B4-BE49-F238E27FC236}">
                <a16:creationId xmlns:a16="http://schemas.microsoft.com/office/drawing/2014/main" id="{733A2859-E68F-00C4-9B0D-18557B9D4CF0}"/>
              </a:ext>
            </a:extLst>
          </p:cNvPr>
          <p:cNvGrpSpPr/>
          <p:nvPr/>
        </p:nvGrpSpPr>
        <p:grpSpPr>
          <a:xfrm>
            <a:off x="324000" y="2958265"/>
            <a:ext cx="2774534" cy="1285194"/>
            <a:chOff x="368817" y="1456242"/>
            <a:chExt cx="1412344" cy="2198130"/>
          </a:xfrm>
        </p:grpSpPr>
        <p:sp>
          <p:nvSpPr>
            <p:cNvPr id="1033" name="Rectangle 1032">
              <a:extLst>
                <a:ext uri="{FF2B5EF4-FFF2-40B4-BE49-F238E27FC236}">
                  <a16:creationId xmlns:a16="http://schemas.microsoft.com/office/drawing/2014/main" id="{B9A68F2D-F606-EED8-0DC1-82125FF9CB36}"/>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35" name="TextBox 83">
              <a:extLst>
                <a:ext uri="{FF2B5EF4-FFF2-40B4-BE49-F238E27FC236}">
                  <a16:creationId xmlns:a16="http://schemas.microsoft.com/office/drawing/2014/main" id="{8B6DACC0-39F9-1D22-9968-C7AE22117DF4}"/>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Largest Secondary Offering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1036" name="Rectangle 1035">
              <a:extLst>
                <a:ext uri="{FF2B5EF4-FFF2-40B4-BE49-F238E27FC236}">
                  <a16:creationId xmlns:a16="http://schemas.microsoft.com/office/drawing/2014/main" id="{FE560300-9E37-21F5-B09B-971400DCBB15}"/>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~$3B</a:t>
              </a:r>
            </a:p>
          </p:txBody>
        </p:sp>
      </p:grpSp>
      <p:grpSp>
        <p:nvGrpSpPr>
          <p:cNvPr id="1038" name="Group 1037">
            <a:extLst>
              <a:ext uri="{FF2B5EF4-FFF2-40B4-BE49-F238E27FC236}">
                <a16:creationId xmlns:a16="http://schemas.microsoft.com/office/drawing/2014/main" id="{1C994FA2-AF9A-47C1-0CC4-7A54A36448C3}"/>
              </a:ext>
            </a:extLst>
          </p:cNvPr>
          <p:cNvGrpSpPr/>
          <p:nvPr/>
        </p:nvGrpSpPr>
        <p:grpSpPr>
          <a:xfrm>
            <a:off x="3184732" y="1572127"/>
            <a:ext cx="2774534" cy="1285194"/>
            <a:chOff x="368817" y="1456242"/>
            <a:chExt cx="1412344" cy="2198130"/>
          </a:xfrm>
        </p:grpSpPr>
        <p:sp>
          <p:nvSpPr>
            <p:cNvPr id="1041" name="Rectangle 1040">
              <a:extLst>
                <a:ext uri="{FF2B5EF4-FFF2-40B4-BE49-F238E27FC236}">
                  <a16:creationId xmlns:a16="http://schemas.microsoft.com/office/drawing/2014/main" id="{6F6CD463-0D26-69C3-BA5D-04C92F8ACF53}"/>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42" name="TextBox 83">
              <a:extLst>
                <a:ext uri="{FF2B5EF4-FFF2-40B4-BE49-F238E27FC236}">
                  <a16:creationId xmlns:a16="http://schemas.microsoft.com/office/drawing/2014/main" id="{D5AABCB4-7F64-F041-3FAA-62C03EEE836A}"/>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Largest Take Private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1043" name="Rectangle 1042">
              <a:extLst>
                <a:ext uri="{FF2B5EF4-FFF2-40B4-BE49-F238E27FC236}">
                  <a16:creationId xmlns:a16="http://schemas.microsoft.com/office/drawing/2014/main" id="{343257FA-C277-C957-2BCE-3F2A44C71408}"/>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~$12B</a:t>
              </a:r>
            </a:p>
          </p:txBody>
        </p:sp>
      </p:grpSp>
      <p:grpSp>
        <p:nvGrpSpPr>
          <p:cNvPr id="1052" name="Group 1051">
            <a:extLst>
              <a:ext uri="{FF2B5EF4-FFF2-40B4-BE49-F238E27FC236}">
                <a16:creationId xmlns:a16="http://schemas.microsoft.com/office/drawing/2014/main" id="{1E4BD7D1-0B08-5FD7-F138-49BC02920C6B}"/>
              </a:ext>
            </a:extLst>
          </p:cNvPr>
          <p:cNvGrpSpPr/>
          <p:nvPr/>
        </p:nvGrpSpPr>
        <p:grpSpPr>
          <a:xfrm>
            <a:off x="6042684" y="1572127"/>
            <a:ext cx="2774534" cy="1285194"/>
            <a:chOff x="368817" y="1456242"/>
            <a:chExt cx="1412344" cy="2198130"/>
          </a:xfrm>
        </p:grpSpPr>
        <p:sp>
          <p:nvSpPr>
            <p:cNvPr id="1055" name="Rectangle 1054">
              <a:extLst>
                <a:ext uri="{FF2B5EF4-FFF2-40B4-BE49-F238E27FC236}">
                  <a16:creationId xmlns:a16="http://schemas.microsoft.com/office/drawing/2014/main" id="{CE384988-AD9F-8C04-CBC4-6B316B922681}"/>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56" name="TextBox 83">
              <a:extLst>
                <a:ext uri="{FF2B5EF4-FFF2-40B4-BE49-F238E27FC236}">
                  <a16:creationId xmlns:a16="http://schemas.microsoft.com/office/drawing/2014/main" id="{85F06BD8-FD1B-F70D-418C-CC5C68FAF549}"/>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dirty="0">
                  <a:ln>
                    <a:noFill/>
                  </a:ln>
                  <a:solidFill>
                    <a:schemeClr val="accent1"/>
                  </a:solidFill>
                  <a:effectLst/>
                  <a:uLnTx/>
                  <a:uFillTx/>
                  <a:latin typeface="Palatino Linotype" panose="02040502050505030304" pitchFamily="18" charset="0"/>
                  <a:ea typeface="Arial Narrow" charset="0"/>
                  <a:cs typeface="Arial Narrow" charset="0"/>
                </a:rPr>
                <a:t>Largest Tech IPO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dirty="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1057" name="Rectangle 1056">
              <a:extLst>
                <a:ext uri="{FF2B5EF4-FFF2-40B4-BE49-F238E27FC236}">
                  <a16:creationId xmlns:a16="http://schemas.microsoft.com/office/drawing/2014/main" id="{FAFEDD77-983B-9FD2-B50F-749AC047B9F4}"/>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~$610MM</a:t>
              </a:r>
            </a:p>
          </p:txBody>
        </p:sp>
      </p:grpSp>
      <p:pic>
        <p:nvPicPr>
          <p:cNvPr id="1065" name="Picture 12" descr="About us | CI First Asset">
            <a:extLst>
              <a:ext uri="{FF2B5EF4-FFF2-40B4-BE49-F238E27FC236}">
                <a16:creationId xmlns:a16="http://schemas.microsoft.com/office/drawing/2014/main" id="{A22E7B56-8F75-F1A0-6DF1-B20F8C66940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351" y="3467534"/>
            <a:ext cx="984685" cy="280937"/>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12">
            <a:extLst>
              <a:ext uri="{FF2B5EF4-FFF2-40B4-BE49-F238E27FC236}">
                <a16:creationId xmlns:a16="http://schemas.microsoft.com/office/drawing/2014/main" id="{35A9EB23-9617-FE5B-42A3-89FB66AAED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03381" y="3535046"/>
            <a:ext cx="1001729" cy="1459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F0D82D47-9CD6-D46F-5CA3-5405FCA56EC5}"/>
              </a:ext>
            </a:extLst>
          </p:cNvPr>
          <p:cNvSpPr/>
          <p:nvPr/>
        </p:nvSpPr>
        <p:spPr>
          <a:xfrm>
            <a:off x="324000" y="1166671"/>
            <a:ext cx="8496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b="1" noProof="0">
                <a:solidFill>
                  <a:prstClr val="white"/>
                </a:solidFill>
                <a:latin typeface="Palatino Linotype" panose="02040502050505030304" pitchFamily="18" charset="0"/>
              </a:rPr>
              <a:t>Landmark Canadian Transaction Experience</a:t>
            </a:r>
            <a:r>
              <a:rPr lang="en-CA" sz="1400" b="1" baseline="30000" noProof="0">
                <a:solidFill>
                  <a:prstClr val="white"/>
                </a:solidFill>
                <a:latin typeface="Palatino Linotype" panose="02040502050505030304" pitchFamily="18" charset="0"/>
              </a:rPr>
              <a:t>(1)</a:t>
            </a:r>
            <a:endParaRPr kumimoji="0" lang="en-CA" sz="1400" b="1" i="0" u="none" strike="noStrike" kern="1200" cap="none" spc="0" normalizeH="0" baseline="30000" noProof="0">
              <a:ln>
                <a:noFill/>
              </a:ln>
              <a:solidFill>
                <a:prstClr val="white"/>
              </a:solidFill>
              <a:effectLst/>
              <a:uLnTx/>
              <a:uFillTx/>
              <a:latin typeface="Palatino Linotype" panose="02040502050505030304" pitchFamily="18" charset="0"/>
            </a:endParaRPr>
          </a:p>
        </p:txBody>
      </p:sp>
      <p:sp>
        <p:nvSpPr>
          <p:cNvPr id="4" name="Text Placeholder 5">
            <a:extLst>
              <a:ext uri="{FF2B5EF4-FFF2-40B4-BE49-F238E27FC236}">
                <a16:creationId xmlns:a16="http://schemas.microsoft.com/office/drawing/2014/main" id="{0E1A4720-1C48-AB42-0AEF-CC2C96733ADB}"/>
              </a:ext>
            </a:extLst>
          </p:cNvPr>
          <p:cNvSpPr txBox="1">
            <a:spLocks/>
          </p:cNvSpPr>
          <p:nvPr/>
        </p:nvSpPr>
        <p:spPr>
          <a:xfrm>
            <a:off x="1570011" y="6426533"/>
            <a:ext cx="6366293" cy="409085"/>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Bef>
                <a:spcPts val="300"/>
              </a:spcBef>
            </a:pPr>
            <a:r>
              <a:rPr lang="en-CA" sz="700" noProof="0">
                <a:solidFill>
                  <a:schemeClr val="tx1"/>
                </a:solidFill>
                <a:ea typeface="+mj-ea"/>
                <a:cs typeface="+mj-cs"/>
              </a:rPr>
              <a:t>Source: Bloomberg M&amp;A League Tables</a:t>
            </a:r>
          </a:p>
          <a:p>
            <a:pPr marL="228600" indent="-228600">
              <a:lnSpc>
                <a:spcPct val="85000"/>
              </a:lnSpc>
              <a:spcBef>
                <a:spcPts val="300"/>
              </a:spcBef>
              <a:buFont typeface="Arial" panose="020B0604020202020204" pitchFamily="34" charset="0"/>
              <a:buAutoNum type="arabicParenBoth"/>
            </a:pPr>
            <a:r>
              <a:rPr lang="en-CA" sz="700" noProof="0">
                <a:solidFill>
                  <a:schemeClr val="tx1"/>
                </a:solidFill>
                <a:ea typeface="+mj-ea"/>
                <a:cs typeface="+mj-cs"/>
              </a:rPr>
              <a:t>Deals led by INFOR Financial principals; all deal statistics as at time of deal </a:t>
            </a:r>
          </a:p>
        </p:txBody>
      </p:sp>
      <p:grpSp>
        <p:nvGrpSpPr>
          <p:cNvPr id="25" name="Group 24">
            <a:extLst>
              <a:ext uri="{FF2B5EF4-FFF2-40B4-BE49-F238E27FC236}">
                <a16:creationId xmlns:a16="http://schemas.microsoft.com/office/drawing/2014/main" id="{3BDEDA90-2C96-D670-646E-5CCFBDFFE8B5}"/>
              </a:ext>
            </a:extLst>
          </p:cNvPr>
          <p:cNvGrpSpPr/>
          <p:nvPr/>
        </p:nvGrpSpPr>
        <p:grpSpPr>
          <a:xfrm>
            <a:off x="6042684" y="2958265"/>
            <a:ext cx="2774534" cy="1285194"/>
            <a:chOff x="3184732" y="2958265"/>
            <a:chExt cx="2774534" cy="1285194"/>
          </a:xfrm>
        </p:grpSpPr>
        <p:grpSp>
          <p:nvGrpSpPr>
            <p:cNvPr id="1045" name="Group 1044">
              <a:extLst>
                <a:ext uri="{FF2B5EF4-FFF2-40B4-BE49-F238E27FC236}">
                  <a16:creationId xmlns:a16="http://schemas.microsoft.com/office/drawing/2014/main" id="{89DF2260-6A12-9454-5A38-2FA414540083}"/>
                </a:ext>
              </a:extLst>
            </p:cNvPr>
            <p:cNvGrpSpPr/>
            <p:nvPr/>
          </p:nvGrpSpPr>
          <p:grpSpPr>
            <a:xfrm>
              <a:off x="3184732" y="2958265"/>
              <a:ext cx="2774534" cy="1285194"/>
              <a:chOff x="368817" y="1456242"/>
              <a:chExt cx="1412344" cy="2198130"/>
            </a:xfrm>
          </p:grpSpPr>
          <p:sp>
            <p:nvSpPr>
              <p:cNvPr id="1048" name="Rectangle 1047">
                <a:extLst>
                  <a:ext uri="{FF2B5EF4-FFF2-40B4-BE49-F238E27FC236}">
                    <a16:creationId xmlns:a16="http://schemas.microsoft.com/office/drawing/2014/main" id="{CA7D6F4A-1815-5CEA-D0E2-C283D5A1DFE0}"/>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49" name="TextBox 83">
                <a:extLst>
                  <a:ext uri="{FF2B5EF4-FFF2-40B4-BE49-F238E27FC236}">
                    <a16:creationId xmlns:a16="http://schemas.microsoft.com/office/drawing/2014/main" id="{3E36AECF-409E-AA2B-1EE0-20C52F950E3D}"/>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First Ever Bought High Yield Deal in Canadian History</a:t>
                </a:r>
              </a:p>
            </p:txBody>
          </p:sp>
          <p:sp>
            <p:nvSpPr>
              <p:cNvPr id="1050" name="Rectangle 1049">
                <a:extLst>
                  <a:ext uri="{FF2B5EF4-FFF2-40B4-BE49-F238E27FC236}">
                    <a16:creationId xmlns:a16="http://schemas.microsoft.com/office/drawing/2014/main" id="{BAC05711-A108-4124-7E6E-1B92A3FB0029}"/>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~US$971MM</a:t>
                </a:r>
              </a:p>
            </p:txBody>
          </p:sp>
        </p:grpSp>
        <p:pic>
          <p:nvPicPr>
            <p:cNvPr id="5" name="Picture 4" descr="A black and white logo&#10;&#10;AI-generated content may be incorrect.">
              <a:extLst>
                <a:ext uri="{FF2B5EF4-FFF2-40B4-BE49-F238E27FC236}">
                  <a16:creationId xmlns:a16="http://schemas.microsoft.com/office/drawing/2014/main" id="{1A57AF79-4EA4-1AA1-F631-B52CBD8DB4A8}"/>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3741751" y="3444037"/>
              <a:ext cx="1660497" cy="313650"/>
            </a:xfrm>
            <a:prstGeom prst="rect">
              <a:avLst/>
            </a:prstGeom>
            <a:noFill/>
            <a:ln w="19050">
              <a:noFill/>
              <a:miter lim="800000"/>
              <a:headEnd/>
              <a:tailEnd/>
            </a:ln>
          </p:spPr>
        </p:pic>
      </p:grpSp>
      <p:grpSp>
        <p:nvGrpSpPr>
          <p:cNvPr id="24" name="Group 23">
            <a:extLst>
              <a:ext uri="{FF2B5EF4-FFF2-40B4-BE49-F238E27FC236}">
                <a16:creationId xmlns:a16="http://schemas.microsoft.com/office/drawing/2014/main" id="{55C4D80C-C5F8-524B-8814-16DB76EB0478}"/>
              </a:ext>
            </a:extLst>
          </p:cNvPr>
          <p:cNvGrpSpPr/>
          <p:nvPr/>
        </p:nvGrpSpPr>
        <p:grpSpPr>
          <a:xfrm>
            <a:off x="3184732" y="2958265"/>
            <a:ext cx="2774534" cy="1285194"/>
            <a:chOff x="6042684" y="2958265"/>
            <a:chExt cx="2774534" cy="1285194"/>
          </a:xfrm>
        </p:grpSpPr>
        <p:grpSp>
          <p:nvGrpSpPr>
            <p:cNvPr id="6" name="Group 5">
              <a:extLst>
                <a:ext uri="{FF2B5EF4-FFF2-40B4-BE49-F238E27FC236}">
                  <a16:creationId xmlns:a16="http://schemas.microsoft.com/office/drawing/2014/main" id="{8DDCFED0-D2D8-6DE5-AA19-2D966D84FB55}"/>
                </a:ext>
              </a:extLst>
            </p:cNvPr>
            <p:cNvGrpSpPr/>
            <p:nvPr/>
          </p:nvGrpSpPr>
          <p:grpSpPr>
            <a:xfrm>
              <a:off x="6042684" y="2958265"/>
              <a:ext cx="2774534" cy="1285194"/>
              <a:chOff x="368817" y="1456242"/>
              <a:chExt cx="1412344" cy="2198130"/>
            </a:xfrm>
          </p:grpSpPr>
          <p:sp>
            <p:nvSpPr>
              <p:cNvPr id="8" name="Rectangle 7">
                <a:extLst>
                  <a:ext uri="{FF2B5EF4-FFF2-40B4-BE49-F238E27FC236}">
                    <a16:creationId xmlns:a16="http://schemas.microsoft.com/office/drawing/2014/main" id="{AE70811F-D173-FC61-2040-35FE7A28AF60}"/>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 name="TextBox 83">
                <a:extLst>
                  <a:ext uri="{FF2B5EF4-FFF2-40B4-BE49-F238E27FC236}">
                    <a16:creationId xmlns:a16="http://schemas.microsoft.com/office/drawing/2014/main" id="{DB151855-AF82-FC4D-1309-866206A4590B}"/>
                  </a:ext>
                </a:extLst>
              </p:cNvPr>
              <p:cNvSpPr txBox="1"/>
              <p:nvPr/>
            </p:nvSpPr>
            <p:spPr>
              <a:xfrm>
                <a:off x="405703"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One of the Largest Consolidations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the Montney Formation</a:t>
                </a:r>
              </a:p>
            </p:txBody>
          </p:sp>
          <p:sp>
            <p:nvSpPr>
              <p:cNvPr id="11" name="Rectangle 10">
                <a:extLst>
                  <a:ext uri="{FF2B5EF4-FFF2-40B4-BE49-F238E27FC236}">
                    <a16:creationId xmlns:a16="http://schemas.microsoft.com/office/drawing/2014/main" id="{3A3C61DA-9F4D-667A-1FCF-B6E2E342C6E4}"/>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~$1B</a:t>
                </a:r>
              </a:p>
            </p:txBody>
          </p:sp>
        </p:grpSp>
        <p:grpSp>
          <p:nvGrpSpPr>
            <p:cNvPr id="23" name="Group 22">
              <a:extLst>
                <a:ext uri="{FF2B5EF4-FFF2-40B4-BE49-F238E27FC236}">
                  <a16:creationId xmlns:a16="http://schemas.microsoft.com/office/drawing/2014/main" id="{623B5374-80F9-64E0-4391-DD8D9ACBD025}"/>
                </a:ext>
              </a:extLst>
            </p:cNvPr>
            <p:cNvGrpSpPr/>
            <p:nvPr/>
          </p:nvGrpSpPr>
          <p:grpSpPr>
            <a:xfrm>
              <a:off x="6531242" y="3376613"/>
              <a:ext cx="1797418" cy="531018"/>
              <a:chOff x="6531242" y="3376613"/>
              <a:chExt cx="1797418" cy="531018"/>
            </a:xfrm>
          </p:grpSpPr>
          <p:pic>
            <p:nvPicPr>
              <p:cNvPr id="16" name="Picture 4" descr="Trilogy Energy Corp. Logo Design | nonfiction studios">
                <a:extLst>
                  <a:ext uri="{FF2B5EF4-FFF2-40B4-BE49-F238E27FC236}">
                    <a16:creationId xmlns:a16="http://schemas.microsoft.com/office/drawing/2014/main" id="{1F9A14D6-4638-E25B-8314-3CB8387A8345}"/>
                  </a:ext>
                </a:extLst>
              </p:cNvPr>
              <p:cNvPicPr>
                <a:picLocks noChangeAspect="1" noChangeArrowheads="1"/>
              </p:cNvPicPr>
              <p:nvPr/>
            </p:nvPicPr>
            <p:blipFill rotWithShape="1">
              <a:blip r:embed="rId10">
                <a:clrChange>
                  <a:clrFrom>
                    <a:srgbClr val="F6F6F6"/>
                  </a:clrFrom>
                  <a:clrTo>
                    <a:srgbClr val="F6F6F6">
                      <a:alpha val="0"/>
                    </a:srgbClr>
                  </a:clrTo>
                </a:clrChange>
                <a:extLst>
                  <a:ext uri="{28A0092B-C50C-407E-A947-70E740481C1C}">
                    <a14:useLocalDpi xmlns:a14="http://schemas.microsoft.com/office/drawing/2010/main" val="0"/>
                  </a:ext>
                </a:extLst>
              </a:blip>
              <a:srcRect l="24032" t="25176" r="21427" b="27991"/>
              <a:stretch>
                <a:fillRect/>
              </a:stretch>
            </p:blipFill>
            <p:spPr bwMode="auto">
              <a:xfrm>
                <a:off x="6531242" y="3376613"/>
                <a:ext cx="802258" cy="53101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47C73232-8D64-64AA-4E22-5521F700F030}"/>
                  </a:ext>
                </a:extLst>
              </p:cNvPr>
              <p:cNvPicPr>
                <a:picLocks noChangeAspect="1"/>
              </p:cNvPicPr>
              <p:nvPr/>
            </p:nvPicPr>
            <p:blipFill>
              <a:blip r:embed="rId11"/>
              <a:stretch>
                <a:fillRect/>
              </a:stretch>
            </p:blipFill>
            <p:spPr>
              <a:xfrm>
                <a:off x="7460571" y="3433309"/>
                <a:ext cx="868089" cy="417626"/>
              </a:xfrm>
              <a:prstGeom prst="rect">
                <a:avLst/>
              </a:prstGeom>
            </p:spPr>
          </p:pic>
        </p:grpSp>
      </p:grpSp>
    </p:spTree>
    <p:extLst>
      <p:ext uri="{BB962C8B-B14F-4D97-AF65-F5344CB8AC3E}">
        <p14:creationId xmlns:p14="http://schemas.microsoft.com/office/powerpoint/2010/main" val="168574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CF342B-0337-48D2-81EE-47611BE82C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4" name="Text Placeholder 3">
            <a:extLst>
              <a:ext uri="{FF2B5EF4-FFF2-40B4-BE49-F238E27FC236}">
                <a16:creationId xmlns:a16="http://schemas.microsoft.com/office/drawing/2014/main" id="{ACCED25A-B0C6-8358-2FF8-460D395597BC}"/>
              </a:ext>
            </a:extLst>
          </p:cNvPr>
          <p:cNvSpPr>
            <a:spLocks noGrp="1"/>
          </p:cNvSpPr>
          <p:nvPr>
            <p:ph type="body" sz="quarter" idx="13"/>
          </p:nvPr>
        </p:nvSpPr>
        <p:spPr/>
        <p:txBody>
          <a:bodyPr/>
          <a:lstStyle/>
          <a:p>
            <a:endParaRPr lang="en-US"/>
          </a:p>
        </p:txBody>
      </p:sp>
      <p:sp>
        <p:nvSpPr>
          <p:cNvPr id="6" name="Rounded Rectangle 19">
            <a:extLst>
              <a:ext uri="{FF2B5EF4-FFF2-40B4-BE49-F238E27FC236}">
                <a16:creationId xmlns:a16="http://schemas.microsoft.com/office/drawing/2014/main" id="{FD45F4D9-2E91-0CF5-9FF4-277C68C70239}"/>
              </a:ext>
            </a:extLst>
          </p:cNvPr>
          <p:cNvSpPr/>
          <p:nvPr/>
        </p:nvSpPr>
        <p:spPr>
          <a:xfrm>
            <a:off x="1691220" y="2672707"/>
            <a:ext cx="5761560" cy="3837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rPr>
              <a:t>[x]</a:t>
            </a:r>
          </a:p>
        </p:txBody>
      </p:sp>
      <p:sp>
        <p:nvSpPr>
          <p:cNvPr id="7" name="Rounded Rectangle 19">
            <a:extLst>
              <a:ext uri="{FF2B5EF4-FFF2-40B4-BE49-F238E27FC236}">
                <a16:creationId xmlns:a16="http://schemas.microsoft.com/office/drawing/2014/main" id="{0B1503B3-C17C-9996-24DA-DED5E12E8A80}"/>
              </a:ext>
            </a:extLst>
          </p:cNvPr>
          <p:cNvSpPr/>
          <p:nvPr/>
        </p:nvSpPr>
        <p:spPr>
          <a:xfrm>
            <a:off x="1691220" y="3661195"/>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[x]</a:t>
            </a:r>
          </a:p>
        </p:txBody>
      </p:sp>
      <p:sp>
        <p:nvSpPr>
          <p:cNvPr id="8" name="Rounded Rectangle 19">
            <a:extLst>
              <a:ext uri="{FF2B5EF4-FFF2-40B4-BE49-F238E27FC236}">
                <a16:creationId xmlns:a16="http://schemas.microsoft.com/office/drawing/2014/main" id="{8D93159A-F65F-D627-A15E-596C972F430E}"/>
              </a:ext>
            </a:extLst>
          </p:cNvPr>
          <p:cNvSpPr/>
          <p:nvPr/>
        </p:nvSpPr>
        <p:spPr>
          <a:xfrm>
            <a:off x="1691220" y="3166951"/>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[x]</a:t>
            </a:r>
          </a:p>
        </p:txBody>
      </p:sp>
      <p:sp>
        <p:nvSpPr>
          <p:cNvPr id="9" name="Rounded Rectangle 19">
            <a:extLst>
              <a:ext uri="{FF2B5EF4-FFF2-40B4-BE49-F238E27FC236}">
                <a16:creationId xmlns:a16="http://schemas.microsoft.com/office/drawing/2014/main" id="{E49D0158-455A-0D9C-16DE-6F07B9B9C016}"/>
              </a:ext>
            </a:extLst>
          </p:cNvPr>
          <p:cNvSpPr/>
          <p:nvPr/>
        </p:nvSpPr>
        <p:spPr>
          <a:xfrm>
            <a:off x="1691220" y="4155440"/>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[x]</a:t>
            </a:r>
          </a:p>
        </p:txBody>
      </p:sp>
    </p:spTree>
    <p:custDataLst>
      <p:tags r:id="rId1"/>
    </p:custDataLst>
    <p:extLst>
      <p:ext uri="{BB962C8B-B14F-4D97-AF65-F5344CB8AC3E}">
        <p14:creationId xmlns:p14="http://schemas.microsoft.com/office/powerpoint/2010/main" val="678158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dirty="0"/>
              <a:t>Introduction to [Client Name]</a:t>
            </a:r>
          </a:p>
        </p:txBody>
      </p:sp>
      <p:sp>
        <p:nvSpPr>
          <p:cNvPr id="11" name="Slide Number Placeholder 3">
            <a:extLst>
              <a:ext uri="{FF2B5EF4-FFF2-40B4-BE49-F238E27FC236}">
                <a16:creationId xmlns:a16="http://schemas.microsoft.com/office/drawing/2014/main" id="{0F3B92E3-EC76-4193-B557-E9779AA327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2" name="Text Placeholder 1"/>
          <p:cNvSpPr>
            <a:spLocks noGrp="1"/>
          </p:cNvSpPr>
          <p:nvPr>
            <p:ph type="body" sz="quarter" idx="13"/>
          </p:nvPr>
        </p:nvSpPr>
        <p:spPr>
          <a:xfrm>
            <a:off x="1570011" y="6426533"/>
            <a:ext cx="8012528" cy="409085"/>
          </a:xfrm>
        </p:spPr>
        <p:txBody>
          <a:bodyPr numCol="2"/>
          <a:lstStyle/>
          <a:p>
            <a:r>
              <a:rPr lang="en-US" dirty="0"/>
              <a:t>Source: Company filings, S&amp;P Capital IQ</a:t>
            </a:r>
          </a:p>
          <a:p>
            <a:r>
              <a:rPr lang="en-US" dirty="0"/>
              <a:t>Note: All figures in C$MM, except per share figures and where indicated otherwise</a:t>
            </a:r>
          </a:p>
        </p:txBody>
      </p:sp>
      <p:sp>
        <p:nvSpPr>
          <p:cNvPr id="8" name="Rectangle 7">
            <a:extLst>
              <a:ext uri="{FF2B5EF4-FFF2-40B4-BE49-F238E27FC236}">
                <a16:creationId xmlns:a16="http://schemas.microsoft.com/office/drawing/2014/main" id="{D1431F0D-3455-49D4-9E68-C205A528EE2B}"/>
              </a:ext>
            </a:extLst>
          </p:cNvPr>
          <p:cNvSpPr/>
          <p:nvPr/>
        </p:nvSpPr>
        <p:spPr>
          <a:xfrm>
            <a:off x="4680000" y="103456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ea typeface="+mn-ea"/>
                <a:cs typeface="+mn-cs"/>
              </a:rPr>
              <a:t>Capitalization Summary</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a typeface="+mn-ea"/>
              <a:cs typeface="+mn-cs"/>
            </a:endParaRPr>
          </a:p>
        </p:txBody>
      </p:sp>
      <p:sp>
        <p:nvSpPr>
          <p:cNvPr id="10" name="TextBox 9">
            <a:extLst>
              <a:ext uri="{FF2B5EF4-FFF2-40B4-BE49-F238E27FC236}">
                <a16:creationId xmlns:a16="http://schemas.microsoft.com/office/drawing/2014/main" id="{CA7C8506-5C16-46A9-8B7D-9249112829E8}"/>
              </a:ext>
            </a:extLst>
          </p:cNvPr>
          <p:cNvSpPr txBox="1">
            <a:spLocks/>
          </p:cNvSpPr>
          <p:nvPr/>
        </p:nvSpPr>
        <p:spPr>
          <a:xfrm>
            <a:off x="342899" y="1345241"/>
            <a:ext cx="4121102" cy="525785"/>
          </a:xfrm>
          <a:prstGeom prst="rect">
            <a:avLst/>
          </a:prstGeom>
          <a:noFill/>
        </p:spPr>
        <p:txBody>
          <a:bodyPr wrap="square" lIns="0" rIns="0" rtlCol="0">
            <a:spAutoFit/>
          </a:bodyPr>
          <a:lstStyle/>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p>
        </p:txBody>
      </p:sp>
      <p:sp>
        <p:nvSpPr>
          <p:cNvPr id="15" name="Rectangle 14">
            <a:extLst>
              <a:ext uri="{FF2B5EF4-FFF2-40B4-BE49-F238E27FC236}">
                <a16:creationId xmlns:a16="http://schemas.microsoft.com/office/drawing/2014/main" id="{9A45D7A2-D433-4946-ADA1-546C1387DB0D}"/>
              </a:ext>
            </a:extLst>
          </p:cNvPr>
          <p:cNvSpPr/>
          <p:nvPr/>
        </p:nvSpPr>
        <p:spPr>
          <a:xfrm>
            <a:off x="333369" y="1034568"/>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a:ea typeface="+mn-ea"/>
                <a:cs typeface="+mn-cs"/>
              </a:rPr>
              <a:t>Company Overview</a:t>
            </a:r>
            <a:endParaRPr kumimoji="0" lang="en-CA" sz="1400" b="1" i="0" u="none" strike="noStrike" kern="0" cap="none" spc="0" normalizeH="0" baseline="0" noProof="0" dirty="0">
              <a:ln>
                <a:noFill/>
              </a:ln>
              <a:solidFill>
                <a:prstClr val="white"/>
              </a:solidFill>
              <a:effectLst/>
              <a:uLnTx/>
              <a:uFillTx/>
              <a:latin typeface="Palatino Linotype"/>
              <a:ea typeface="+mn-ea"/>
              <a:cs typeface="+mn-cs"/>
            </a:endParaRPr>
          </a:p>
        </p:txBody>
      </p:sp>
      <p:sp>
        <p:nvSpPr>
          <p:cNvPr id="16" name="Rectangle 15">
            <a:extLst>
              <a:ext uri="{FF2B5EF4-FFF2-40B4-BE49-F238E27FC236}">
                <a16:creationId xmlns:a16="http://schemas.microsoft.com/office/drawing/2014/main" id="{94657DC8-6BF9-3A95-3AD3-77AF93FAFED0}"/>
              </a:ext>
            </a:extLst>
          </p:cNvPr>
          <p:cNvSpPr/>
          <p:nvPr/>
        </p:nvSpPr>
        <p:spPr>
          <a:xfrm>
            <a:off x="333369" y="4341067"/>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Palatino Linotype"/>
                <a:ea typeface="+mn-ea"/>
                <a:cs typeface="+mn-cs"/>
              </a:rPr>
              <a:t>LTM Revenue Breakdown</a:t>
            </a:r>
            <a:endParaRPr kumimoji="0" lang="en-CA" sz="1400" b="1" i="0" u="none" strike="noStrike" kern="0" cap="none" spc="0" normalizeH="0" baseline="0" noProof="0">
              <a:ln>
                <a:noFill/>
              </a:ln>
              <a:solidFill>
                <a:prstClr val="white"/>
              </a:solidFill>
              <a:effectLst/>
              <a:uLnTx/>
              <a:uFillTx/>
              <a:latin typeface="Palatino Linotype"/>
              <a:ea typeface="+mn-ea"/>
              <a:cs typeface="+mn-cs"/>
            </a:endParaRPr>
          </a:p>
        </p:txBody>
      </p:sp>
      <p:sp>
        <p:nvSpPr>
          <p:cNvPr id="4" name="Rectangle 3">
            <a:extLst>
              <a:ext uri="{FF2B5EF4-FFF2-40B4-BE49-F238E27FC236}">
                <a16:creationId xmlns:a16="http://schemas.microsoft.com/office/drawing/2014/main" id="{79860CEB-72F6-D442-CCC2-0A1F85472BDB}"/>
              </a:ext>
            </a:extLst>
          </p:cNvPr>
          <p:cNvSpPr/>
          <p:nvPr/>
        </p:nvSpPr>
        <p:spPr>
          <a:xfrm>
            <a:off x="4680000" y="1385387"/>
            <a:ext cx="4137218" cy="4923973"/>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[Cap Table Placeholder]</a:t>
            </a:r>
          </a:p>
        </p:txBody>
      </p:sp>
      <p:sp>
        <p:nvSpPr>
          <p:cNvPr id="5" name="Rectangle 4">
            <a:extLst>
              <a:ext uri="{FF2B5EF4-FFF2-40B4-BE49-F238E27FC236}">
                <a16:creationId xmlns:a16="http://schemas.microsoft.com/office/drawing/2014/main" id="{59388312-3067-9D68-3D5A-5FFCBD4691E8}"/>
              </a:ext>
            </a:extLst>
          </p:cNvPr>
          <p:cNvSpPr/>
          <p:nvPr/>
        </p:nvSpPr>
        <p:spPr>
          <a:xfrm>
            <a:off x="342900" y="4691063"/>
            <a:ext cx="4121102" cy="16182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[Pie Chart Placeholder]</a:t>
            </a:r>
          </a:p>
        </p:txBody>
      </p:sp>
    </p:spTree>
    <p:custDataLst>
      <p:tags r:id="rId1"/>
    </p:custDataLst>
    <p:extLst>
      <p:ext uri="{BB962C8B-B14F-4D97-AF65-F5344CB8AC3E}">
        <p14:creationId xmlns:p14="http://schemas.microsoft.com/office/powerpoint/2010/main" val="295709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BE5B-7A51-40E0-AB95-E6F9CAD4F76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E8BECDF-68B2-1AA4-637A-65701752E1F2}"/>
              </a:ext>
            </a:extLst>
          </p:cNvPr>
          <p:cNvGraphicFramePr>
            <a:graphicFrameLocks noGrp="1"/>
          </p:cNvGraphicFramePr>
          <p:nvPr>
            <p:extLst>
              <p:ext uri="{D42A27DB-BD31-4B8C-83A1-F6EECF244321}">
                <p14:modId xmlns:p14="http://schemas.microsoft.com/office/powerpoint/2010/main" val="4102265103"/>
              </p:ext>
            </p:extLst>
          </p:nvPr>
        </p:nvGraphicFramePr>
        <p:xfrm>
          <a:off x="322185" y="4145476"/>
          <a:ext cx="4140000" cy="1508760"/>
        </p:xfrm>
        <a:graphic>
          <a:graphicData uri="http://schemas.openxmlformats.org/drawingml/2006/table">
            <a:tbl>
              <a:tblPr firstRow="1" bandRow="1">
                <a:tableStyleId>{5C22544A-7EE6-4342-B048-85BDC9FD1C3A}</a:tableStyleId>
              </a:tblPr>
              <a:tblGrid>
                <a:gridCol w="1414059">
                  <a:extLst>
                    <a:ext uri="{9D8B030D-6E8A-4147-A177-3AD203B41FA5}">
                      <a16:colId xmlns:a16="http://schemas.microsoft.com/office/drawing/2014/main" val="3223766902"/>
                    </a:ext>
                  </a:extLst>
                </a:gridCol>
                <a:gridCol w="908647">
                  <a:extLst>
                    <a:ext uri="{9D8B030D-6E8A-4147-A177-3AD203B41FA5}">
                      <a16:colId xmlns:a16="http://schemas.microsoft.com/office/drawing/2014/main" val="268978678"/>
                    </a:ext>
                  </a:extLst>
                </a:gridCol>
                <a:gridCol w="908647">
                  <a:extLst>
                    <a:ext uri="{9D8B030D-6E8A-4147-A177-3AD203B41FA5}">
                      <a16:colId xmlns:a16="http://schemas.microsoft.com/office/drawing/2014/main" val="2347857369"/>
                    </a:ext>
                  </a:extLst>
                </a:gridCol>
                <a:gridCol w="908647">
                  <a:extLst>
                    <a:ext uri="{9D8B030D-6E8A-4147-A177-3AD203B41FA5}">
                      <a16:colId xmlns:a16="http://schemas.microsoft.com/office/drawing/2014/main" val="3248819179"/>
                    </a:ext>
                  </a:extLst>
                </a:gridCol>
              </a:tblGrid>
              <a:tr h="337819">
                <a:tc>
                  <a:txBody>
                    <a:bodyPr/>
                    <a:lstStyle/>
                    <a:p>
                      <a:r>
                        <a:rPr sz="900" dirty="0">
                          <a:latin typeface="Palatino Linotype"/>
                        </a:rPr>
                        <a:t>Figures in </a:t>
                      </a:r>
                      <a:r>
                        <a:rPr lang="en-US" sz="900" dirty="0">
                          <a:latin typeface="Palatino Linotype"/>
                        </a:rPr>
                        <a:t>[x]</a:t>
                      </a:r>
                      <a:r>
                        <a:rPr sz="900" dirty="0">
                          <a:latin typeface="Palatino Linotype"/>
                        </a:rPr>
                        <a:t>$MM</a:t>
                      </a:r>
                      <a:endParaRPr lang="en-US" sz="900" i="1" dirty="0">
                        <a:latin typeface="Palatino Linotype" panose="02040502050505030304" pitchFamily="18" charset="0"/>
                      </a:endParaRP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sz="900">
                          <a:latin typeface="Palatino Linotype"/>
                        </a:rPr>
                        <a:t>Reported</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sz="900">
                          <a:latin typeface="Palatino Linotype"/>
                        </a:rPr>
                        <a:t>Bloomberg Estimate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sz="900">
                          <a:latin typeface="Palatino Linotype"/>
                        </a:rPr>
                        <a:t>Variance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837117398"/>
                  </a:ext>
                </a:extLst>
              </a:tr>
              <a:tr h="211137">
                <a:tc>
                  <a:txBody>
                    <a:bodyPr/>
                    <a:lstStyle/>
                    <a:p>
                      <a:r>
                        <a:rPr lang="en-US" sz="900" dirty="0">
                          <a:latin typeface="Palatino Linotype"/>
                        </a:rPr>
                        <a:t>[Metric #1]</a:t>
                      </a:r>
                      <a:endParaRPr sz="900" dirty="0">
                        <a:latin typeface="Palatino Linotype"/>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26597359"/>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latin typeface="Palatino Linotype"/>
                        </a:rPr>
                        <a:t>[Metric #2]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7869372"/>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latin typeface="Palatino Linotype"/>
                        </a:rPr>
                        <a:t>[Metric #3]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37254403"/>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latin typeface="Palatino Linotype"/>
                        </a:rPr>
                        <a:t>[Metric #4]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7743932"/>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latin typeface="Palatino Linotype"/>
                        </a:rPr>
                        <a:t>[Metric #5]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63010781"/>
                  </a:ext>
                </a:extLst>
              </a:tr>
            </a:tbl>
          </a:graphicData>
        </a:graphic>
      </p:graphicFrame>
      <p:sp>
        <p:nvSpPr>
          <p:cNvPr id="11" name="Rectangle 10">
            <a:extLst>
              <a:ext uri="{FF2B5EF4-FFF2-40B4-BE49-F238E27FC236}">
                <a16:creationId xmlns:a16="http://schemas.microsoft.com/office/drawing/2014/main" id="{511F9D52-F123-4B43-3B96-E9CA40879171}"/>
              </a:ext>
            </a:extLst>
          </p:cNvPr>
          <p:cNvSpPr/>
          <p:nvPr/>
        </p:nvSpPr>
        <p:spPr>
          <a:xfrm>
            <a:off x="323997"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Broker Estimates vs Actuals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AB7B68A8-0D03-D133-481F-577AA926F888}"/>
              </a:ext>
            </a:extLst>
          </p:cNvPr>
          <p:cNvSpPr>
            <a:spLocks noGrp="1"/>
          </p:cNvSpPr>
          <p:nvPr>
            <p:ph type="sldNum" sz="quarter" idx="12"/>
          </p:nvPr>
        </p:nvSpPr>
        <p:spPr/>
        <p:txBody>
          <a:bodyPr/>
          <a:lstStyle/>
          <a:p>
            <a:fld id="{B0BBF262-6B1A-47DC-B7A7-A92B0DCA2A1B}" type="slidenum">
              <a:rPr lang="en-CA" smtClean="0"/>
              <a:pPr/>
              <a:t>7</a:t>
            </a:fld>
            <a:endParaRPr lang="en-CA" dirty="0"/>
          </a:p>
        </p:txBody>
      </p:sp>
      <p:sp>
        <p:nvSpPr>
          <p:cNvPr id="2" name="Text Placeholder 1">
            <a:extLst>
              <a:ext uri="{FF2B5EF4-FFF2-40B4-BE49-F238E27FC236}">
                <a16:creationId xmlns:a16="http://schemas.microsoft.com/office/drawing/2014/main" id="{005C7CFC-DF4F-2409-4550-D9ABBA35C4B0}"/>
              </a:ext>
            </a:extLst>
          </p:cNvPr>
          <p:cNvSpPr>
            <a:spLocks noGrp="1"/>
          </p:cNvSpPr>
          <p:nvPr>
            <p:ph type="body" sz="quarter" idx="13"/>
          </p:nvPr>
        </p:nvSpPr>
        <p:spPr>
          <a:noFill/>
        </p:spPr>
        <p:txBody>
          <a:bodyPr numCol="1"/>
          <a:lstStyle/>
          <a:p>
            <a:r>
              <a:rPr lang="en-US" dirty="0"/>
              <a:t>Source: Company filings, S&amp;P CapIQ, equity research </a:t>
            </a:r>
          </a:p>
          <a:p>
            <a:r>
              <a:rPr lang="en-US" dirty="0"/>
              <a:t>Note: All figures in US$MM, except where indicated otherwise</a:t>
            </a:r>
          </a:p>
        </p:txBody>
      </p:sp>
      <p:sp>
        <p:nvSpPr>
          <p:cNvPr id="6" name="Rectangle 5">
            <a:extLst>
              <a:ext uri="{FF2B5EF4-FFF2-40B4-BE49-F238E27FC236}">
                <a16:creationId xmlns:a16="http://schemas.microsoft.com/office/drawing/2014/main" id="{0F11B6BD-D605-5F42-494B-42D514DD3378}"/>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Business Updates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7FF5F561-DBF4-ACF4-D59E-6B19C548CDEB}"/>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algn="ctr"/>
            <a:r>
              <a:rPr lang="en-US" sz="1400" b="1" kern="0" dirty="0">
                <a:solidFill>
                  <a:prstClr val="white"/>
                </a:solidFill>
                <a:latin typeface="Palatino Linotype" panose="02040502050505030304" pitchFamily="18" charset="0"/>
              </a:rPr>
              <a:t>Financial Highlights</a:t>
            </a:r>
            <a:endParaRPr lang="en-CA" sz="1400" b="1" kern="0" dirty="0">
              <a:solidFill>
                <a:prstClr val="white"/>
              </a:solidFill>
              <a:latin typeface="Palatino Linotype" panose="02040502050505030304" pitchFamily="18" charset="0"/>
            </a:endParaRPr>
          </a:p>
        </p:txBody>
      </p:sp>
      <p:sp>
        <p:nvSpPr>
          <p:cNvPr id="51" name="Title 1">
            <a:extLst>
              <a:ext uri="{FF2B5EF4-FFF2-40B4-BE49-F238E27FC236}">
                <a16:creationId xmlns:a16="http://schemas.microsoft.com/office/drawing/2014/main" id="{7DA048D1-81D5-3239-5BDD-00646345C204}"/>
              </a:ext>
            </a:extLst>
          </p:cNvPr>
          <p:cNvSpPr>
            <a:spLocks noGrp="1"/>
          </p:cNvSpPr>
          <p:nvPr>
            <p:ph type="title"/>
          </p:nvPr>
        </p:nvSpPr>
        <p:spPr>
          <a:xfrm>
            <a:off x="239833" y="116475"/>
            <a:ext cx="8577386" cy="878890"/>
          </a:xfrm>
        </p:spPr>
        <p:txBody>
          <a:bodyPr/>
          <a:lstStyle/>
          <a:p>
            <a:r>
              <a:rPr lang="en-CA" dirty="0"/>
              <a:t>[Company] [Quarter] Earnings Summary</a:t>
            </a:r>
            <a:endParaRPr lang="en-CA" i="1" dirty="0">
              <a:solidFill>
                <a:schemeClr val="accent2"/>
              </a:solidFill>
            </a:endParaRPr>
          </a:p>
        </p:txBody>
      </p:sp>
      <p:sp>
        <p:nvSpPr>
          <p:cNvPr id="12" name="Rectangle 11">
            <a:extLst>
              <a:ext uri="{FF2B5EF4-FFF2-40B4-BE49-F238E27FC236}">
                <a16:creationId xmlns:a16="http://schemas.microsoft.com/office/drawing/2014/main" id="{857A0024-75A5-1387-0831-C59C6FD5AB66}"/>
              </a:ext>
            </a:extLst>
          </p:cNvPr>
          <p:cNvSpPr/>
          <p:nvPr/>
        </p:nvSpPr>
        <p:spPr>
          <a:xfrm>
            <a:off x="4681219"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Management Guidance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grpSp>
        <p:nvGrpSpPr>
          <p:cNvPr id="13" name="Group 12">
            <a:extLst>
              <a:ext uri="{FF2B5EF4-FFF2-40B4-BE49-F238E27FC236}">
                <a16:creationId xmlns:a16="http://schemas.microsoft.com/office/drawing/2014/main" id="{F0BE627A-75F2-F503-482F-79964625789A}"/>
              </a:ext>
            </a:extLst>
          </p:cNvPr>
          <p:cNvGrpSpPr/>
          <p:nvPr/>
        </p:nvGrpSpPr>
        <p:grpSpPr>
          <a:xfrm>
            <a:off x="4688657" y="1663255"/>
            <a:ext cx="4140000" cy="496021"/>
            <a:chOff x="4688657" y="1344864"/>
            <a:chExt cx="4140000" cy="545623"/>
          </a:xfrm>
        </p:grpSpPr>
        <p:sp>
          <p:nvSpPr>
            <p:cNvPr id="1033" name="Rectangle 1032">
              <a:extLst>
                <a:ext uri="{FF2B5EF4-FFF2-40B4-BE49-F238E27FC236}">
                  <a16:creationId xmlns:a16="http://schemas.microsoft.com/office/drawing/2014/main" id="{3271E267-EBEE-C600-0E90-E55CA1A0BA3E}"/>
                </a:ext>
              </a:extLst>
            </p:cNvPr>
            <p:cNvSpPr/>
            <p:nvPr/>
          </p:nvSpPr>
          <p:spPr>
            <a:xfrm>
              <a:off x="4688657"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35" name="Rectangle 1034">
              <a:extLst>
                <a:ext uri="{FF2B5EF4-FFF2-40B4-BE49-F238E27FC236}">
                  <a16:creationId xmlns:a16="http://schemas.microsoft.com/office/drawing/2014/main" id="{F8C35546-9C64-2C8B-1182-DE2B2F37CEAF}"/>
                </a:ext>
              </a:extLst>
            </p:cNvPr>
            <p:cNvSpPr/>
            <p:nvPr/>
          </p:nvSpPr>
          <p:spPr>
            <a:xfrm>
              <a:off x="7513750"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40" name="Isosceles Triangle 1039">
              <a:extLst>
                <a:ext uri="{FF2B5EF4-FFF2-40B4-BE49-F238E27FC236}">
                  <a16:creationId xmlns:a16="http://schemas.microsoft.com/office/drawing/2014/main" id="{0891B236-9BC7-9943-8F0C-7F15A78EC842}"/>
                </a:ext>
              </a:extLst>
            </p:cNvPr>
            <p:cNvSpPr/>
            <p:nvPr/>
          </p:nvSpPr>
          <p:spPr>
            <a:xfrm rot="5400000">
              <a:off x="5922593"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1" name="Isosceles Triangle 1040">
              <a:extLst>
                <a:ext uri="{FF2B5EF4-FFF2-40B4-BE49-F238E27FC236}">
                  <a16:creationId xmlns:a16="http://schemas.microsoft.com/office/drawing/2014/main" id="{CFBB4655-2A6A-A87C-BBCD-57A34C1BBD70}"/>
                </a:ext>
              </a:extLst>
            </p:cNvPr>
            <p:cNvSpPr/>
            <p:nvPr/>
          </p:nvSpPr>
          <p:spPr>
            <a:xfrm rot="5400000">
              <a:off x="7049097"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2" name="Rectangle 1041">
              <a:extLst>
                <a:ext uri="{FF2B5EF4-FFF2-40B4-BE49-F238E27FC236}">
                  <a16:creationId xmlns:a16="http://schemas.microsoft.com/office/drawing/2014/main" id="{DF747CFB-62CB-3697-072D-86F8DBFA26C1}"/>
                </a:ext>
              </a:extLst>
            </p:cNvPr>
            <p:cNvSpPr/>
            <p:nvPr/>
          </p:nvSpPr>
          <p:spPr>
            <a:xfrm>
              <a:off x="6244645" y="1354302"/>
              <a:ext cx="1028023"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[x]%</a:t>
              </a:r>
            </a:p>
          </p:txBody>
        </p:sp>
      </p:grpSp>
      <p:grpSp>
        <p:nvGrpSpPr>
          <p:cNvPr id="10" name="Group 9">
            <a:extLst>
              <a:ext uri="{FF2B5EF4-FFF2-40B4-BE49-F238E27FC236}">
                <a16:creationId xmlns:a16="http://schemas.microsoft.com/office/drawing/2014/main" id="{642A324F-D8E1-4366-136A-81F4CBAC0DE0}"/>
              </a:ext>
            </a:extLst>
          </p:cNvPr>
          <p:cNvGrpSpPr/>
          <p:nvPr/>
        </p:nvGrpSpPr>
        <p:grpSpPr>
          <a:xfrm>
            <a:off x="4688657" y="2202484"/>
            <a:ext cx="4140000" cy="497385"/>
            <a:chOff x="4688657" y="1972538"/>
            <a:chExt cx="4140000" cy="547124"/>
          </a:xfrm>
        </p:grpSpPr>
        <p:sp>
          <p:nvSpPr>
            <p:cNvPr id="1038" name="Rectangle 1037">
              <a:extLst>
                <a:ext uri="{FF2B5EF4-FFF2-40B4-BE49-F238E27FC236}">
                  <a16:creationId xmlns:a16="http://schemas.microsoft.com/office/drawing/2014/main" id="{058CDC41-2C7C-DFA1-C891-3F4FF3BEC767}"/>
                </a:ext>
              </a:extLst>
            </p:cNvPr>
            <p:cNvSpPr/>
            <p:nvPr/>
          </p:nvSpPr>
          <p:spPr>
            <a:xfrm>
              <a:off x="7513750"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43" name="Rectangle 1042">
              <a:extLst>
                <a:ext uri="{FF2B5EF4-FFF2-40B4-BE49-F238E27FC236}">
                  <a16:creationId xmlns:a16="http://schemas.microsoft.com/office/drawing/2014/main" id="{608014EB-520D-C9B0-D63B-B8C01AA39342}"/>
                </a:ext>
              </a:extLst>
            </p:cNvPr>
            <p:cNvSpPr/>
            <p:nvPr/>
          </p:nvSpPr>
          <p:spPr>
            <a:xfrm>
              <a:off x="6228224" y="1972538"/>
              <a:ext cx="997715"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[x]%</a:t>
              </a:r>
            </a:p>
          </p:txBody>
        </p:sp>
        <p:sp>
          <p:nvSpPr>
            <p:cNvPr id="1044" name="Rectangle 1043">
              <a:extLst>
                <a:ext uri="{FF2B5EF4-FFF2-40B4-BE49-F238E27FC236}">
                  <a16:creationId xmlns:a16="http://schemas.microsoft.com/office/drawing/2014/main" id="{983FB226-B6F4-5AB4-8552-0AF68244051F}"/>
                </a:ext>
              </a:extLst>
            </p:cNvPr>
            <p:cNvSpPr/>
            <p:nvPr/>
          </p:nvSpPr>
          <p:spPr>
            <a:xfrm>
              <a:off x="4688657"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46" name="Isosceles Triangle 1045">
              <a:extLst>
                <a:ext uri="{FF2B5EF4-FFF2-40B4-BE49-F238E27FC236}">
                  <a16:creationId xmlns:a16="http://schemas.microsoft.com/office/drawing/2014/main" id="{FA43A4E2-B93A-B073-0600-AB5EAAD1B678}"/>
                </a:ext>
              </a:extLst>
            </p:cNvPr>
            <p:cNvSpPr/>
            <p:nvPr/>
          </p:nvSpPr>
          <p:spPr>
            <a:xfrm rot="5400000">
              <a:off x="5922593"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7" name="Isosceles Triangle 1046">
              <a:extLst>
                <a:ext uri="{FF2B5EF4-FFF2-40B4-BE49-F238E27FC236}">
                  <a16:creationId xmlns:a16="http://schemas.microsoft.com/office/drawing/2014/main" id="{1586F809-212A-B922-2D6A-C62738CD2969}"/>
                </a:ext>
              </a:extLst>
            </p:cNvPr>
            <p:cNvSpPr/>
            <p:nvPr/>
          </p:nvSpPr>
          <p:spPr>
            <a:xfrm rot="5400000">
              <a:off x="7049097"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cxnSp>
        <p:nvCxnSpPr>
          <p:cNvPr id="1060" name="Straight Connector 1059">
            <a:extLst>
              <a:ext uri="{FF2B5EF4-FFF2-40B4-BE49-F238E27FC236}">
                <a16:creationId xmlns:a16="http://schemas.microsoft.com/office/drawing/2014/main" id="{BBDD365C-5E2B-5388-01DB-D988BA03F6CD}"/>
              </a:ext>
            </a:extLst>
          </p:cNvPr>
          <p:cNvCxnSpPr>
            <a:cxnSpLocks/>
          </p:cNvCxnSpPr>
          <p:nvPr/>
        </p:nvCxnSpPr>
        <p:spPr>
          <a:xfrm>
            <a:off x="4688656" y="3270024"/>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DB4CEC1-2820-6CAD-8F00-3D13EE2B7B8D}"/>
              </a:ext>
            </a:extLst>
          </p:cNvPr>
          <p:cNvGrpSpPr/>
          <p:nvPr/>
        </p:nvGrpSpPr>
        <p:grpSpPr>
          <a:xfrm>
            <a:off x="4688657" y="2743077"/>
            <a:ext cx="4147415" cy="505343"/>
            <a:chOff x="4688657" y="2604399"/>
            <a:chExt cx="4147415" cy="555877"/>
          </a:xfrm>
        </p:grpSpPr>
        <p:sp>
          <p:nvSpPr>
            <p:cNvPr id="1036" name="Rectangle 1035">
              <a:extLst>
                <a:ext uri="{FF2B5EF4-FFF2-40B4-BE49-F238E27FC236}">
                  <a16:creationId xmlns:a16="http://schemas.microsoft.com/office/drawing/2014/main" id="{092CE947-C040-0DBD-63A2-4F8FEFAE157C}"/>
                </a:ext>
              </a:extLst>
            </p:cNvPr>
            <p:cNvSpPr/>
            <p:nvPr/>
          </p:nvSpPr>
          <p:spPr>
            <a:xfrm>
              <a:off x="4688657"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37" name="Rectangle 1036">
              <a:extLst>
                <a:ext uri="{FF2B5EF4-FFF2-40B4-BE49-F238E27FC236}">
                  <a16:creationId xmlns:a16="http://schemas.microsoft.com/office/drawing/2014/main" id="{DED029C2-D4EE-B37A-5FA7-E601EAE36B00}"/>
                </a:ext>
              </a:extLst>
            </p:cNvPr>
            <p:cNvSpPr/>
            <p:nvPr/>
          </p:nvSpPr>
          <p:spPr>
            <a:xfrm>
              <a:off x="7521165"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62" name="Rectangle 1061">
              <a:extLst>
                <a:ext uri="{FF2B5EF4-FFF2-40B4-BE49-F238E27FC236}">
                  <a16:creationId xmlns:a16="http://schemas.microsoft.com/office/drawing/2014/main" id="{C4756C2A-CCA3-3FE4-64A7-7FD92895440D}"/>
                </a:ext>
              </a:extLst>
            </p:cNvPr>
            <p:cNvSpPr/>
            <p:nvPr/>
          </p:nvSpPr>
          <p:spPr>
            <a:xfrm>
              <a:off x="6291373" y="2613152"/>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[x]%</a:t>
              </a:r>
            </a:p>
          </p:txBody>
        </p:sp>
        <p:sp>
          <p:nvSpPr>
            <p:cNvPr id="1063" name="Isosceles Triangle 1062">
              <a:extLst>
                <a:ext uri="{FF2B5EF4-FFF2-40B4-BE49-F238E27FC236}">
                  <a16:creationId xmlns:a16="http://schemas.microsoft.com/office/drawing/2014/main" id="{8CA68590-10AB-A606-8702-7D9B3E05ACA0}"/>
                </a:ext>
              </a:extLst>
            </p:cNvPr>
            <p:cNvSpPr/>
            <p:nvPr/>
          </p:nvSpPr>
          <p:spPr>
            <a:xfrm rot="5400000">
              <a:off x="5922593"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4" name="Isosceles Triangle 1063">
              <a:extLst>
                <a:ext uri="{FF2B5EF4-FFF2-40B4-BE49-F238E27FC236}">
                  <a16:creationId xmlns:a16="http://schemas.microsoft.com/office/drawing/2014/main" id="{15640D8C-A57A-68ED-C338-AB4233682F7E}"/>
                </a:ext>
              </a:extLst>
            </p:cNvPr>
            <p:cNvSpPr/>
            <p:nvPr/>
          </p:nvSpPr>
          <p:spPr>
            <a:xfrm rot="5400000">
              <a:off x="7049097"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 name="Group 2">
            <a:extLst>
              <a:ext uri="{FF2B5EF4-FFF2-40B4-BE49-F238E27FC236}">
                <a16:creationId xmlns:a16="http://schemas.microsoft.com/office/drawing/2014/main" id="{C39B0122-0CE7-DD6D-2F3C-6B109EEF5CD4}"/>
              </a:ext>
            </a:extLst>
          </p:cNvPr>
          <p:cNvGrpSpPr/>
          <p:nvPr/>
        </p:nvGrpSpPr>
        <p:grpSpPr>
          <a:xfrm>
            <a:off x="4688657" y="3291629"/>
            <a:ext cx="4147415" cy="497385"/>
            <a:chOff x="4688657" y="3215959"/>
            <a:chExt cx="4147415" cy="547124"/>
          </a:xfrm>
        </p:grpSpPr>
        <p:sp>
          <p:nvSpPr>
            <p:cNvPr id="1058" name="Rectangle 1057">
              <a:extLst>
                <a:ext uri="{FF2B5EF4-FFF2-40B4-BE49-F238E27FC236}">
                  <a16:creationId xmlns:a16="http://schemas.microsoft.com/office/drawing/2014/main" id="{0184E092-F4B8-0DE1-7AF0-15E041377EB9}"/>
                </a:ext>
              </a:extLst>
            </p:cNvPr>
            <p:cNvSpPr/>
            <p:nvPr/>
          </p:nvSpPr>
          <p:spPr>
            <a:xfrm>
              <a:off x="4688657"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59" name="Rectangle 1058">
              <a:extLst>
                <a:ext uri="{FF2B5EF4-FFF2-40B4-BE49-F238E27FC236}">
                  <a16:creationId xmlns:a16="http://schemas.microsoft.com/office/drawing/2014/main" id="{C614A5DF-7BF8-15F2-2D8B-D797F4019930}"/>
                </a:ext>
              </a:extLst>
            </p:cNvPr>
            <p:cNvSpPr/>
            <p:nvPr/>
          </p:nvSpPr>
          <p:spPr>
            <a:xfrm>
              <a:off x="7521165"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[x]</a:t>
              </a:r>
            </a:p>
            <a:p>
              <a:pPr algn="ctr"/>
              <a:r>
                <a:rPr lang="en-US" sz="1000" dirty="0">
                  <a:solidFill>
                    <a:schemeClr val="accent1"/>
                  </a:solidFill>
                  <a:latin typeface="Palatino Linotype" panose="02040502050505030304" pitchFamily="18" charset="0"/>
                </a:rPr>
                <a:t>[x]</a:t>
              </a:r>
            </a:p>
          </p:txBody>
        </p:sp>
        <p:sp>
          <p:nvSpPr>
            <p:cNvPr id="1065" name="Rectangle 1064">
              <a:extLst>
                <a:ext uri="{FF2B5EF4-FFF2-40B4-BE49-F238E27FC236}">
                  <a16:creationId xmlns:a16="http://schemas.microsoft.com/office/drawing/2014/main" id="{017AD4F8-FE8A-7617-5AE2-09F17ADE445C}"/>
                </a:ext>
              </a:extLst>
            </p:cNvPr>
            <p:cNvSpPr/>
            <p:nvPr/>
          </p:nvSpPr>
          <p:spPr>
            <a:xfrm>
              <a:off x="6291373" y="3215959"/>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C00000"/>
                  </a:solidFill>
                  <a:latin typeface="Palatino Linotype" panose="02040502050505030304" pitchFamily="18" charset="0"/>
                </a:rPr>
                <a:t>[x]%</a:t>
              </a:r>
            </a:p>
          </p:txBody>
        </p:sp>
        <p:sp>
          <p:nvSpPr>
            <p:cNvPr id="1066" name="Isosceles Triangle 1065">
              <a:extLst>
                <a:ext uri="{FF2B5EF4-FFF2-40B4-BE49-F238E27FC236}">
                  <a16:creationId xmlns:a16="http://schemas.microsoft.com/office/drawing/2014/main" id="{15EF89E2-5BE1-CF80-BC94-91DC757835B2}"/>
                </a:ext>
              </a:extLst>
            </p:cNvPr>
            <p:cNvSpPr/>
            <p:nvPr/>
          </p:nvSpPr>
          <p:spPr>
            <a:xfrm rot="5400000">
              <a:off x="5922593"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7" name="Isosceles Triangle 1066">
              <a:extLst>
                <a:ext uri="{FF2B5EF4-FFF2-40B4-BE49-F238E27FC236}">
                  <a16:creationId xmlns:a16="http://schemas.microsoft.com/office/drawing/2014/main" id="{FBACFD52-D724-EC87-9191-2CFA1E3A2007}"/>
                </a:ext>
              </a:extLst>
            </p:cNvPr>
            <p:cNvSpPr/>
            <p:nvPr/>
          </p:nvSpPr>
          <p:spPr>
            <a:xfrm rot="5400000">
              <a:off x="7049097"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1071" name="Group 1070">
            <a:extLst>
              <a:ext uri="{FF2B5EF4-FFF2-40B4-BE49-F238E27FC236}">
                <a16:creationId xmlns:a16="http://schemas.microsoft.com/office/drawing/2014/main" id="{E61D6DEC-94C1-696C-BF93-77F67A8BEEE4}"/>
              </a:ext>
            </a:extLst>
          </p:cNvPr>
          <p:cNvGrpSpPr/>
          <p:nvPr/>
        </p:nvGrpSpPr>
        <p:grpSpPr>
          <a:xfrm>
            <a:off x="4696070" y="4161281"/>
            <a:ext cx="4121148" cy="1056432"/>
            <a:chOff x="4649224" y="1951418"/>
            <a:chExt cx="4140000" cy="877380"/>
          </a:xfrm>
        </p:grpSpPr>
        <p:sp>
          <p:nvSpPr>
            <p:cNvPr id="1072" name="Freeform 7">
              <a:extLst>
                <a:ext uri="{FF2B5EF4-FFF2-40B4-BE49-F238E27FC236}">
                  <a16:creationId xmlns:a16="http://schemas.microsoft.com/office/drawing/2014/main" id="{3C6A5F6D-C8B8-C4D9-95DF-9363709B95A0}"/>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73" name="TextBox 1072">
              <a:extLst>
                <a:ext uri="{FF2B5EF4-FFF2-40B4-BE49-F238E27FC236}">
                  <a16:creationId xmlns:a16="http://schemas.microsoft.com/office/drawing/2014/main" id="{7DE337D3-2D2C-D032-7AD5-9C7AC5815146}"/>
                </a:ext>
              </a:extLst>
            </p:cNvPr>
            <p:cNvSpPr txBox="1"/>
            <p:nvPr/>
          </p:nvSpPr>
          <p:spPr>
            <a:xfrm>
              <a:off x="4758776" y="2342287"/>
              <a:ext cx="3920896" cy="210880"/>
            </a:xfrm>
            <a:prstGeom prst="rect">
              <a:avLst/>
            </a:prstGeom>
            <a:noFill/>
          </p:spPr>
          <p:txBody>
            <a:bodyPr wrap="square" rtlCol="0" anchor="ctr">
              <a:spAutoFit/>
            </a:bodyPr>
            <a:lstStyle/>
            <a:p>
              <a:pPr algn="just"/>
              <a:r>
                <a:rPr lang="en-US" sz="1050" i="1" dirty="0">
                  <a:latin typeface="Palatino Linotype" panose="02040502050505030304" pitchFamily="18" charset="0"/>
                </a:rPr>
                <a:t>“[x]”</a:t>
              </a:r>
            </a:p>
          </p:txBody>
        </p:sp>
        <p:sp>
          <p:nvSpPr>
            <p:cNvPr id="1074" name="TextBox 1073">
              <a:extLst>
                <a:ext uri="{FF2B5EF4-FFF2-40B4-BE49-F238E27FC236}">
                  <a16:creationId xmlns:a16="http://schemas.microsoft.com/office/drawing/2014/main" id="{BAF59BD9-CEF3-DD89-09ED-5F94076E1259}"/>
                </a:ext>
              </a:extLst>
            </p:cNvPr>
            <p:cNvSpPr txBox="1"/>
            <p:nvPr/>
          </p:nvSpPr>
          <p:spPr>
            <a:xfrm>
              <a:off x="4758776" y="1951418"/>
              <a:ext cx="3920896" cy="226271"/>
            </a:xfrm>
            <a:prstGeom prst="rect">
              <a:avLst/>
            </a:prstGeom>
            <a:noFill/>
          </p:spPr>
          <p:txBody>
            <a:bodyPr wrap="square" rtlCol="0" anchor="ctr">
              <a:spAutoFit/>
            </a:bodyPr>
            <a:lstStyle/>
            <a:p>
              <a:pPr algn="just">
                <a:lnSpc>
                  <a:spcPct val="119000"/>
                </a:lnSpc>
                <a:spcBef>
                  <a:spcPts val="100"/>
                </a:spcBef>
                <a:spcAft>
                  <a:spcPts val="100"/>
                </a:spcAft>
              </a:pPr>
              <a:r>
                <a:rPr lang="en-US" sz="1050" b="1" u="sng" dirty="0">
                  <a:latin typeface="Palatino Linotype" panose="02040502050505030304" pitchFamily="18" charset="0"/>
                </a:rPr>
                <a:t>[Name] – [Role]</a:t>
              </a:r>
            </a:p>
          </p:txBody>
        </p:sp>
      </p:grpSp>
      <p:grpSp>
        <p:nvGrpSpPr>
          <p:cNvPr id="1087" name="Group 1086">
            <a:extLst>
              <a:ext uri="{FF2B5EF4-FFF2-40B4-BE49-F238E27FC236}">
                <a16:creationId xmlns:a16="http://schemas.microsoft.com/office/drawing/2014/main" id="{877CAD62-1E81-DC1F-ED73-334CE8C7F381}"/>
              </a:ext>
            </a:extLst>
          </p:cNvPr>
          <p:cNvGrpSpPr/>
          <p:nvPr/>
        </p:nvGrpSpPr>
        <p:grpSpPr>
          <a:xfrm>
            <a:off x="4649222" y="5227514"/>
            <a:ext cx="4140002" cy="1081434"/>
            <a:chOff x="4649224" y="1930653"/>
            <a:chExt cx="4140000" cy="898145"/>
          </a:xfrm>
        </p:grpSpPr>
        <p:sp>
          <p:nvSpPr>
            <p:cNvPr id="1088" name="Freeform 7">
              <a:extLst>
                <a:ext uri="{FF2B5EF4-FFF2-40B4-BE49-F238E27FC236}">
                  <a16:creationId xmlns:a16="http://schemas.microsoft.com/office/drawing/2014/main" id="{15D904C5-E698-2DB8-5633-69E3BF69082A}"/>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89" name="TextBox 1088">
              <a:extLst>
                <a:ext uri="{FF2B5EF4-FFF2-40B4-BE49-F238E27FC236}">
                  <a16:creationId xmlns:a16="http://schemas.microsoft.com/office/drawing/2014/main" id="{5E1CEA0A-73D5-DB5B-D64B-AA54AC232116}"/>
                </a:ext>
              </a:extLst>
            </p:cNvPr>
            <p:cNvSpPr txBox="1"/>
            <p:nvPr/>
          </p:nvSpPr>
          <p:spPr>
            <a:xfrm>
              <a:off x="4758776" y="2354816"/>
              <a:ext cx="3920896" cy="210881"/>
            </a:xfrm>
            <a:prstGeom prst="rect">
              <a:avLst/>
            </a:prstGeom>
            <a:noFill/>
          </p:spPr>
          <p:txBody>
            <a:bodyPr wrap="square" rtlCol="0" anchor="ctr">
              <a:spAutoFit/>
            </a:bodyPr>
            <a:lstStyle/>
            <a:p>
              <a:pPr algn="just"/>
              <a:r>
                <a:rPr lang="en-US" sz="1050" i="1" dirty="0">
                  <a:latin typeface="Palatino Linotype" panose="02040502050505030304" pitchFamily="18" charset="0"/>
                </a:rPr>
                <a:t>“[x]”</a:t>
              </a:r>
            </a:p>
          </p:txBody>
        </p:sp>
        <p:sp>
          <p:nvSpPr>
            <p:cNvPr id="1090" name="TextBox 1089">
              <a:extLst>
                <a:ext uri="{FF2B5EF4-FFF2-40B4-BE49-F238E27FC236}">
                  <a16:creationId xmlns:a16="http://schemas.microsoft.com/office/drawing/2014/main" id="{ECC69798-7E1E-627A-CB7B-1ED86EEC6132}"/>
                </a:ext>
              </a:extLst>
            </p:cNvPr>
            <p:cNvSpPr txBox="1"/>
            <p:nvPr/>
          </p:nvSpPr>
          <p:spPr>
            <a:xfrm>
              <a:off x="4758776" y="1930653"/>
              <a:ext cx="3920896" cy="233353"/>
            </a:xfrm>
            <a:prstGeom prst="rect">
              <a:avLst/>
            </a:prstGeom>
            <a:noFill/>
          </p:spPr>
          <p:txBody>
            <a:bodyPr wrap="square" rtlCol="0" anchor="ctr">
              <a:spAutoFit/>
            </a:bodyPr>
            <a:lstStyle/>
            <a:p>
              <a:pPr algn="just">
                <a:lnSpc>
                  <a:spcPct val="119000"/>
                </a:lnSpc>
                <a:spcBef>
                  <a:spcPts val="100"/>
                </a:spcBef>
                <a:spcAft>
                  <a:spcPts val="100"/>
                </a:spcAft>
              </a:pPr>
              <a:r>
                <a:rPr lang="en-US" sz="1100" b="1" u="sng" dirty="0">
                  <a:latin typeface="Palatino Linotype" panose="02040502050505030304" pitchFamily="18" charset="0"/>
                </a:rPr>
                <a:t>[Name] – [Role]</a:t>
              </a:r>
            </a:p>
          </p:txBody>
        </p:sp>
      </p:grpSp>
      <p:sp>
        <p:nvSpPr>
          <p:cNvPr id="1112" name="Rectangle 1111">
            <a:extLst>
              <a:ext uri="{FF2B5EF4-FFF2-40B4-BE49-F238E27FC236}">
                <a16:creationId xmlns:a16="http://schemas.microsoft.com/office/drawing/2014/main" id="{1A4517D6-DBB5-A9F5-D1FE-FC647C20410D}"/>
              </a:ext>
            </a:extLst>
          </p:cNvPr>
          <p:cNvSpPr/>
          <p:nvPr/>
        </p:nvSpPr>
        <p:spPr>
          <a:xfrm>
            <a:off x="324000" y="5688544"/>
            <a:ext cx="4140000" cy="574799"/>
          </a:xfrm>
          <a:prstGeom prst="rect">
            <a:avLst/>
          </a:prstGeom>
          <a:solidFill>
            <a:srgbClr val="EEE7DA">
              <a:alpha val="45098"/>
            </a:srgbClr>
          </a:solidFill>
          <a:ln w="12700" cap="flat" cmpd="sng" algn="ctr">
            <a:solidFill>
              <a:schemeClr val="accent4"/>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0" cap="none" spc="0" normalizeH="0" baseline="0" noProof="0" dirty="0">
                <a:ln>
                  <a:noFill/>
                </a:ln>
                <a:solidFill>
                  <a:schemeClr val="accent4"/>
                </a:solidFill>
                <a:effectLst/>
                <a:uLnTx/>
                <a:uFillTx/>
                <a:latin typeface="Palatino Linotype" panose="02040502050505030304" pitchFamily="18" charset="0"/>
                <a:ea typeface="+mn-ea"/>
                <a:cs typeface="+mn-cs"/>
              </a:rPr>
              <a:t>[x]</a:t>
            </a:r>
          </a:p>
        </p:txBody>
      </p:sp>
      <p:sp>
        <p:nvSpPr>
          <p:cNvPr id="7" name="TextBox 6">
            <a:extLst>
              <a:ext uri="{FF2B5EF4-FFF2-40B4-BE49-F238E27FC236}">
                <a16:creationId xmlns:a16="http://schemas.microsoft.com/office/drawing/2014/main" id="{2623FF35-4715-4CE5-E397-C3A417A1C9F6}"/>
              </a:ext>
            </a:extLst>
          </p:cNvPr>
          <p:cNvSpPr txBox="1">
            <a:spLocks/>
          </p:cNvSpPr>
          <p:nvPr/>
        </p:nvSpPr>
        <p:spPr>
          <a:xfrm>
            <a:off x="342899" y="1345241"/>
            <a:ext cx="4121102" cy="253916"/>
          </a:xfrm>
          <a:prstGeom prst="rect">
            <a:avLst/>
          </a:prstGeom>
          <a:noFill/>
        </p:spPr>
        <p:txBody>
          <a:bodyPr wrap="square" lIns="0" rIns="0" rtlCol="0">
            <a:spAutoFit/>
          </a:bodyPr>
          <a:lstStyle/>
          <a:p>
            <a:pPr marL="180975" indent="-180975">
              <a:spcBef>
                <a:spcPts val="100"/>
              </a:spcBef>
              <a:spcAft>
                <a:spcPts val="100"/>
              </a:spcAft>
              <a:buSzPct val="100000"/>
              <a:buFont typeface="Wingdings" panose="05000000000000000000" pitchFamily="2" charset="2"/>
              <a:buChar char="§"/>
            </a:pPr>
            <a:r>
              <a:rPr lang="en-US" sz="1050" dirty="0">
                <a:latin typeface="Palatino Linotype"/>
              </a:rPr>
              <a:t>[x]</a:t>
            </a:r>
            <a:endParaRPr lang="en-US" sz="1050" dirty="0">
              <a:latin typeface="Palatino Linotype" panose="02040502050505030304" pitchFamily="18" charset="0"/>
            </a:endParaRPr>
          </a:p>
        </p:txBody>
      </p:sp>
      <p:cxnSp>
        <p:nvCxnSpPr>
          <p:cNvPr id="14" name="Straight Connector 13">
            <a:extLst>
              <a:ext uri="{FF2B5EF4-FFF2-40B4-BE49-F238E27FC236}">
                <a16:creationId xmlns:a16="http://schemas.microsoft.com/office/drawing/2014/main" id="{6C6A4182-FCE2-684A-4D1D-AC6D624AB3AC}"/>
              </a:ext>
            </a:extLst>
          </p:cNvPr>
          <p:cNvCxnSpPr>
            <a:cxnSpLocks/>
          </p:cNvCxnSpPr>
          <p:nvPr/>
        </p:nvCxnSpPr>
        <p:spPr>
          <a:xfrm>
            <a:off x="4688656" y="2721473"/>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E108F5F-56FB-953D-D16B-77BE0B5E2BAF}"/>
              </a:ext>
            </a:extLst>
          </p:cNvPr>
          <p:cNvCxnSpPr>
            <a:cxnSpLocks/>
          </p:cNvCxnSpPr>
          <p:nvPr/>
        </p:nvCxnSpPr>
        <p:spPr>
          <a:xfrm>
            <a:off x="4688656" y="2180880"/>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633D496-3DE0-FF38-489D-15611785C247}"/>
              </a:ext>
            </a:extLst>
          </p:cNvPr>
          <p:cNvSpPr/>
          <p:nvPr/>
        </p:nvSpPr>
        <p:spPr>
          <a:xfrm>
            <a:off x="4681219" y="1363749"/>
            <a:ext cx="1322344" cy="257534"/>
          </a:xfrm>
          <a:prstGeom prst="rect">
            <a:avLst/>
          </a:prstGeom>
          <a:solidFill>
            <a:schemeClr val="accent2"/>
          </a:solidFill>
          <a:ln w="12700" cap="flat" cmpd="sng" algn="ctr">
            <a:noFill/>
            <a:prstDash val="solid"/>
            <a:miter lim="800000"/>
          </a:ln>
          <a:effectLst/>
        </p:spPr>
        <p:txBody>
          <a:bodyPr rtlCol="0" anchor="ctr"/>
          <a:lstStyle/>
          <a:p>
            <a:pPr algn="ctr"/>
            <a:r>
              <a:rPr lang="en-US" sz="1200" b="1" kern="0" dirty="0">
                <a:solidFill>
                  <a:prstClr val="white"/>
                </a:solidFill>
                <a:latin typeface="Palatino Linotype" panose="02040502050505030304" pitchFamily="18" charset="0"/>
              </a:rPr>
              <a:t>[x]</a:t>
            </a:r>
            <a:endParaRPr lang="en-CA" sz="1200" b="1" kern="0" dirty="0">
              <a:solidFill>
                <a:prstClr val="white"/>
              </a:solidFill>
              <a:latin typeface="Palatino Linotype" panose="02040502050505030304" pitchFamily="18" charset="0"/>
            </a:endParaRPr>
          </a:p>
        </p:txBody>
      </p:sp>
      <p:sp>
        <p:nvSpPr>
          <p:cNvPr id="22" name="Rectangle 21">
            <a:extLst>
              <a:ext uri="{FF2B5EF4-FFF2-40B4-BE49-F238E27FC236}">
                <a16:creationId xmlns:a16="http://schemas.microsoft.com/office/drawing/2014/main" id="{F369E056-B85F-2E8B-B0CF-B3F78EBA4438}"/>
              </a:ext>
            </a:extLst>
          </p:cNvPr>
          <p:cNvSpPr/>
          <p:nvPr/>
        </p:nvSpPr>
        <p:spPr>
          <a:xfrm>
            <a:off x="7498875" y="1363749"/>
            <a:ext cx="1322344" cy="257534"/>
          </a:xfrm>
          <a:prstGeom prst="rect">
            <a:avLst/>
          </a:prstGeom>
          <a:solidFill>
            <a:schemeClr val="accent2"/>
          </a:solidFill>
          <a:ln w="12700" cap="flat" cmpd="sng" algn="ctr">
            <a:noFill/>
            <a:prstDash val="solid"/>
            <a:miter lim="800000"/>
          </a:ln>
          <a:effectLst/>
        </p:spPr>
        <p:txBody>
          <a:bodyPr rtlCol="0" anchor="ctr"/>
          <a:lstStyle/>
          <a:p>
            <a:pPr algn="ctr"/>
            <a:r>
              <a:rPr lang="en-US" sz="1200" b="1" kern="0" dirty="0">
                <a:solidFill>
                  <a:prstClr val="white"/>
                </a:solidFill>
                <a:latin typeface="Palatino Linotype" panose="02040502050505030304" pitchFamily="18" charset="0"/>
              </a:rPr>
              <a:t>[x]</a:t>
            </a:r>
            <a:endParaRPr lang="en-CA" sz="1200" b="1" kern="0" dirty="0">
              <a:solidFill>
                <a:prstClr val="white"/>
              </a:solidFill>
              <a:latin typeface="Palatino Linotype" panose="02040502050505030304" pitchFamily="18" charset="0"/>
            </a:endParaRPr>
          </a:p>
        </p:txBody>
      </p:sp>
      <p:sp>
        <p:nvSpPr>
          <p:cNvPr id="23" name="Rectangle 22">
            <a:extLst>
              <a:ext uri="{FF2B5EF4-FFF2-40B4-BE49-F238E27FC236}">
                <a16:creationId xmlns:a16="http://schemas.microsoft.com/office/drawing/2014/main" id="{D95E6DF1-251B-AC0B-2E4B-3F7CF168C46D}"/>
              </a:ext>
            </a:extLst>
          </p:cNvPr>
          <p:cNvSpPr/>
          <p:nvPr/>
        </p:nvSpPr>
        <p:spPr>
          <a:xfrm>
            <a:off x="6090047" y="1363749"/>
            <a:ext cx="1322344" cy="257534"/>
          </a:xfrm>
          <a:prstGeom prst="rect">
            <a:avLst/>
          </a:prstGeom>
          <a:solidFill>
            <a:schemeClr val="accent2"/>
          </a:solidFill>
          <a:ln w="12700" cap="flat" cmpd="sng" algn="ctr">
            <a:noFill/>
            <a:prstDash val="solid"/>
            <a:miter lim="800000"/>
          </a:ln>
          <a:effectLst/>
        </p:spPr>
        <p:txBody>
          <a:bodyPr rtlCol="0" anchor="ctr"/>
          <a:lstStyle/>
          <a:p>
            <a:pPr algn="ctr"/>
            <a:r>
              <a:rPr lang="en-US" sz="1200" b="1" kern="0" dirty="0">
                <a:solidFill>
                  <a:prstClr val="white"/>
                </a:solidFill>
                <a:latin typeface="Palatino Linotype" panose="02040502050505030304" pitchFamily="18" charset="0"/>
              </a:rPr>
              <a:t>Variance</a:t>
            </a:r>
            <a:endParaRPr lang="en-CA" sz="1200" b="1" kern="0" dirty="0">
              <a:solidFill>
                <a:prstClr val="white"/>
              </a:solidFill>
              <a:latin typeface="Palatino Linotype" panose="02040502050505030304" pitchFamily="18" charset="0"/>
            </a:endParaRPr>
          </a:p>
        </p:txBody>
      </p:sp>
    </p:spTree>
    <p:extLst>
      <p:ext uri="{BB962C8B-B14F-4D97-AF65-F5344CB8AC3E}">
        <p14:creationId xmlns:p14="http://schemas.microsoft.com/office/powerpoint/2010/main" val="4127311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00ED0-09D0-1E2D-49C7-792A0CE6C0F9}"/>
            </a:ext>
          </a:extLst>
        </p:cNvPr>
        <p:cNvGrpSpPr/>
        <p:nvPr/>
      </p:nvGrpSpPr>
      <p:grpSpPr>
        <a:xfrm>
          <a:off x="0" y="0"/>
          <a:ext cx="0" cy="0"/>
          <a:chOff x="0" y="0"/>
          <a:chExt cx="0" cy="0"/>
        </a:xfrm>
      </p:grpSpPr>
      <p:sp>
        <p:nvSpPr>
          <p:cNvPr id="5" name="Title 6">
            <a:extLst>
              <a:ext uri="{FF2B5EF4-FFF2-40B4-BE49-F238E27FC236}">
                <a16:creationId xmlns:a16="http://schemas.microsoft.com/office/drawing/2014/main" id="{B251D395-DF2C-B9FC-CCDD-E4A223C12F37}"/>
              </a:ext>
            </a:extLst>
          </p:cNvPr>
          <p:cNvSpPr txBox="1">
            <a:spLocks/>
          </p:cNvSpPr>
          <p:nvPr/>
        </p:nvSpPr>
        <p:spPr>
          <a:xfrm>
            <a:off x="239832" y="116475"/>
            <a:ext cx="8577386" cy="87889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CA" noProof="0"/>
              <a:t>Financial Summary</a:t>
            </a:r>
          </a:p>
        </p:txBody>
      </p:sp>
      <p:sp>
        <p:nvSpPr>
          <p:cNvPr id="7" name="Text Placeholder 1">
            <a:extLst>
              <a:ext uri="{FF2B5EF4-FFF2-40B4-BE49-F238E27FC236}">
                <a16:creationId xmlns:a16="http://schemas.microsoft.com/office/drawing/2014/main" id="{D2C7E012-9AF6-D698-57FE-C511A4D73CF2}"/>
              </a:ext>
            </a:extLst>
          </p:cNvPr>
          <p:cNvSpPr txBox="1">
            <a:spLocks/>
          </p:cNvSpPr>
          <p:nvPr/>
        </p:nvSpPr>
        <p:spPr>
          <a:xfrm>
            <a:off x="1570011" y="6426533"/>
            <a:ext cx="7144619" cy="409085"/>
          </a:xfrm>
          <a:prstGeom prst="rect">
            <a:avLst/>
          </a:prstGeom>
        </p:spPr>
        <p:txBody>
          <a:bodyPr numCol="2" anchor="ctr">
            <a:noAutofit/>
          </a:bodyPr>
          <a:lstStyle>
            <a:lvl1pPr marL="0" indent="0" algn="l" defTabSz="914400" rtl="0" eaLnBrk="1" latinLnBrk="0" hangingPunct="1">
              <a:lnSpc>
                <a:spcPct val="85000"/>
              </a:lnSpc>
              <a:spcBef>
                <a:spcPct val="0"/>
              </a:spcBef>
              <a:buFont typeface="Arial" panose="020B0604020202020204" pitchFamily="34" charset="0"/>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Clr>
                <a:srgbClr val="960000"/>
              </a:buClr>
              <a:buFont typeface="Wingdings" panose="05000000000000000000" pitchFamily="2" charset="2"/>
              <a:buNone/>
              <a:defRPr lang="en-US" sz="1100" b="1" kern="1200" baseline="0" smtClean="0">
                <a:solidFill>
                  <a:srgbClr val="1B2759"/>
                </a:solidFill>
                <a:latin typeface="Palatino Linotype" panose="02040502050505030304" pitchFamily="18" charset="0"/>
                <a:ea typeface="+mj-ea"/>
                <a:cs typeface="+mj-cs"/>
              </a:defRPr>
            </a:lvl2pPr>
            <a:lvl3pPr marL="914400" indent="0" algn="l" defTabSz="914400" rtl="0" eaLnBrk="1" latinLnBrk="0" hangingPunct="1">
              <a:lnSpc>
                <a:spcPct val="90000"/>
              </a:lnSpc>
              <a:spcBef>
                <a:spcPct val="0"/>
              </a:spcBef>
              <a:buFont typeface="Arial" panose="020B0604020202020204" pitchFamily="34" charset="0"/>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Font typeface="Arial" panose="020B0604020202020204" pitchFamily="34" charset="0"/>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Font typeface="Arial" panose="020B0604020202020204" pitchFamily="34" charset="0"/>
              <a:buNone/>
              <a:defRPr lang="en-CA" sz="1100" b="1" kern="1200" baseline="0">
                <a:solidFill>
                  <a:srgbClr val="1B2759"/>
                </a:solidFill>
                <a:latin typeface="Palatino Linotype" panose="02040502050505030304" pitchFamily="18" charset="0"/>
                <a:ea typeface="+mj-ea"/>
                <a:cs typeface="+mj-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A" noProof="0"/>
          </a:p>
        </p:txBody>
      </p:sp>
      <p:sp>
        <p:nvSpPr>
          <p:cNvPr id="9" name="Slide Number Placeholder 3">
            <a:extLst>
              <a:ext uri="{FF2B5EF4-FFF2-40B4-BE49-F238E27FC236}">
                <a16:creationId xmlns:a16="http://schemas.microsoft.com/office/drawing/2014/main" id="{06F78D5A-A5C5-B7FC-C50A-25DCE63592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12" name="Text Placeholder 11">
            <a:extLst>
              <a:ext uri="{FF2B5EF4-FFF2-40B4-BE49-F238E27FC236}">
                <a16:creationId xmlns:a16="http://schemas.microsoft.com/office/drawing/2014/main" id="{56D4B355-464B-A424-BD6F-CE920270ECEA}"/>
              </a:ext>
            </a:extLst>
          </p:cNvPr>
          <p:cNvSpPr>
            <a:spLocks noGrp="1"/>
          </p:cNvSpPr>
          <p:nvPr>
            <p:ph type="body" sz="quarter" idx="13"/>
          </p:nvPr>
        </p:nvSpPr>
        <p:spPr/>
        <p:txBody>
          <a:bodyPr/>
          <a:lstStyle/>
          <a:p>
            <a:r>
              <a:rPr lang="en-CA" dirty="0"/>
              <a:t>Sources: Company financial </a:t>
            </a:r>
            <a:r>
              <a:rPr lang="en-CA" dirty="0" err="1"/>
              <a:t>forecas</a:t>
            </a:r>
            <a:endParaRPr lang="en-CA" noProof="0" dirty="0"/>
          </a:p>
        </p:txBody>
      </p:sp>
      <p:sp>
        <p:nvSpPr>
          <p:cNvPr id="13" name="Rectangle 12">
            <a:extLst>
              <a:ext uri="{FF2B5EF4-FFF2-40B4-BE49-F238E27FC236}">
                <a16:creationId xmlns:a16="http://schemas.microsoft.com/office/drawing/2014/main" id="{8951852E-D9DF-245E-88BE-4170D215A0E0}"/>
              </a:ext>
            </a:extLst>
          </p:cNvPr>
          <p:cNvSpPr/>
          <p:nvPr/>
        </p:nvSpPr>
        <p:spPr>
          <a:xfrm>
            <a:off x="4677218" y="1052880"/>
            <a:ext cx="4140000" cy="311616"/>
          </a:xfrm>
          <a:prstGeom prst="rect">
            <a:avLst/>
          </a:prstGeom>
          <a:solidFill>
            <a:srgbClr val="0E213F"/>
          </a:solidFill>
          <a:ln w="12700" cap="flat" cmpd="sng" algn="ctr">
            <a:noFill/>
            <a:prstDash val="solid"/>
            <a:miter lim="800000"/>
          </a:ln>
          <a:effectLst/>
        </p:spPr>
        <p:txBody>
          <a:bodyPr rtlCol="0" anchor="ctr"/>
          <a:lstStyle/>
          <a:p>
            <a:pPr algn="ctr">
              <a:defRPr/>
            </a:pPr>
            <a:r>
              <a:rPr lang="en-CA" sz="1400" b="1" kern="0" dirty="0">
                <a:solidFill>
                  <a:prstClr val="white"/>
                </a:solidFill>
                <a:latin typeface="Palatino Linotype"/>
              </a:rPr>
              <a:t>Metric #2</a:t>
            </a:r>
            <a:endParaRPr lang="en-CA" sz="1400" b="1" kern="0" baseline="30000" dirty="0">
              <a:solidFill>
                <a:prstClr val="white"/>
              </a:solidFill>
              <a:latin typeface="Palatino Linotype"/>
            </a:endParaRPr>
          </a:p>
        </p:txBody>
      </p:sp>
      <p:sp>
        <p:nvSpPr>
          <p:cNvPr id="14" name="Rectangle 13">
            <a:extLst>
              <a:ext uri="{FF2B5EF4-FFF2-40B4-BE49-F238E27FC236}">
                <a16:creationId xmlns:a16="http://schemas.microsoft.com/office/drawing/2014/main" id="{2618FB19-729A-B0F7-9697-BBA0F2DA3942}"/>
              </a:ext>
            </a:extLst>
          </p:cNvPr>
          <p:cNvSpPr/>
          <p:nvPr/>
        </p:nvSpPr>
        <p:spPr>
          <a:xfrm>
            <a:off x="323850" y="1052880"/>
            <a:ext cx="4140000" cy="311616"/>
          </a:xfrm>
          <a:prstGeom prst="rect">
            <a:avLst/>
          </a:prstGeom>
          <a:solidFill>
            <a:schemeClr val="accent1"/>
          </a:solidFill>
          <a:ln w="12700" cap="flat" cmpd="sng" algn="ctr">
            <a:noFill/>
            <a:prstDash val="solid"/>
            <a:miter lim="800000"/>
          </a:ln>
          <a:effectLst/>
        </p:spPr>
        <p:txBody>
          <a:bodyPr rtlCol="0" anchor="ctr"/>
          <a:lstStyle/>
          <a:p>
            <a:pPr algn="ctr">
              <a:defRPr/>
            </a:pPr>
            <a:r>
              <a:rPr lang="en-CA" sz="1400" b="1" kern="0" noProof="0" dirty="0">
                <a:solidFill>
                  <a:prstClr val="white"/>
                </a:solidFill>
                <a:latin typeface="Palatino Linotype"/>
              </a:rPr>
              <a:t>Metric #1</a:t>
            </a:r>
            <a:endParaRPr lang="en-CA" sz="1400" b="1" kern="0" baseline="30000" noProof="0" dirty="0">
              <a:solidFill>
                <a:prstClr val="white"/>
              </a:solidFill>
              <a:latin typeface="Palatino Linotype"/>
            </a:endParaRPr>
          </a:p>
        </p:txBody>
      </p:sp>
      <p:sp>
        <p:nvSpPr>
          <p:cNvPr id="15" name="Rectangle 14">
            <a:extLst>
              <a:ext uri="{FF2B5EF4-FFF2-40B4-BE49-F238E27FC236}">
                <a16:creationId xmlns:a16="http://schemas.microsoft.com/office/drawing/2014/main" id="{147AF6CB-D1FE-E8A1-D27A-5710411013C5}"/>
              </a:ext>
            </a:extLst>
          </p:cNvPr>
          <p:cNvSpPr/>
          <p:nvPr/>
        </p:nvSpPr>
        <p:spPr>
          <a:xfrm>
            <a:off x="4677218" y="3707341"/>
            <a:ext cx="4140000" cy="311616"/>
          </a:xfrm>
          <a:prstGeom prst="rect">
            <a:avLst/>
          </a:prstGeom>
          <a:solidFill>
            <a:srgbClr val="0E213F"/>
          </a:solidFill>
          <a:ln w="12700" cap="flat" cmpd="sng" algn="ctr">
            <a:noFill/>
            <a:prstDash val="solid"/>
            <a:miter lim="800000"/>
          </a:ln>
          <a:effectLst/>
        </p:spPr>
        <p:txBody>
          <a:bodyPr rtlCol="0" anchor="ctr"/>
          <a:lstStyle/>
          <a:p>
            <a:pPr algn="ctr">
              <a:defRPr/>
            </a:pPr>
            <a:r>
              <a:rPr lang="en-CA" sz="1400" b="1" kern="0" dirty="0">
                <a:solidFill>
                  <a:prstClr val="white"/>
                </a:solidFill>
                <a:latin typeface="Palatino Linotype"/>
              </a:rPr>
              <a:t>Metric #4</a:t>
            </a:r>
            <a:endParaRPr lang="en-CA" sz="1400" b="1" kern="0" baseline="30000" dirty="0">
              <a:solidFill>
                <a:prstClr val="white"/>
              </a:solidFill>
              <a:latin typeface="Palatino Linotype"/>
            </a:endParaRPr>
          </a:p>
        </p:txBody>
      </p:sp>
      <p:sp>
        <p:nvSpPr>
          <p:cNvPr id="16" name="Rectangle 15">
            <a:extLst>
              <a:ext uri="{FF2B5EF4-FFF2-40B4-BE49-F238E27FC236}">
                <a16:creationId xmlns:a16="http://schemas.microsoft.com/office/drawing/2014/main" id="{DE36990D-B899-12EE-9AD8-00F7979103E0}"/>
              </a:ext>
            </a:extLst>
          </p:cNvPr>
          <p:cNvSpPr/>
          <p:nvPr/>
        </p:nvSpPr>
        <p:spPr>
          <a:xfrm>
            <a:off x="323850" y="3753061"/>
            <a:ext cx="4140000" cy="311616"/>
          </a:xfrm>
          <a:prstGeom prst="rect">
            <a:avLst/>
          </a:prstGeom>
          <a:solidFill>
            <a:schemeClr val="accent1"/>
          </a:solidFill>
          <a:ln w="12700" cap="flat" cmpd="sng" algn="ctr">
            <a:noFill/>
            <a:prstDash val="solid"/>
            <a:miter lim="800000"/>
          </a:ln>
          <a:effectLst/>
        </p:spPr>
        <p:txBody>
          <a:bodyPr rtlCol="0" anchor="ctr"/>
          <a:lstStyle/>
          <a:p>
            <a:pPr algn="ctr">
              <a:defRPr/>
            </a:pPr>
            <a:r>
              <a:rPr lang="en-CA" sz="1400" b="1" kern="0" dirty="0">
                <a:solidFill>
                  <a:prstClr val="white"/>
                </a:solidFill>
                <a:latin typeface="Palatino Linotype"/>
              </a:rPr>
              <a:t>Metric #3</a:t>
            </a:r>
            <a:endParaRPr lang="en-CA" sz="1400" b="1" kern="0" baseline="30000" dirty="0">
              <a:solidFill>
                <a:prstClr val="white"/>
              </a:solidFill>
              <a:latin typeface="Palatino Linotype"/>
            </a:endParaRPr>
          </a:p>
        </p:txBody>
      </p:sp>
      <p:sp>
        <p:nvSpPr>
          <p:cNvPr id="8" name="Rectangle 7">
            <a:extLst>
              <a:ext uri="{FF2B5EF4-FFF2-40B4-BE49-F238E27FC236}">
                <a16:creationId xmlns:a16="http://schemas.microsoft.com/office/drawing/2014/main" id="{98026FBA-DD1F-093F-F759-4B7DD9350A52}"/>
              </a:ext>
            </a:extLst>
          </p:cNvPr>
          <p:cNvSpPr/>
          <p:nvPr/>
        </p:nvSpPr>
        <p:spPr>
          <a:xfrm>
            <a:off x="4677218" y="1380366"/>
            <a:ext cx="4140000" cy="229209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Metric #2 Chart]</a:t>
            </a:r>
          </a:p>
        </p:txBody>
      </p:sp>
      <p:sp>
        <p:nvSpPr>
          <p:cNvPr id="18" name="Rectangle 17">
            <a:extLst>
              <a:ext uri="{FF2B5EF4-FFF2-40B4-BE49-F238E27FC236}">
                <a16:creationId xmlns:a16="http://schemas.microsoft.com/office/drawing/2014/main" id="{4DDF0A58-A20D-D539-881B-7AFFB4BC7937}"/>
              </a:ext>
            </a:extLst>
          </p:cNvPr>
          <p:cNvSpPr/>
          <p:nvPr/>
        </p:nvSpPr>
        <p:spPr>
          <a:xfrm>
            <a:off x="323850" y="1380366"/>
            <a:ext cx="4140000" cy="229209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Metric #1 Chart]</a:t>
            </a:r>
          </a:p>
        </p:txBody>
      </p:sp>
      <p:sp>
        <p:nvSpPr>
          <p:cNvPr id="19" name="Rectangle 18">
            <a:extLst>
              <a:ext uri="{FF2B5EF4-FFF2-40B4-BE49-F238E27FC236}">
                <a16:creationId xmlns:a16="http://schemas.microsoft.com/office/drawing/2014/main" id="{3D63DBF6-D3ED-8531-1CD1-C8549A7ACFDD}"/>
              </a:ext>
            </a:extLst>
          </p:cNvPr>
          <p:cNvSpPr/>
          <p:nvPr/>
        </p:nvSpPr>
        <p:spPr>
          <a:xfrm>
            <a:off x="4677218" y="4042408"/>
            <a:ext cx="4140000" cy="229209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Metric #4 Chart]</a:t>
            </a:r>
          </a:p>
        </p:txBody>
      </p:sp>
      <p:sp>
        <p:nvSpPr>
          <p:cNvPr id="20" name="Rectangle 19">
            <a:extLst>
              <a:ext uri="{FF2B5EF4-FFF2-40B4-BE49-F238E27FC236}">
                <a16:creationId xmlns:a16="http://schemas.microsoft.com/office/drawing/2014/main" id="{55766461-7E60-3504-37F4-F774A220C4C1}"/>
              </a:ext>
            </a:extLst>
          </p:cNvPr>
          <p:cNvSpPr/>
          <p:nvPr/>
        </p:nvSpPr>
        <p:spPr>
          <a:xfrm>
            <a:off x="323850" y="4042408"/>
            <a:ext cx="4140000" cy="229209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Metric #3 Chart]</a:t>
            </a:r>
          </a:p>
        </p:txBody>
      </p:sp>
    </p:spTree>
    <p:extLst>
      <p:ext uri="{BB962C8B-B14F-4D97-AF65-F5344CB8AC3E}">
        <p14:creationId xmlns:p14="http://schemas.microsoft.com/office/powerpoint/2010/main" val="2689732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ACC36-8070-34BC-7737-A9FEC2D653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2A2827-59F5-1988-A148-ED05BECC8CFF}"/>
              </a:ext>
            </a:extLst>
          </p:cNvPr>
          <p:cNvSpPr>
            <a:spLocks noGrp="1"/>
          </p:cNvSpPr>
          <p:nvPr>
            <p:ph type="title"/>
          </p:nvPr>
        </p:nvSpPr>
        <p:spPr/>
        <p:txBody>
          <a:bodyPr>
            <a:normAutofit/>
          </a:bodyPr>
          <a:lstStyle/>
          <a:p>
            <a:r>
              <a:rPr lang="en-CA" noProof="0"/>
              <a:t>Potential Perceived Acquiror Considerations and Mitigants</a:t>
            </a:r>
          </a:p>
        </p:txBody>
      </p:sp>
      <p:sp>
        <p:nvSpPr>
          <p:cNvPr id="4" name="Slide Number Placeholder 3">
            <a:extLst>
              <a:ext uri="{FF2B5EF4-FFF2-40B4-BE49-F238E27FC236}">
                <a16:creationId xmlns:a16="http://schemas.microsoft.com/office/drawing/2014/main" id="{82160B28-B7D9-7C9A-39A6-F93004E64E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2" name="Text Placeholder 1">
            <a:extLst>
              <a:ext uri="{FF2B5EF4-FFF2-40B4-BE49-F238E27FC236}">
                <a16:creationId xmlns:a16="http://schemas.microsoft.com/office/drawing/2014/main" id="{117EE55C-4619-2DD7-BD08-0D2A21177E4C}"/>
              </a:ext>
            </a:extLst>
          </p:cNvPr>
          <p:cNvSpPr>
            <a:spLocks noGrp="1"/>
          </p:cNvSpPr>
          <p:nvPr>
            <p:ph type="body" sz="quarter" idx="13"/>
          </p:nvPr>
        </p:nvSpPr>
        <p:spPr/>
        <p:txBody>
          <a:bodyPr/>
          <a:lstStyle/>
          <a:p>
            <a:endParaRPr lang="en-CA" noProof="0"/>
          </a:p>
        </p:txBody>
      </p:sp>
      <p:sp>
        <p:nvSpPr>
          <p:cNvPr id="7" name="Text Placeholder 6">
            <a:extLst>
              <a:ext uri="{FF2B5EF4-FFF2-40B4-BE49-F238E27FC236}">
                <a16:creationId xmlns:a16="http://schemas.microsoft.com/office/drawing/2014/main" id="{1C2AF783-5D80-A5E8-526E-CB9581D5B86E}"/>
              </a:ext>
            </a:extLst>
          </p:cNvPr>
          <p:cNvSpPr>
            <a:spLocks noGrp="1"/>
          </p:cNvSpPr>
          <p:nvPr>
            <p:ph type="body" sz="quarter" idx="15"/>
          </p:nvPr>
        </p:nvSpPr>
        <p:spPr/>
        <p:txBody>
          <a:bodyPr/>
          <a:lstStyle/>
          <a:p>
            <a:r>
              <a:rPr lang="en-CA" noProof="0" dirty="0"/>
              <a:t>[x]</a:t>
            </a:r>
          </a:p>
        </p:txBody>
      </p:sp>
      <p:graphicFrame>
        <p:nvGraphicFramePr>
          <p:cNvPr id="5" name="Table 4">
            <a:extLst>
              <a:ext uri="{FF2B5EF4-FFF2-40B4-BE49-F238E27FC236}">
                <a16:creationId xmlns:a16="http://schemas.microsoft.com/office/drawing/2014/main" id="{1D0C48F9-AD52-56D3-A8BB-0CA7D1CB118A}"/>
              </a:ext>
            </a:extLst>
          </p:cNvPr>
          <p:cNvGraphicFramePr>
            <a:graphicFrameLocks noGrp="1"/>
          </p:cNvGraphicFramePr>
          <p:nvPr>
            <p:extLst>
              <p:ext uri="{D42A27DB-BD31-4B8C-83A1-F6EECF244321}">
                <p14:modId xmlns:p14="http://schemas.microsoft.com/office/powerpoint/2010/main" val="3719661829"/>
              </p:ext>
            </p:extLst>
          </p:nvPr>
        </p:nvGraphicFramePr>
        <p:xfrm>
          <a:off x="330539" y="1021262"/>
          <a:ext cx="8482922" cy="4728860"/>
        </p:xfrm>
        <a:graphic>
          <a:graphicData uri="http://schemas.openxmlformats.org/drawingml/2006/table">
            <a:tbl>
              <a:tblPr firstRow="1" bandRow="1">
                <a:tableStyleId>{5C22544A-7EE6-4342-B048-85BDC9FD1C3A}</a:tableStyleId>
              </a:tblPr>
              <a:tblGrid>
                <a:gridCol w="2585231">
                  <a:extLst>
                    <a:ext uri="{9D8B030D-6E8A-4147-A177-3AD203B41FA5}">
                      <a16:colId xmlns:a16="http://schemas.microsoft.com/office/drawing/2014/main" val="2800225439"/>
                    </a:ext>
                  </a:extLst>
                </a:gridCol>
                <a:gridCol w="5897691">
                  <a:extLst>
                    <a:ext uri="{9D8B030D-6E8A-4147-A177-3AD203B41FA5}">
                      <a16:colId xmlns:a16="http://schemas.microsoft.com/office/drawing/2014/main" val="2613517522"/>
                    </a:ext>
                  </a:extLst>
                </a:gridCol>
              </a:tblGrid>
              <a:tr h="360157">
                <a:tc>
                  <a:txBody>
                    <a:bodyPr/>
                    <a:lstStyle/>
                    <a:p>
                      <a:pPr algn="ctr"/>
                      <a:r>
                        <a:rPr lang="en-CA" sz="1200" b="1" noProof="0">
                          <a:latin typeface="Palatino Linotype" panose="02040502050505030304" pitchFamily="18" charset="0"/>
                        </a:rPr>
                        <a:t>Considerations</a:t>
                      </a:r>
                    </a:p>
                  </a:txBody>
                  <a:tcPr anchor="ctr">
                    <a:lnB w="38100" cmpd="sng">
                      <a:noFill/>
                    </a:lnB>
                  </a:tcPr>
                </a:tc>
                <a:tc>
                  <a:txBody>
                    <a:bodyPr/>
                    <a:lstStyle/>
                    <a:p>
                      <a:pPr algn="ctr"/>
                      <a:r>
                        <a:rPr lang="en-CA" sz="1200" b="1" noProof="0">
                          <a:latin typeface="Palatino Linotype" panose="02040502050505030304" pitchFamily="18" charset="0"/>
                        </a:rPr>
                        <a:t>Mitigants</a:t>
                      </a:r>
                    </a:p>
                  </a:txBody>
                  <a:tcPr anchor="ctr">
                    <a:lnB w="38100" cmpd="sng">
                      <a:noFill/>
                    </a:lnB>
                  </a:tcPr>
                </a:tc>
                <a:extLst>
                  <a:ext uri="{0D108BD9-81ED-4DB2-BD59-A6C34878D82A}">
                    <a16:rowId xmlns:a16="http://schemas.microsoft.com/office/drawing/2014/main" val="2408322318"/>
                  </a:ext>
                </a:extLst>
              </a:tr>
              <a:tr h="820357">
                <a:tc>
                  <a:txBody>
                    <a:bodyPr/>
                    <a:lstStyle/>
                    <a:p>
                      <a:pPr marL="171450" indent="-171450">
                        <a:spcBef>
                          <a:spcPts val="100"/>
                        </a:spcBef>
                        <a:spcAft>
                          <a:spcPts val="200"/>
                        </a:spcAft>
                        <a:buFont typeface="Wingdings" panose="05000000000000000000" pitchFamily="2" charset="2"/>
                        <a:buChar char="§"/>
                      </a:pPr>
                      <a:r>
                        <a:rPr lang="en-CA" sz="1000" b="0" noProof="0" dirty="0">
                          <a:latin typeface="Palatino Linotype" panose="02040502050505030304" pitchFamily="18" charset="0"/>
                        </a:rPr>
                        <a:t>[x]</a:t>
                      </a:r>
                    </a:p>
                  </a:txBody>
                  <a:tcPr anchor="ctr">
                    <a:lnL w="12700" cmpd="sng">
                      <a:noFill/>
                    </a:lnL>
                    <a:lnR w="12700" cap="flat" cmpd="sng" algn="ctr">
                      <a:solidFill>
                        <a:schemeClr val="bg1">
                          <a:lumMod val="65000"/>
                        </a:schemeClr>
                      </a:solidFill>
                      <a:prstDash val="sysDot"/>
                      <a:round/>
                      <a:headEnd type="none" w="med" len="med"/>
                      <a:tailEnd type="none" w="med" len="med"/>
                    </a:lnR>
                    <a:lnT w="38100" cmpd="sng">
                      <a:noFill/>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38100" cmpd="sng">
                      <a:noFill/>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4694652"/>
                  </a:ext>
                </a:extLst>
              </a:tr>
              <a:tr h="820357">
                <a:tc>
                  <a:txBody>
                    <a:bodyPr/>
                    <a:lstStyle/>
                    <a:p>
                      <a:pPr marL="171450" indent="-171450">
                        <a:spcBef>
                          <a:spcPts val="100"/>
                        </a:spcBef>
                        <a:spcAft>
                          <a:spcPts val="200"/>
                        </a:spcAft>
                        <a:buFont typeface="Wingdings" panose="05000000000000000000" pitchFamily="2" charset="2"/>
                        <a:buChar char="§"/>
                      </a:pPr>
                      <a:r>
                        <a:rPr lang="en-CA" sz="1000" b="0" noProof="0" dirty="0">
                          <a:latin typeface="Palatino Linotype" panose="02040502050505030304" pitchFamily="18" charset="0"/>
                        </a:rPr>
                        <a:t>[x]</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376479087"/>
                  </a:ext>
                </a:extLst>
              </a:tr>
              <a:tr h="1087275">
                <a:tc>
                  <a:txBody>
                    <a:bodyPr/>
                    <a:lstStyle/>
                    <a:p>
                      <a:pPr marL="171450" indent="-171450">
                        <a:spcBef>
                          <a:spcPts val="100"/>
                        </a:spcBef>
                        <a:spcAft>
                          <a:spcPts val="200"/>
                        </a:spcAft>
                        <a:buFont typeface="Wingdings" panose="05000000000000000000" pitchFamily="2" charset="2"/>
                        <a:buChar char="§"/>
                      </a:pPr>
                      <a:r>
                        <a:rPr lang="en-CA" sz="1000" b="0" noProof="0" dirty="0">
                          <a:latin typeface="Palatino Linotype" panose="02040502050505030304" pitchFamily="18" charset="0"/>
                        </a:rPr>
                        <a:t>[x]</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2454779"/>
                  </a:ext>
                </a:extLst>
              </a:tr>
              <a:tr h="820357">
                <a:tc>
                  <a:txBody>
                    <a:bodyPr/>
                    <a:lstStyle/>
                    <a:p>
                      <a:pPr marL="171450" indent="-171450">
                        <a:spcBef>
                          <a:spcPts val="100"/>
                        </a:spcBef>
                        <a:spcAft>
                          <a:spcPts val="200"/>
                        </a:spcAft>
                        <a:buFont typeface="Wingdings" panose="05000000000000000000" pitchFamily="2" charset="2"/>
                        <a:buChar char="§"/>
                      </a:pPr>
                      <a:r>
                        <a:rPr lang="en-CA" sz="1000" b="0" noProof="0" dirty="0">
                          <a:latin typeface="Palatino Linotype" panose="02040502050505030304" pitchFamily="18" charset="0"/>
                        </a:rPr>
                        <a:t>[x]</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84480978"/>
                  </a:ext>
                </a:extLst>
              </a:tr>
              <a:tr h="820357">
                <a:tc>
                  <a:txBody>
                    <a:bodyPr/>
                    <a:lstStyle/>
                    <a:p>
                      <a:pPr marL="171450" indent="-171450">
                        <a:spcBef>
                          <a:spcPts val="100"/>
                        </a:spcBef>
                        <a:spcAft>
                          <a:spcPts val="200"/>
                        </a:spcAft>
                        <a:buFont typeface="Wingdings" panose="05000000000000000000" pitchFamily="2" charset="2"/>
                        <a:buChar char="§"/>
                      </a:pPr>
                      <a:r>
                        <a:rPr lang="en-CA" sz="1000" b="0" noProof="0" dirty="0">
                          <a:latin typeface="Palatino Linotype" panose="02040502050505030304" pitchFamily="18" charset="0"/>
                        </a:rPr>
                        <a:t>[x]</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lang="en-CA" sz="1000" b="0" noProof="0" dirty="0">
                          <a:latin typeface="Palatino Linotype" panose="02040502050505030304" pitchFamily="18" charset="0"/>
                        </a:rPr>
                        <a:t>[x]</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517365"/>
                  </a:ext>
                </a:extLst>
              </a:tr>
            </a:tbl>
          </a:graphicData>
        </a:graphic>
      </p:graphicFrame>
    </p:spTree>
    <p:extLst>
      <p:ext uri="{BB962C8B-B14F-4D97-AF65-F5344CB8AC3E}">
        <p14:creationId xmlns:p14="http://schemas.microsoft.com/office/powerpoint/2010/main" val="3670395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sz="2200" dirty="0"/>
              <a:t>Comparable</a:t>
            </a:r>
            <a:r>
              <a:rPr lang="en-CA" dirty="0"/>
              <a:t> Companies Financial Analysis</a:t>
            </a:r>
          </a:p>
        </p:txBody>
      </p:sp>
      <p:sp>
        <p:nvSpPr>
          <p:cNvPr id="11" name="Slide Number Placeholder 3">
            <a:extLst>
              <a:ext uri="{FF2B5EF4-FFF2-40B4-BE49-F238E27FC236}">
                <a16:creationId xmlns:a16="http://schemas.microsoft.com/office/drawing/2014/main" id="{0F3B92E3-EC76-4193-B557-E9779AA327B7}"/>
              </a:ext>
            </a:extLst>
          </p:cNvPr>
          <p:cNvSpPr>
            <a:spLocks noGrp="1"/>
          </p:cNvSpPr>
          <p:nvPr>
            <p:ph type="sldNum" sz="quarter" idx="12"/>
          </p:nvPr>
        </p:nvSpPr>
        <p:spPr/>
        <p:txBody>
          <a:bodyPr/>
          <a:lstStyle/>
          <a:p>
            <a:fld id="{B0BBF262-6B1A-47DC-B7A7-A92B0DCA2A1B}" type="slidenum">
              <a:rPr lang="en-CA" smtClean="0"/>
              <a:pPr/>
              <a:t>10</a:t>
            </a:fld>
            <a:endParaRPr lang="en-CA"/>
          </a:p>
        </p:txBody>
      </p:sp>
      <p:sp>
        <p:nvSpPr>
          <p:cNvPr id="2" name="Text Placeholder 1"/>
          <p:cNvSpPr>
            <a:spLocks noGrp="1"/>
          </p:cNvSpPr>
          <p:nvPr>
            <p:ph type="body" sz="quarter" idx="13"/>
          </p:nvPr>
        </p:nvSpPr>
        <p:spPr/>
        <p:txBody>
          <a:bodyPr numCol="1"/>
          <a:lstStyle/>
          <a:p>
            <a:r>
              <a:rPr lang="fr-FR"/>
              <a:t>Sources: S&amp;P Capital IQ</a:t>
            </a:r>
          </a:p>
          <a:p>
            <a:r>
              <a:rPr lang="en-US"/>
              <a:t>Note: All figures in C$MM, except where indicated otherwise</a:t>
            </a:r>
            <a:endParaRPr lang="en-CA"/>
          </a:p>
        </p:txBody>
      </p:sp>
      <p:sp>
        <p:nvSpPr>
          <p:cNvPr id="6" name="Text Placeholder 5">
            <a:extLst>
              <a:ext uri="{FF2B5EF4-FFF2-40B4-BE49-F238E27FC236}">
                <a16:creationId xmlns:a16="http://schemas.microsoft.com/office/drawing/2014/main" id="{D337A2E9-B6A9-608E-EC83-4FA7F3CC04C0}"/>
              </a:ext>
            </a:extLst>
          </p:cNvPr>
          <p:cNvSpPr>
            <a:spLocks noGrp="1"/>
          </p:cNvSpPr>
          <p:nvPr>
            <p:ph type="body" sz="quarter" idx="15"/>
          </p:nvPr>
        </p:nvSpPr>
        <p:spPr/>
        <p:txBody>
          <a:bodyPr lIns="36000" tIns="36000" rIns="36000" bIns="36000"/>
          <a:lstStyle/>
          <a:p>
            <a:r>
              <a:rPr lang="en-US" dirty="0"/>
              <a:t>[x]</a:t>
            </a:r>
          </a:p>
        </p:txBody>
      </p:sp>
      <p:sp>
        <p:nvSpPr>
          <p:cNvPr id="4" name="Rectangle 3">
            <a:extLst>
              <a:ext uri="{FF2B5EF4-FFF2-40B4-BE49-F238E27FC236}">
                <a16:creationId xmlns:a16="http://schemas.microsoft.com/office/drawing/2014/main" id="{BF491425-9373-AF0C-EE39-F89EE40C43F3}"/>
              </a:ext>
            </a:extLst>
          </p:cNvPr>
          <p:cNvSpPr/>
          <p:nvPr/>
        </p:nvSpPr>
        <p:spPr>
          <a:xfrm>
            <a:off x="348074" y="1074142"/>
            <a:ext cx="8447852" cy="461804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Comps Chart]</a:t>
            </a:r>
          </a:p>
        </p:txBody>
      </p:sp>
    </p:spTree>
    <p:extLst>
      <p:ext uri="{BB962C8B-B14F-4D97-AF65-F5344CB8AC3E}">
        <p14:creationId xmlns:p14="http://schemas.microsoft.com/office/powerpoint/2010/main" val="2209922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5E22-0210-7536-0B5B-811756024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CFA3F-7234-C715-7BAE-0F44F1648BE0}"/>
              </a:ext>
            </a:extLst>
          </p:cNvPr>
          <p:cNvSpPr>
            <a:spLocks noGrp="1"/>
          </p:cNvSpPr>
          <p:nvPr>
            <p:ph type="title"/>
          </p:nvPr>
        </p:nvSpPr>
        <p:spPr/>
        <p:txBody>
          <a:bodyPr>
            <a:normAutofit/>
          </a:bodyPr>
          <a:lstStyle/>
          <a:p>
            <a:r>
              <a:rPr lang="en-US"/>
              <a:t>Key Investment Highlights</a:t>
            </a:r>
            <a:endParaRPr lang="en-CA"/>
          </a:p>
        </p:txBody>
      </p:sp>
      <p:sp>
        <p:nvSpPr>
          <p:cNvPr id="5" name="Slide Number Placeholder 4">
            <a:extLst>
              <a:ext uri="{FF2B5EF4-FFF2-40B4-BE49-F238E27FC236}">
                <a16:creationId xmlns:a16="http://schemas.microsoft.com/office/drawing/2014/main" id="{6C45219E-9729-308D-4FE5-1598C27A5B82}"/>
              </a:ext>
            </a:extLst>
          </p:cNvPr>
          <p:cNvSpPr>
            <a:spLocks noGrp="1"/>
          </p:cNvSpPr>
          <p:nvPr>
            <p:ph type="sldNum" sz="quarter" idx="12"/>
          </p:nvPr>
        </p:nvSpPr>
        <p:spPr/>
        <p:txBody>
          <a:bodyPr/>
          <a:lstStyle/>
          <a:p>
            <a:fld id="{B0BBF262-6B1A-47DC-B7A7-A92B0DCA2A1B}" type="slidenum">
              <a:rPr lang="en-CA" smtClean="0"/>
              <a:t>11</a:t>
            </a:fld>
            <a:endParaRPr lang="en-CA"/>
          </a:p>
        </p:txBody>
      </p:sp>
      <p:sp>
        <p:nvSpPr>
          <p:cNvPr id="14" name="Text Placeholder 13">
            <a:extLst>
              <a:ext uri="{FF2B5EF4-FFF2-40B4-BE49-F238E27FC236}">
                <a16:creationId xmlns:a16="http://schemas.microsoft.com/office/drawing/2014/main" id="{C268EA0E-B4EE-E373-B01D-5A8296A5B1E8}"/>
              </a:ext>
            </a:extLst>
          </p:cNvPr>
          <p:cNvSpPr>
            <a:spLocks noGrp="1"/>
          </p:cNvSpPr>
          <p:nvPr>
            <p:ph type="body" sz="quarter" idx="13"/>
          </p:nvPr>
        </p:nvSpPr>
        <p:spPr/>
        <p:txBody>
          <a:bodyPr/>
          <a:lstStyle/>
          <a:p>
            <a:r>
              <a:rPr lang="en-US"/>
              <a:t>Note: All figures in C$MM unless indicated otherwise</a:t>
            </a:r>
          </a:p>
        </p:txBody>
      </p:sp>
      <p:sp>
        <p:nvSpPr>
          <p:cNvPr id="3" name="Text Placeholder 2">
            <a:extLst>
              <a:ext uri="{FF2B5EF4-FFF2-40B4-BE49-F238E27FC236}">
                <a16:creationId xmlns:a16="http://schemas.microsoft.com/office/drawing/2014/main" id="{8E570E2B-A521-20E2-0FEB-D22E4136A735}"/>
              </a:ext>
            </a:extLst>
          </p:cNvPr>
          <p:cNvSpPr>
            <a:spLocks noGrp="1"/>
          </p:cNvSpPr>
          <p:nvPr>
            <p:ph type="body" sz="quarter" idx="15"/>
          </p:nvPr>
        </p:nvSpPr>
        <p:spPr/>
        <p:txBody>
          <a:bodyPr/>
          <a:lstStyle/>
          <a:p>
            <a:r>
              <a:rPr lang="en-US" dirty="0"/>
              <a:t>[x]</a:t>
            </a:r>
          </a:p>
        </p:txBody>
      </p:sp>
      <p:grpSp>
        <p:nvGrpSpPr>
          <p:cNvPr id="2243" name="Group 2242">
            <a:extLst>
              <a:ext uri="{FF2B5EF4-FFF2-40B4-BE49-F238E27FC236}">
                <a16:creationId xmlns:a16="http://schemas.microsoft.com/office/drawing/2014/main" id="{6C6B3A7A-3C08-4A6F-6375-07D6EDE0F566}"/>
              </a:ext>
            </a:extLst>
          </p:cNvPr>
          <p:cNvGrpSpPr/>
          <p:nvPr/>
        </p:nvGrpSpPr>
        <p:grpSpPr>
          <a:xfrm>
            <a:off x="235910" y="1049085"/>
            <a:ext cx="8588180" cy="1155939"/>
            <a:chOff x="235910" y="1049085"/>
            <a:chExt cx="8588180" cy="1155939"/>
          </a:xfrm>
        </p:grpSpPr>
        <p:grpSp>
          <p:nvGrpSpPr>
            <p:cNvPr id="11" name="Group 10">
              <a:extLst>
                <a:ext uri="{FF2B5EF4-FFF2-40B4-BE49-F238E27FC236}">
                  <a16:creationId xmlns:a16="http://schemas.microsoft.com/office/drawing/2014/main" id="{F7E87DBC-6D20-4210-B9E6-FC3CA7597909}"/>
                </a:ext>
              </a:extLst>
            </p:cNvPr>
            <p:cNvGrpSpPr/>
            <p:nvPr/>
          </p:nvGrpSpPr>
          <p:grpSpPr>
            <a:xfrm>
              <a:off x="510415" y="1049085"/>
              <a:ext cx="8313675" cy="1155939"/>
              <a:chOff x="510415" y="1045462"/>
              <a:chExt cx="8313675" cy="955964"/>
            </a:xfrm>
          </p:grpSpPr>
          <p:sp>
            <p:nvSpPr>
              <p:cNvPr id="20" name="Rectangle 19">
                <a:extLst>
                  <a:ext uri="{FF2B5EF4-FFF2-40B4-BE49-F238E27FC236}">
                    <a16:creationId xmlns:a16="http://schemas.microsoft.com/office/drawing/2014/main" id="{95A00408-F9EF-B62B-1361-74CD49EAE5F1}"/>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25" name="Arrow: Pentagon 24">
                <a:extLst>
                  <a:ext uri="{FF2B5EF4-FFF2-40B4-BE49-F238E27FC236}">
                    <a16:creationId xmlns:a16="http://schemas.microsoft.com/office/drawing/2014/main" id="{8D0F7FC0-295D-3E2C-EEC5-6583FA43407C}"/>
                  </a:ext>
                </a:extLst>
              </p:cNvPr>
              <p:cNvSpPr/>
              <p:nvPr/>
            </p:nvSpPr>
            <p:spPr>
              <a:xfrm>
                <a:off x="510415" y="1045462"/>
                <a:ext cx="2260213" cy="955964"/>
              </a:xfrm>
              <a:prstGeom prst="homePlate">
                <a:avLst>
                  <a:gd name="adj" fmla="val 29380"/>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[Investment Highlight #1]</a:t>
                </a:r>
              </a:p>
            </p:txBody>
          </p:sp>
          <p:sp>
            <p:nvSpPr>
              <p:cNvPr id="18" name="Rectangle 17">
                <a:extLst>
                  <a:ext uri="{FF2B5EF4-FFF2-40B4-BE49-F238E27FC236}">
                    <a16:creationId xmlns:a16="http://schemas.microsoft.com/office/drawing/2014/main" id="{560BF95E-74ED-E3A7-6168-0680555F2F9F}"/>
                  </a:ext>
                </a:extLst>
              </p:cNvPr>
              <p:cNvSpPr/>
              <p:nvPr/>
            </p:nvSpPr>
            <p:spPr>
              <a:xfrm>
                <a:off x="2770762" y="1045462"/>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p:txBody>
          </p:sp>
        </p:grpSp>
        <p:sp>
          <p:nvSpPr>
            <p:cNvPr id="43" name="Oval 42">
              <a:extLst>
                <a:ext uri="{FF2B5EF4-FFF2-40B4-BE49-F238E27FC236}">
                  <a16:creationId xmlns:a16="http://schemas.microsoft.com/office/drawing/2014/main" id="{A5BDFC9B-5F2B-42BA-043F-8C2197497F34}"/>
                </a:ext>
              </a:extLst>
            </p:cNvPr>
            <p:cNvSpPr/>
            <p:nvPr/>
          </p:nvSpPr>
          <p:spPr>
            <a:xfrm>
              <a:off x="235910" y="1352548"/>
              <a:ext cx="549012" cy="549012"/>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1</a:t>
              </a:r>
            </a:p>
          </p:txBody>
        </p:sp>
      </p:grpSp>
      <p:grpSp>
        <p:nvGrpSpPr>
          <p:cNvPr id="2246" name="Group 2245">
            <a:extLst>
              <a:ext uri="{FF2B5EF4-FFF2-40B4-BE49-F238E27FC236}">
                <a16:creationId xmlns:a16="http://schemas.microsoft.com/office/drawing/2014/main" id="{EC258830-0970-35D4-16E6-59F114AE6C76}"/>
              </a:ext>
            </a:extLst>
          </p:cNvPr>
          <p:cNvGrpSpPr/>
          <p:nvPr/>
        </p:nvGrpSpPr>
        <p:grpSpPr>
          <a:xfrm>
            <a:off x="235910" y="4632373"/>
            <a:ext cx="8588180" cy="1155939"/>
            <a:chOff x="235910" y="4632373"/>
            <a:chExt cx="8588180" cy="1155939"/>
          </a:xfrm>
        </p:grpSpPr>
        <p:grpSp>
          <p:nvGrpSpPr>
            <p:cNvPr id="53" name="Group 52">
              <a:extLst>
                <a:ext uri="{FF2B5EF4-FFF2-40B4-BE49-F238E27FC236}">
                  <a16:creationId xmlns:a16="http://schemas.microsoft.com/office/drawing/2014/main" id="{537826DA-D22A-1FD1-B444-43AD503B14AB}"/>
                </a:ext>
              </a:extLst>
            </p:cNvPr>
            <p:cNvGrpSpPr/>
            <p:nvPr/>
          </p:nvGrpSpPr>
          <p:grpSpPr>
            <a:xfrm>
              <a:off x="510415" y="4632373"/>
              <a:ext cx="8313675" cy="1155939"/>
              <a:chOff x="510415" y="1045462"/>
              <a:chExt cx="8313675" cy="955964"/>
            </a:xfrm>
          </p:grpSpPr>
          <p:sp>
            <p:nvSpPr>
              <p:cNvPr id="56" name="Rectangle 55">
                <a:extLst>
                  <a:ext uri="{FF2B5EF4-FFF2-40B4-BE49-F238E27FC236}">
                    <a16:creationId xmlns:a16="http://schemas.microsoft.com/office/drawing/2014/main" id="{AA5FC770-3994-7C60-93A2-E19E0C90CBC6}"/>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57" name="Arrow: Pentagon 56">
                <a:extLst>
                  <a:ext uri="{FF2B5EF4-FFF2-40B4-BE49-F238E27FC236}">
                    <a16:creationId xmlns:a16="http://schemas.microsoft.com/office/drawing/2014/main" id="{F77FA99E-D651-D394-9816-7782F9EC7E72}"/>
                  </a:ext>
                </a:extLst>
              </p:cNvPr>
              <p:cNvSpPr/>
              <p:nvPr/>
            </p:nvSpPr>
            <p:spPr>
              <a:xfrm>
                <a:off x="510415" y="1045462"/>
                <a:ext cx="2260213" cy="955964"/>
              </a:xfrm>
              <a:prstGeom prst="homePlate">
                <a:avLst>
                  <a:gd name="adj" fmla="val 28556"/>
                </a:avLst>
              </a:prstGeom>
              <a:solidFill>
                <a:schemeClr val="accent5"/>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[Investment Highlight #4]</a:t>
                </a:r>
              </a:p>
            </p:txBody>
          </p:sp>
          <p:sp>
            <p:nvSpPr>
              <p:cNvPr id="2240" name="Rectangle 2239">
                <a:extLst>
                  <a:ext uri="{FF2B5EF4-FFF2-40B4-BE49-F238E27FC236}">
                    <a16:creationId xmlns:a16="http://schemas.microsoft.com/office/drawing/2014/main" id="{77345182-53F9-59E0-DC80-DC71CCDB9033}"/>
                  </a:ext>
                </a:extLst>
              </p:cNvPr>
              <p:cNvSpPr/>
              <p:nvPr/>
            </p:nvSpPr>
            <p:spPr>
              <a:xfrm>
                <a:off x="2770762" y="1052940"/>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p:txBody>
          </p:sp>
        </p:grpSp>
        <p:sp>
          <p:nvSpPr>
            <p:cNvPr id="61" name="Oval 60">
              <a:extLst>
                <a:ext uri="{FF2B5EF4-FFF2-40B4-BE49-F238E27FC236}">
                  <a16:creationId xmlns:a16="http://schemas.microsoft.com/office/drawing/2014/main" id="{04859513-945D-682F-CBB8-D03A84FBE2A4}"/>
                </a:ext>
              </a:extLst>
            </p:cNvPr>
            <p:cNvSpPr/>
            <p:nvPr/>
          </p:nvSpPr>
          <p:spPr>
            <a:xfrm>
              <a:off x="235910" y="4935836"/>
              <a:ext cx="549012" cy="549012"/>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4</a:t>
              </a:r>
            </a:p>
          </p:txBody>
        </p:sp>
      </p:grpSp>
      <p:grpSp>
        <p:nvGrpSpPr>
          <p:cNvPr id="2245" name="Group 2244">
            <a:extLst>
              <a:ext uri="{FF2B5EF4-FFF2-40B4-BE49-F238E27FC236}">
                <a16:creationId xmlns:a16="http://schemas.microsoft.com/office/drawing/2014/main" id="{2C560181-05C8-1A06-F9E2-C7C347320323}"/>
              </a:ext>
            </a:extLst>
          </p:cNvPr>
          <p:cNvGrpSpPr/>
          <p:nvPr/>
        </p:nvGrpSpPr>
        <p:grpSpPr>
          <a:xfrm>
            <a:off x="235910" y="3437943"/>
            <a:ext cx="8588180" cy="1155939"/>
            <a:chOff x="235910" y="3437943"/>
            <a:chExt cx="8588180" cy="1155939"/>
          </a:xfrm>
        </p:grpSpPr>
        <p:grpSp>
          <p:nvGrpSpPr>
            <p:cNvPr id="48" name="Group 47">
              <a:extLst>
                <a:ext uri="{FF2B5EF4-FFF2-40B4-BE49-F238E27FC236}">
                  <a16:creationId xmlns:a16="http://schemas.microsoft.com/office/drawing/2014/main" id="{70A286B5-4310-5EDB-AE06-EC035D37FABF}"/>
                </a:ext>
              </a:extLst>
            </p:cNvPr>
            <p:cNvGrpSpPr/>
            <p:nvPr/>
          </p:nvGrpSpPr>
          <p:grpSpPr>
            <a:xfrm>
              <a:off x="510415" y="3437943"/>
              <a:ext cx="8313675" cy="1155939"/>
              <a:chOff x="510415" y="1045462"/>
              <a:chExt cx="8313675" cy="955964"/>
            </a:xfrm>
          </p:grpSpPr>
          <p:sp>
            <p:nvSpPr>
              <p:cNvPr id="49" name="Rectangle 48">
                <a:extLst>
                  <a:ext uri="{FF2B5EF4-FFF2-40B4-BE49-F238E27FC236}">
                    <a16:creationId xmlns:a16="http://schemas.microsoft.com/office/drawing/2014/main" id="{6A7B9090-538D-6637-108F-4C027FD91686}"/>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50" name="Arrow: Pentagon 49">
                <a:extLst>
                  <a:ext uri="{FF2B5EF4-FFF2-40B4-BE49-F238E27FC236}">
                    <a16:creationId xmlns:a16="http://schemas.microsoft.com/office/drawing/2014/main" id="{DA9E7EB5-2D37-AC69-4261-81B5A24DE58A}"/>
                  </a:ext>
                </a:extLst>
              </p:cNvPr>
              <p:cNvSpPr/>
              <p:nvPr/>
            </p:nvSpPr>
            <p:spPr>
              <a:xfrm>
                <a:off x="510415" y="1045462"/>
                <a:ext cx="2260213" cy="955964"/>
              </a:xfrm>
              <a:prstGeom prst="homePlate">
                <a:avLst>
                  <a:gd name="adj" fmla="val 28556"/>
                </a:avLst>
              </a:prstGeom>
              <a:solidFill>
                <a:schemeClr val="accent3"/>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[Investment Highlight #3]</a:t>
                </a:r>
              </a:p>
            </p:txBody>
          </p:sp>
          <p:sp>
            <p:nvSpPr>
              <p:cNvPr id="52" name="Rectangle 51">
                <a:extLst>
                  <a:ext uri="{FF2B5EF4-FFF2-40B4-BE49-F238E27FC236}">
                    <a16:creationId xmlns:a16="http://schemas.microsoft.com/office/drawing/2014/main" id="{95101C11-8CD3-53BF-BDC7-C81866CC4352}"/>
                  </a:ext>
                </a:extLst>
              </p:cNvPr>
              <p:cNvSpPr/>
              <p:nvPr/>
            </p:nvSpPr>
            <p:spPr>
              <a:xfrm>
                <a:off x="2770762" y="1052942"/>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p:txBody>
          </p:sp>
        </p:grpSp>
        <p:sp>
          <p:nvSpPr>
            <p:cNvPr id="2290" name="Oval 2289">
              <a:extLst>
                <a:ext uri="{FF2B5EF4-FFF2-40B4-BE49-F238E27FC236}">
                  <a16:creationId xmlns:a16="http://schemas.microsoft.com/office/drawing/2014/main" id="{E88DEFC3-A1FE-152C-BA64-27D885B5CE67}"/>
                </a:ext>
              </a:extLst>
            </p:cNvPr>
            <p:cNvSpPr/>
            <p:nvPr/>
          </p:nvSpPr>
          <p:spPr>
            <a:xfrm>
              <a:off x="235910" y="3741406"/>
              <a:ext cx="549012" cy="549012"/>
            </a:xfrm>
            <a:prstGeom prst="ellips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3</a:t>
              </a:r>
            </a:p>
          </p:txBody>
        </p:sp>
      </p:grpSp>
      <p:grpSp>
        <p:nvGrpSpPr>
          <p:cNvPr id="2244" name="Group 2243">
            <a:extLst>
              <a:ext uri="{FF2B5EF4-FFF2-40B4-BE49-F238E27FC236}">
                <a16:creationId xmlns:a16="http://schemas.microsoft.com/office/drawing/2014/main" id="{72763FA1-C61E-F3FA-73F7-6B94CBCDFC7D}"/>
              </a:ext>
            </a:extLst>
          </p:cNvPr>
          <p:cNvGrpSpPr/>
          <p:nvPr/>
        </p:nvGrpSpPr>
        <p:grpSpPr>
          <a:xfrm>
            <a:off x="235910" y="2243514"/>
            <a:ext cx="8588180" cy="1155939"/>
            <a:chOff x="235910" y="2243514"/>
            <a:chExt cx="8588180" cy="1155939"/>
          </a:xfrm>
        </p:grpSpPr>
        <p:grpSp>
          <p:nvGrpSpPr>
            <p:cNvPr id="34" name="Group 33">
              <a:extLst>
                <a:ext uri="{FF2B5EF4-FFF2-40B4-BE49-F238E27FC236}">
                  <a16:creationId xmlns:a16="http://schemas.microsoft.com/office/drawing/2014/main" id="{478AF046-445A-B59F-4E72-C48D8D071E00}"/>
                </a:ext>
              </a:extLst>
            </p:cNvPr>
            <p:cNvGrpSpPr/>
            <p:nvPr/>
          </p:nvGrpSpPr>
          <p:grpSpPr>
            <a:xfrm>
              <a:off x="510415" y="2243514"/>
              <a:ext cx="8313675" cy="1155939"/>
              <a:chOff x="510415" y="1045462"/>
              <a:chExt cx="8313675" cy="955964"/>
            </a:xfrm>
          </p:grpSpPr>
          <p:sp>
            <p:nvSpPr>
              <p:cNvPr id="35" name="Rectangle 34">
                <a:extLst>
                  <a:ext uri="{FF2B5EF4-FFF2-40B4-BE49-F238E27FC236}">
                    <a16:creationId xmlns:a16="http://schemas.microsoft.com/office/drawing/2014/main" id="{01011192-395F-91FA-6693-E5BC3B277B7E}"/>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36" name="Arrow: Pentagon 35">
                <a:extLst>
                  <a:ext uri="{FF2B5EF4-FFF2-40B4-BE49-F238E27FC236}">
                    <a16:creationId xmlns:a16="http://schemas.microsoft.com/office/drawing/2014/main" id="{18D8D718-3AC8-6B61-A6C8-BDD537B588CD}"/>
                  </a:ext>
                </a:extLst>
              </p:cNvPr>
              <p:cNvSpPr/>
              <p:nvPr/>
            </p:nvSpPr>
            <p:spPr>
              <a:xfrm>
                <a:off x="510415" y="1045462"/>
                <a:ext cx="2260213" cy="955964"/>
              </a:xfrm>
              <a:prstGeom prst="homePlate">
                <a:avLst>
                  <a:gd name="adj" fmla="val 29380"/>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[Investment Highlight #2]</a:t>
                </a:r>
              </a:p>
            </p:txBody>
          </p:sp>
          <p:sp>
            <p:nvSpPr>
              <p:cNvPr id="44" name="Rectangle 43">
                <a:extLst>
                  <a:ext uri="{FF2B5EF4-FFF2-40B4-BE49-F238E27FC236}">
                    <a16:creationId xmlns:a16="http://schemas.microsoft.com/office/drawing/2014/main" id="{A1B40AEA-3012-F2E5-FC92-41A5A7E9191F}"/>
                  </a:ext>
                </a:extLst>
              </p:cNvPr>
              <p:cNvSpPr/>
              <p:nvPr/>
            </p:nvSpPr>
            <p:spPr>
              <a:xfrm>
                <a:off x="2770762" y="1052943"/>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[x]</a:t>
                </a:r>
              </a:p>
            </p:txBody>
          </p:sp>
        </p:grpSp>
        <p:sp>
          <p:nvSpPr>
            <p:cNvPr id="55" name="Oval 54">
              <a:extLst>
                <a:ext uri="{FF2B5EF4-FFF2-40B4-BE49-F238E27FC236}">
                  <a16:creationId xmlns:a16="http://schemas.microsoft.com/office/drawing/2014/main" id="{E5E02658-EAF7-4DAF-78A6-42A3051D7A04}"/>
                </a:ext>
              </a:extLst>
            </p:cNvPr>
            <p:cNvSpPr/>
            <p:nvPr/>
          </p:nvSpPr>
          <p:spPr>
            <a:xfrm>
              <a:off x="235910" y="2546977"/>
              <a:ext cx="549012" cy="549012"/>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2</a:t>
              </a:r>
            </a:p>
          </p:txBody>
        </p:sp>
      </p:grpSp>
    </p:spTree>
    <p:extLst>
      <p:ext uri="{BB962C8B-B14F-4D97-AF65-F5344CB8AC3E}">
        <p14:creationId xmlns:p14="http://schemas.microsoft.com/office/powerpoint/2010/main" val="159724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0F75E-E01E-A520-7648-BE2123D03351}"/>
            </a:ext>
          </a:extLst>
        </p:cNvPr>
        <p:cNvGrpSpPr/>
        <p:nvPr/>
      </p:nvGrpSpPr>
      <p:grpSpPr>
        <a:xfrm>
          <a:off x="0" y="0"/>
          <a:ext cx="0" cy="0"/>
          <a:chOff x="0" y="0"/>
          <a:chExt cx="0" cy="0"/>
        </a:xfrm>
      </p:grpSpPr>
      <p:graphicFrame>
        <p:nvGraphicFramePr>
          <p:cNvPr id="1216" name="Table 1215">
            <a:extLst>
              <a:ext uri="{FF2B5EF4-FFF2-40B4-BE49-F238E27FC236}">
                <a16:creationId xmlns:a16="http://schemas.microsoft.com/office/drawing/2014/main" id="{F27B3196-583A-F888-B016-C3D764D21276}"/>
              </a:ext>
            </a:extLst>
          </p:cNvPr>
          <p:cNvGraphicFramePr>
            <a:graphicFrameLocks noGrp="1"/>
          </p:cNvGraphicFramePr>
          <p:nvPr>
            <p:extLst>
              <p:ext uri="{D42A27DB-BD31-4B8C-83A1-F6EECF244321}">
                <p14:modId xmlns:p14="http://schemas.microsoft.com/office/powerpoint/2010/main" val="1637623852"/>
              </p:ext>
            </p:extLst>
          </p:nvPr>
        </p:nvGraphicFramePr>
        <p:xfrm>
          <a:off x="326782" y="1097280"/>
          <a:ext cx="8496934" cy="5230050"/>
        </p:xfrm>
        <a:graphic>
          <a:graphicData uri="http://schemas.openxmlformats.org/drawingml/2006/table">
            <a:tbl>
              <a:tblPr firstRow="1" bandRow="1">
                <a:tableStyleId>{5C22544A-7EE6-4342-B048-85BDC9FD1C3A}</a:tableStyleId>
              </a:tblPr>
              <a:tblGrid>
                <a:gridCol w="1515334">
                  <a:extLst>
                    <a:ext uri="{9D8B030D-6E8A-4147-A177-3AD203B41FA5}">
                      <a16:colId xmlns:a16="http://schemas.microsoft.com/office/drawing/2014/main" val="2612546772"/>
                    </a:ext>
                  </a:extLst>
                </a:gridCol>
                <a:gridCol w="3490800">
                  <a:extLst>
                    <a:ext uri="{9D8B030D-6E8A-4147-A177-3AD203B41FA5}">
                      <a16:colId xmlns:a16="http://schemas.microsoft.com/office/drawing/2014/main" val="1050933617"/>
                    </a:ext>
                  </a:extLst>
                </a:gridCol>
                <a:gridCol w="3490800">
                  <a:extLst>
                    <a:ext uri="{9D8B030D-6E8A-4147-A177-3AD203B41FA5}">
                      <a16:colId xmlns:a16="http://schemas.microsoft.com/office/drawing/2014/main" val="593983270"/>
                    </a:ext>
                  </a:extLst>
                </a:gridCol>
              </a:tblGrid>
              <a:tr h="256085">
                <a:tc>
                  <a:txBody>
                    <a:bodyPr/>
                    <a:lstStyle/>
                    <a:p>
                      <a:endParaRPr lang="en-US" sz="1100">
                        <a:latin typeface="Palatino Linotype" panose="0204050205050503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US" sz="1000" dirty="0">
                        <a:latin typeface="Palatino Linotype" panose="02040502050505030304" pitchFamily="18" charset="0"/>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100">
                        <a:latin typeface="Palatino Linotype" panose="02040502050505030304" pitchFamily="18" charset="0"/>
                      </a:endParaRPr>
                    </a:p>
                  </a:txBody>
                  <a:tcPr>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1403807"/>
                  </a:ext>
                </a:extLst>
              </a:tr>
              <a:tr h="843574">
                <a:tc>
                  <a:txBody>
                    <a:bodyPr/>
                    <a:lstStyle/>
                    <a:p>
                      <a:pPr algn="ctr"/>
                      <a:r>
                        <a:rPr lang="en-US" sz="1100" b="1">
                          <a:solidFill>
                            <a:schemeClr val="bg1"/>
                          </a:solidFill>
                          <a:latin typeface="Palatino Linotype" panose="02040502050505030304" pitchFamily="18" charset="0"/>
                        </a:rPr>
                        <a:t>Overview</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lang="en-US" sz="1000" dirty="0">
                          <a:latin typeface="Palatino Linotype" panose="02040502050505030304" pitchFamily="18" charset="0"/>
                        </a:rPr>
                        <a:t>[x]</a:t>
                      </a:r>
                    </a:p>
                    <a:p>
                      <a:pPr marL="171450" indent="-171450" algn="l">
                        <a:buFont typeface="Wingdings" panose="05000000000000000000" pitchFamily="2" charset="2"/>
                        <a:buChar char="§"/>
                      </a:pP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lang="en-US" sz="1000" dirty="0">
                          <a:latin typeface="Palatino Linotype" panose="02040502050505030304" pitchFamily="18" charset="0"/>
                        </a:rPr>
                        <a:t>[x]</a:t>
                      </a:r>
                    </a:p>
                    <a:p>
                      <a:pPr marL="171450" indent="-171450" algn="l">
                        <a:buFont typeface="Wingdings" panose="05000000000000000000" pitchFamily="2" charset="2"/>
                        <a:buChar cha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8588912"/>
                  </a:ext>
                </a:extLst>
              </a:tr>
              <a:tr h="256085">
                <a:tc>
                  <a:txBody>
                    <a:bodyPr/>
                    <a:lstStyle/>
                    <a:p>
                      <a:pPr algn="ctr"/>
                      <a:r>
                        <a:rPr lang="en-US" sz="1100" b="1">
                          <a:solidFill>
                            <a:schemeClr val="bg1"/>
                          </a:solidFill>
                          <a:latin typeface="Palatino Linotype" panose="02040502050505030304" pitchFamily="18" charset="0"/>
                        </a:rPr>
                        <a:t>Headquarters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2239830"/>
                  </a:ext>
                </a:extLst>
              </a:tr>
              <a:tr h="256085">
                <a:tc>
                  <a:txBody>
                    <a:bodyPr/>
                    <a:lstStyle/>
                    <a:p>
                      <a:pPr algn="ctr"/>
                      <a:r>
                        <a:rPr lang="en-US" sz="1100" b="1" dirty="0">
                          <a:solidFill>
                            <a:schemeClr val="bg1"/>
                          </a:solidFill>
                          <a:latin typeface="Palatino Linotype" panose="02040502050505030304" pitchFamily="18" charset="0"/>
                        </a:rPr>
                        <a:t>Year Founded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930638"/>
                  </a:ext>
                </a:extLst>
              </a:tr>
              <a:tr h="391659">
                <a:tc>
                  <a:txBody>
                    <a:bodyPr/>
                    <a:lstStyle/>
                    <a:p>
                      <a:pPr algn="ctr"/>
                      <a:r>
                        <a:rPr lang="en-US" sz="1100" b="1" dirty="0">
                          <a:solidFill>
                            <a:schemeClr val="bg1"/>
                          </a:solidFill>
                          <a:latin typeface="Palatino Linotype" panose="02040502050505030304" pitchFamily="18" charset="0"/>
                        </a:rPr>
                        <a:t>[Relevant Metric]</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075465"/>
                  </a:ext>
                </a:extLst>
              </a:tr>
              <a:tr h="391659">
                <a:tc>
                  <a:txBody>
                    <a:bodyPr/>
                    <a:lstStyle/>
                    <a:p>
                      <a:pPr algn="ctr"/>
                      <a:r>
                        <a:rPr lang="en-US" sz="1100" b="1" dirty="0">
                          <a:solidFill>
                            <a:schemeClr val="bg1"/>
                          </a:solidFill>
                          <a:latin typeface="Palatino Linotype" panose="02040502050505030304" pitchFamily="18" charset="0"/>
                        </a:rPr>
                        <a:t>[Relevant Metric]</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0866258"/>
                  </a:ext>
                </a:extLst>
              </a:tr>
              <a:tr h="256085">
                <a:tc>
                  <a:txBody>
                    <a:bodyPr/>
                    <a:lstStyle/>
                    <a:p>
                      <a:pPr algn="ctr"/>
                      <a:r>
                        <a:rPr lang="en-US" sz="1100" b="1" dirty="0">
                          <a:solidFill>
                            <a:schemeClr val="bg1"/>
                          </a:solidFill>
                          <a:latin typeface="Palatino Linotype" panose="02040502050505030304" pitchFamily="18" charset="0"/>
                        </a:rPr>
                        <a:t>[Relevant Metric]</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1368760"/>
                  </a:ext>
                </a:extLst>
              </a:tr>
              <a:tr h="391659">
                <a:tc>
                  <a:txBody>
                    <a:bodyPr/>
                    <a:lstStyle/>
                    <a:p>
                      <a:pPr algn="ctr"/>
                      <a:r>
                        <a:rPr lang="en-US" sz="1100" b="1" dirty="0">
                          <a:solidFill>
                            <a:schemeClr val="bg1"/>
                          </a:solidFill>
                          <a:latin typeface="Palatino Linotype" panose="02040502050505030304" pitchFamily="18" charset="0"/>
                        </a:rPr>
                        <a:t>[Relevant Metric]</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3503752"/>
                  </a:ext>
                </a:extLst>
              </a:tr>
              <a:tr h="256085">
                <a:tc>
                  <a:txBody>
                    <a:bodyPr/>
                    <a:lstStyle/>
                    <a:p>
                      <a:pPr algn="ctr"/>
                      <a:r>
                        <a:rPr lang="en-US" sz="1100" b="1" dirty="0">
                          <a:solidFill>
                            <a:schemeClr val="bg1"/>
                          </a:solidFill>
                          <a:latin typeface="Palatino Linotype" panose="02040502050505030304" pitchFamily="18" charset="0"/>
                        </a:rPr>
                        <a:t>[Relevant Metric]</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442278"/>
                  </a:ext>
                </a:extLst>
              </a:tr>
              <a:tr h="421787">
                <a:tc>
                  <a:txBody>
                    <a:bodyPr/>
                    <a:lstStyle/>
                    <a:p>
                      <a:pPr algn="ctr"/>
                      <a:r>
                        <a:rPr lang="en-US" sz="1100" b="1" dirty="0">
                          <a:solidFill>
                            <a:schemeClr val="bg1"/>
                          </a:solidFill>
                          <a:latin typeface="Palatino Linotype" panose="02040502050505030304" pitchFamily="18" charset="0"/>
                        </a:rPr>
                        <a:t>[Relevant Metric]</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[x]</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9379732"/>
                  </a:ext>
                </a:extLst>
              </a:tr>
              <a:tr h="256085">
                <a:tc>
                  <a:txBody>
                    <a:bodyPr/>
                    <a:lstStyle/>
                    <a:p>
                      <a:pPr algn="ctr"/>
                      <a:r>
                        <a:rPr lang="en-US" sz="1100" b="1">
                          <a:solidFill>
                            <a:schemeClr val="bg1"/>
                          </a:solidFill>
                          <a:latin typeface="Palatino Linotype" panose="02040502050505030304" pitchFamily="18" charset="0"/>
                        </a:rPr>
                        <a:t>[Relevant Metric]</a:t>
                      </a:r>
                      <a:endParaRPr lang="en-US" sz="1100" b="1" dirty="0">
                        <a:solidFill>
                          <a:schemeClr val="bg1"/>
                        </a:solidFill>
                        <a:latin typeface="Palatino Linotype" panose="02040502050505030304" pitchFamily="18" charset="0"/>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282326"/>
                  </a:ext>
                </a:extLst>
              </a:tr>
              <a:tr h="542297">
                <a:tc>
                  <a:txBody>
                    <a:bodyPr/>
                    <a:lstStyle/>
                    <a:p>
                      <a:pPr algn="ctr"/>
                      <a:r>
                        <a:rPr lang="en-US" sz="1100" b="1" dirty="0">
                          <a:solidFill>
                            <a:schemeClr val="bg1"/>
                          </a:solidFill>
                          <a:latin typeface="Palatino Linotype" panose="02040502050505030304" pitchFamily="18" charset="0"/>
                        </a:rPr>
                        <a:t>Scale KPIs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dirty="0">
                          <a:latin typeface="Palatino Linotype" panose="02040502050505030304" pitchFamily="18" charset="0"/>
                        </a:rPr>
                        <a:t>[x]</a:t>
                      </a:r>
                    </a:p>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dirty="0">
                          <a:latin typeface="Palatino Linotype" panose="02040502050505030304" pitchFamily="18" charset="0"/>
                        </a:rPr>
                        <a:t>[x]</a:t>
                      </a:r>
                    </a:p>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dirty="0">
                          <a:latin typeface="Palatino Linotype" panose="02040502050505030304" pitchFamily="18" charset="0"/>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166535"/>
                  </a:ext>
                </a:extLst>
              </a:tr>
              <a:tr h="692935">
                <a:tc>
                  <a:txBody>
                    <a:bodyPr/>
                    <a:lstStyle/>
                    <a:p>
                      <a:pPr algn="ctr"/>
                      <a:r>
                        <a:rPr lang="en-US" sz="1100" b="1">
                          <a:solidFill>
                            <a:schemeClr val="bg1"/>
                          </a:solidFill>
                          <a:latin typeface="Palatino Linotype" panose="02040502050505030304" pitchFamily="18" charset="0"/>
                        </a:rPr>
                        <a:t>Strategic Rationale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marL="0" indent="0" algn="ctr">
                        <a:buFont typeface="Wingdings" panose="05000000000000000000" pitchFamily="2" charset="2"/>
                        <a:buNone/>
                      </a:pPr>
                      <a:r>
                        <a:rPr lang="en-US" sz="1000" b="1" dirty="0">
                          <a:latin typeface="Palatino Linotype" panose="02040502050505030304" pitchFamily="18" charset="0"/>
                        </a:rPr>
                        <a:t>[x]</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indent="0" algn="ctr" defTabSz="914400" rtl="0" eaLnBrk="1" latinLnBrk="0" hangingPunct="1">
                        <a:buFont typeface="Wingdings" panose="05000000000000000000" pitchFamily="2" charset="2"/>
                        <a:buNone/>
                      </a:pPr>
                      <a:r>
                        <a:rPr lang="en-US" sz="1000" b="1" kern="1200" dirty="0">
                          <a:solidFill>
                            <a:schemeClr val="dk1"/>
                          </a:solidFill>
                          <a:latin typeface="Palatino Linotype" panose="02040502050505030304" pitchFamily="18" charset="0"/>
                          <a:ea typeface="+mn-ea"/>
                          <a:cs typeface="+mn-cs"/>
                        </a:rPr>
                        <a:t>[x]</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27259398"/>
                  </a:ext>
                </a:extLst>
              </a:tr>
            </a:tbl>
          </a:graphicData>
        </a:graphic>
      </p:graphicFrame>
      <p:sp>
        <p:nvSpPr>
          <p:cNvPr id="2" name="Title 1">
            <a:extLst>
              <a:ext uri="{FF2B5EF4-FFF2-40B4-BE49-F238E27FC236}">
                <a16:creationId xmlns:a16="http://schemas.microsoft.com/office/drawing/2014/main" id="{860B30F6-63CD-737D-9688-147C4361CF30}"/>
              </a:ext>
            </a:extLst>
          </p:cNvPr>
          <p:cNvSpPr>
            <a:spLocks noGrp="1"/>
          </p:cNvSpPr>
          <p:nvPr>
            <p:ph type="title"/>
          </p:nvPr>
        </p:nvSpPr>
        <p:spPr/>
        <p:txBody>
          <a:bodyPr/>
          <a:lstStyle/>
          <a:p>
            <a:r>
              <a:rPr lang="en-US" dirty="0"/>
              <a:t>Potential [x] Market Entry Targets</a:t>
            </a:r>
            <a:endParaRPr lang="en-CA" dirty="0">
              <a:solidFill>
                <a:srgbClr val="FF0000"/>
              </a:solidFill>
            </a:endParaRPr>
          </a:p>
        </p:txBody>
      </p:sp>
      <p:sp>
        <p:nvSpPr>
          <p:cNvPr id="5" name="Slide Number Placeholder 4">
            <a:extLst>
              <a:ext uri="{FF2B5EF4-FFF2-40B4-BE49-F238E27FC236}">
                <a16:creationId xmlns:a16="http://schemas.microsoft.com/office/drawing/2014/main" id="{9AECB8E7-E38A-9230-C552-E8B1B4B46F24}"/>
              </a:ext>
            </a:extLst>
          </p:cNvPr>
          <p:cNvSpPr>
            <a:spLocks noGrp="1"/>
          </p:cNvSpPr>
          <p:nvPr>
            <p:ph type="sldNum" sz="quarter" idx="12"/>
          </p:nvPr>
        </p:nvSpPr>
        <p:spPr/>
        <p:txBody>
          <a:bodyPr/>
          <a:lstStyle/>
          <a:p>
            <a:fld id="{B0BBF262-6B1A-47DC-B7A7-A92B0DCA2A1B}" type="slidenum">
              <a:rPr lang="en-CA" smtClean="0"/>
              <a:t>12</a:t>
            </a:fld>
            <a:endParaRPr lang="en-CA"/>
          </a:p>
        </p:txBody>
      </p:sp>
      <p:sp>
        <p:nvSpPr>
          <p:cNvPr id="4" name="Text Placeholder 3">
            <a:extLst>
              <a:ext uri="{FF2B5EF4-FFF2-40B4-BE49-F238E27FC236}">
                <a16:creationId xmlns:a16="http://schemas.microsoft.com/office/drawing/2014/main" id="{6866552C-3098-F8EA-958A-E384C5F8FF91}"/>
              </a:ext>
            </a:extLst>
          </p:cNvPr>
          <p:cNvSpPr>
            <a:spLocks noGrp="1"/>
          </p:cNvSpPr>
          <p:nvPr>
            <p:ph type="body" sz="quarter" idx="13"/>
          </p:nvPr>
        </p:nvSpPr>
        <p:spPr/>
        <p:txBody>
          <a:bodyPr/>
          <a:lstStyle/>
          <a:p>
            <a:r>
              <a:rPr lang="en-US" dirty="0"/>
              <a:t>Source: Public sources</a:t>
            </a:r>
          </a:p>
        </p:txBody>
      </p:sp>
      <p:sp>
        <p:nvSpPr>
          <p:cNvPr id="6" name="Rectangle 5">
            <a:extLst>
              <a:ext uri="{FF2B5EF4-FFF2-40B4-BE49-F238E27FC236}">
                <a16:creationId xmlns:a16="http://schemas.microsoft.com/office/drawing/2014/main" id="{53AAE883-B8DA-DE71-9571-DC5AD48E5C63}"/>
              </a:ext>
            </a:extLst>
          </p:cNvPr>
          <p:cNvSpPr/>
          <p:nvPr/>
        </p:nvSpPr>
        <p:spPr>
          <a:xfrm>
            <a:off x="61590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[Placeholder for Logo]</a:t>
            </a:r>
          </a:p>
        </p:txBody>
      </p:sp>
      <p:sp>
        <p:nvSpPr>
          <p:cNvPr id="8" name="Rectangle 7">
            <a:extLst>
              <a:ext uri="{FF2B5EF4-FFF2-40B4-BE49-F238E27FC236}">
                <a16:creationId xmlns:a16="http://schemas.microsoft.com/office/drawing/2014/main" id="{B786E451-AD97-4581-2A71-A3B38A55D816}"/>
              </a:ext>
            </a:extLst>
          </p:cNvPr>
          <p:cNvSpPr/>
          <p:nvPr/>
        </p:nvSpPr>
        <p:spPr>
          <a:xfrm>
            <a:off x="26682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[Placeholder for Logo]</a:t>
            </a:r>
          </a:p>
        </p:txBody>
      </p:sp>
    </p:spTree>
    <p:extLst>
      <p:ext uri="{BB962C8B-B14F-4D97-AF65-F5344CB8AC3E}">
        <p14:creationId xmlns:p14="http://schemas.microsoft.com/office/powerpoint/2010/main" val="3224510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Disclaimer</a:t>
            </a:r>
            <a:endParaRPr lang="en-CA" sz="2200" dirty="0"/>
          </a:p>
        </p:txBody>
      </p:sp>
      <p:sp>
        <p:nvSpPr>
          <p:cNvPr id="6" name="Slide Number Placeholder 1">
            <a:extLst>
              <a:ext uri="{FF2B5EF4-FFF2-40B4-BE49-F238E27FC236}">
                <a16:creationId xmlns:a16="http://schemas.microsoft.com/office/drawing/2014/main" id="{25E521DA-3961-4266-8E9E-CA1B875B70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45528576-AE45-E97C-EBC1-B75BE9D4E42A}"/>
              </a:ext>
            </a:extLst>
          </p:cNvPr>
          <p:cNvSpPr>
            <a:spLocks noGrp="1"/>
          </p:cNvSpPr>
          <p:nvPr>
            <p:ph type="body" sz="quarter" idx="13"/>
          </p:nvPr>
        </p:nvSpPr>
        <p:spPr/>
        <p:txBody>
          <a:bodyPr/>
          <a:lstStyle/>
          <a:p>
            <a:endParaRPr lang="en-US"/>
          </a:p>
        </p:txBody>
      </p:sp>
      <p:sp>
        <p:nvSpPr>
          <p:cNvPr id="5" name="TextBox 4"/>
          <p:cNvSpPr txBox="1"/>
          <p:nvPr/>
        </p:nvSpPr>
        <p:spPr>
          <a:xfrm>
            <a:off x="324000" y="1023670"/>
            <a:ext cx="8496000" cy="2296160"/>
          </a:xfrm>
          <a:prstGeom prst="rect">
            <a:avLst/>
          </a:prstGeom>
          <a:noFill/>
        </p:spPr>
        <p:txBody>
          <a:bodyPr wrap="square" lIns="36000" tIns="36000" rIns="36000" bIns="36000" rtlCol="0">
            <a:noAutofit/>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These materials are confidential and proprietary to, and may not be reproduced, disseminated or referred to, in whole or in part without the prior consent of INFOR Financial Inc. (“INFOR Financial”). These materials have been prepared exclusively for the INFOR Financial client or potential client to which such materials are delivered and may not be used for any purpose other than as authorized in writing by INFOR Financial. INFOR Financial assumes no responsibility for verification of the information in these materials, and no representation or warranty is made as to the accuracy or completeness of such information. INFOR Financial assumes no obligation to correct or update these materials. These materials do not contain all information that may be required to evaluate, and do not constitute a recommendation with respect to, any transaction or matter. Any recipient of these materials should conduct its own independent analysis of the matters referred to herein. </a:t>
            </a:r>
          </a:p>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Financial does not provide tax or legal advice. Any discussion of tax matters in these materials (i) is not intended to be used, and cannot be used or relied upon, for the purposes of avoiding any tax penalties and (ii) may have been written in connection with the “promotion or marketing” of the transaction or matter described herein. Accordingly, the recipient should seek advice based on its particular circumstances from an independent tax advisor. </a:t>
            </a:r>
          </a:p>
        </p:txBody>
      </p:sp>
    </p:spTree>
    <p:custDataLst>
      <p:tags r:id="rId1"/>
    </p:custDataLst>
    <p:extLst>
      <p:ext uri="{BB962C8B-B14F-4D97-AF65-F5344CB8AC3E}">
        <p14:creationId xmlns:p14="http://schemas.microsoft.com/office/powerpoint/2010/main" val="3552526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dirty="0"/>
              <a:t>Contact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srgbClr val="0E213F"/>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dirty="0">
              <a:ln>
                <a:noFill/>
              </a:ln>
              <a:solidFill>
                <a:srgbClr val="0E213F"/>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E21B5470-253D-5853-D8CD-FA4A9CE09688}"/>
              </a:ext>
            </a:extLst>
          </p:cNvPr>
          <p:cNvSpPr>
            <a:spLocks noGrp="1"/>
          </p:cNvSpPr>
          <p:nvPr>
            <p:ph type="body" sz="quarter" idx="13"/>
          </p:nvPr>
        </p:nvSpPr>
        <p:spPr/>
        <p:txBody>
          <a:bodyPr/>
          <a:lstStyle/>
          <a:p>
            <a:endParaRPr lang="en-US"/>
          </a:p>
        </p:txBody>
      </p:sp>
      <p:graphicFrame>
        <p:nvGraphicFramePr>
          <p:cNvPr id="8" name="Table 7"/>
          <p:cNvGraphicFramePr>
            <a:graphicFrameLocks noGrp="1"/>
          </p:cNvGraphicFramePr>
          <p:nvPr/>
        </p:nvGraphicFramePr>
        <p:xfrm>
          <a:off x="1586096"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Neil Selfe,</a:t>
                      </a:r>
                      <a:r>
                        <a:rPr lang="en-CA" sz="1200" baseline="0" dirty="0">
                          <a:latin typeface="Palatino Linotype" panose="02040502050505030304" pitchFamily="18" charset="0"/>
                        </a:rPr>
                        <a:t> Managing Principal</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(416) 560-5551</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nselfe@inforfg.com</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2772000" y="1957287"/>
          <a:ext cx="3600000" cy="70104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tblGrid>
              <a:tr h="43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000" b="0" dirty="0">
                          <a:solidFill>
                            <a:schemeClr val="tx1"/>
                          </a:solidFill>
                          <a:latin typeface="Palatino Linotype" panose="02040502050505030304" pitchFamily="18" charset="0"/>
                        </a:rPr>
                        <a:t>200 Bay</a:t>
                      </a:r>
                      <a:r>
                        <a:rPr lang="en-CA" sz="1000" b="0" baseline="0" dirty="0">
                          <a:solidFill>
                            <a:schemeClr val="tx1"/>
                          </a:solidFill>
                          <a:latin typeface="Palatino Linotype" panose="02040502050505030304" pitchFamily="18" charset="0"/>
                        </a:rPr>
                        <a:t> Street, Suite 2350</a:t>
                      </a:r>
                      <a:endParaRPr lang="en-CA" sz="1000" b="0" dirty="0">
                        <a:solidFill>
                          <a:schemeClr val="tx1"/>
                        </a:solidFill>
                        <a:latin typeface="Palatino Linotype" panose="02040502050505030304" pitchFamily="18" charset="0"/>
                      </a:endParaRPr>
                    </a:p>
                    <a:p>
                      <a:pPr algn="ctr"/>
                      <a:r>
                        <a:rPr lang="en-CA" sz="1000" b="0" baseline="0" dirty="0">
                          <a:solidFill>
                            <a:schemeClr val="tx1"/>
                          </a:solidFill>
                          <a:latin typeface="Palatino Linotype" panose="02040502050505030304" pitchFamily="18" charset="0"/>
                        </a:rPr>
                        <a:t> Toronto, Ontario</a:t>
                      </a:r>
                    </a:p>
                    <a:p>
                      <a:pPr algn="ctr"/>
                      <a:r>
                        <a:rPr lang="en-CA" sz="1000" b="0" baseline="0" dirty="0">
                          <a:solidFill>
                            <a:schemeClr val="tx1"/>
                          </a:solidFill>
                          <a:latin typeface="Palatino Linotype" panose="02040502050505030304" pitchFamily="18" charset="0"/>
                        </a:rPr>
                        <a:t>Canada</a:t>
                      </a:r>
                    </a:p>
                    <a:p>
                      <a:pPr algn="ctr"/>
                      <a:r>
                        <a:rPr lang="en-CA" sz="1000" b="0" baseline="0" dirty="0">
                          <a:solidFill>
                            <a:schemeClr val="tx1"/>
                          </a:solidFill>
                          <a:latin typeface="Palatino Linotype" panose="02040502050505030304" pitchFamily="18" charset="0"/>
                        </a:rPr>
                        <a:t>M5J 2J2</a:t>
                      </a:r>
                    </a:p>
                  </a:txBody>
                  <a:tcPr anchor="ctr">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9143466"/>
              </p:ext>
            </p:extLst>
          </p:nvPr>
        </p:nvGraphicFramePr>
        <p:xfrm>
          <a:off x="4683540"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35964480"/>
              </p:ext>
            </p:extLst>
          </p:nvPr>
        </p:nvGraphicFramePr>
        <p:xfrm>
          <a:off x="4683540"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8CD15C93-32F7-46B1-AF13-51A761CECBB9}"/>
              </a:ext>
            </a:extLst>
          </p:cNvPr>
          <p:cNvGraphicFramePr>
            <a:graphicFrameLocks noGrp="1"/>
          </p:cNvGraphicFramePr>
          <p:nvPr>
            <p:extLst>
              <p:ext uri="{D42A27DB-BD31-4B8C-83A1-F6EECF244321}">
                <p14:modId xmlns:p14="http://schemas.microsoft.com/office/powerpoint/2010/main" val="2469579282"/>
              </p:ext>
            </p:extLst>
          </p:nvPr>
        </p:nvGraphicFramePr>
        <p:xfrm>
          <a:off x="1586096"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pic>
        <p:nvPicPr>
          <p:cNvPr id="16" name="Picture 15">
            <a:extLst>
              <a:ext uri="{FF2B5EF4-FFF2-40B4-BE49-F238E27FC236}">
                <a16:creationId xmlns:a16="http://schemas.microsoft.com/office/drawing/2014/main" id="{09784AAF-10B1-4C90-8D99-3A9F1617039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12408" y="1334432"/>
            <a:ext cx="2319185" cy="542724"/>
          </a:xfrm>
          <a:prstGeom prst="rect">
            <a:avLst/>
          </a:prstGeom>
        </p:spPr>
      </p:pic>
    </p:spTree>
    <p:custDataLst>
      <p:tags r:id="rId1"/>
    </p:custDataLst>
    <p:extLst>
      <p:ext uri="{BB962C8B-B14F-4D97-AF65-F5344CB8AC3E}">
        <p14:creationId xmlns:p14="http://schemas.microsoft.com/office/powerpoint/2010/main" val="25089274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MM_STAMP_CONVERTED" val="True"/>
  <p:tag name="MM_SECTION_CONVERTED" val="True"/>
  <p:tag name="DH_TOC_SUBSECTIONS" val="0"/>
  <p:tag name="DH_AGENDA_COLLAPSE" val="1"/>
  <p:tag name="DH_AGENDA_OMIT" val="0"/>
  <p:tag name="DH_AGENDA_SKIP"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7cbbc8.pptx]]&gt;&lt;/Source&gt;&lt;SourceModified&gt;2026-04-20 17:38:57&lt;/SourceModified&gt;&lt;ParentId&gt;&lt;/ParentId&gt;&lt;LinkId&gt;8a964b4297d4e909&lt;/LinkId&gt;&lt;FriendlyName&gt;&lt;/FriendlyName&gt;&lt;Type&gt;10&lt;/Type&gt;&lt;Address&gt;&lt;/Address&gt;&lt;LastUpdate&gt;2026-04-20 14:25:03&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7cbbc8.pptx]]&gt;&lt;/ContentPath&gt;&lt;ContentType&gt;1&lt;/ContentType&gt;&lt;ContentId&gt;8a964b4297d4e909&lt;/ContentId&gt;&lt;Title&gt;Executive Summary&lt;/Title&gt;&lt;CurrentVersion&gt;2&lt;/CurrentVersion&gt;&lt;IgnoredVersion /&gt;&lt;KeepSrcFormatting&gt;True&lt;/KeepSrcFormatting&gt;&lt;ModifiedAt&gt;2026-04-20 18:25:02&lt;/ModifiedAt&gt;&lt;ModifiedBy&gt;Joey Shaw&lt;/ModifiedBy&gt;&lt;/LibraryInfo&gt;"/>
</p:tagLst>
</file>

<file path=ppt/tags/tag10.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7.2.0&quot;&gt;&lt;Source&gt;&lt;![CDATA[I:\Corporate\Marketing\Pitch Book\League Table Slide\2026.04.01 - Canadian League Tables Slide.xlsx]]&gt;&lt;/Source&gt;&lt;SourceModified&gt;2026-04-01 18:11:53&lt;/SourceModified&gt;&lt;ParentId&gt;MLNK33a887942406460b92b2134edfb65b66&lt;/ParentId&gt;&lt;LinkId&gt;Chart 12&lt;/LinkId&gt;&lt;FriendlyName&gt;&lt;/FriendlyName&gt;&lt;Type&gt;6&lt;/Type&gt;&lt;Address&gt;&lt;/Address&gt;&lt;LastUpdate&gt;2026-04-01 14:23:22&lt;/LastUpdate&gt;&lt;User&gt;Tate Wilson&lt;/User&gt;&lt;/Link&gt;&lt;/Links&gt;"/>
</p:tagLst>
</file>

<file path=ppt/tags/tag11.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6.7.0&quot;&gt;&lt;Source&gt;&lt;![CDATA[I:\Corporate\Marketing\Pitch Book\League Table Slide\2025 Old\2025 Year End League Table.xlsx]]&gt;&lt;/Source&gt;&lt;SourceModified&gt;2026-03-18 20:19:55&lt;/SourceModified&gt;&lt;ParentId&gt;MLNKd081272068954569a23266256a1aebc0&lt;/ParentId&gt;&lt;LinkId&gt;Chart 1&lt;/LinkId&gt;&lt;FriendlyName&gt;&lt;/FriendlyName&gt;&lt;Type&gt;6&lt;/Type&gt;&lt;Address&gt;&lt;/Address&gt;&lt;LastUpdate&gt;2026-03-22 18:15:19&lt;/LastUpdate&gt;&lt;User&gt;Matt Buckles&lt;/User&gt;&lt;/Link&gt;&lt;/Links&gt;"/>
</p:tagLst>
</file>

<file path=ppt/tags/tag12.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fe51e9.pptx]]&gt;&lt;/Source&gt;&lt;SourceModified&gt;2026-04-20 17:29:53&lt;/SourceModified&gt;&lt;ParentId&gt;&lt;/ParentId&gt;&lt;LinkId&gt;441011e2848157d1&lt;/LinkId&gt;&lt;FriendlyName&gt;&lt;/FriendlyName&gt;&lt;Type&gt;10&lt;/Type&gt;&lt;Address&gt;&lt;/Address&gt;&lt;LastUpdate&gt;2026-04-20 14:24:52&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fe51e9.pptx]]&gt;&lt;/ContentPath&gt;&lt;ContentType&gt;1&lt;/ContentType&gt;&lt;ContentId&gt;441011e2848157d1&lt;/ContentId&gt;&lt;Title&gt;Section Divider&lt;/Title&gt;&lt;CurrentVersion&gt;1&lt;/CurrentVersion&gt;&lt;IgnoredVersion /&gt;&lt;KeepSrcFormatting&gt;True&lt;/KeepSrcFormatting&gt;&lt;ModifiedAt&gt;2026-04-20 18:24:52&lt;/ModifiedAt&gt;&lt;ModifiedBy&gt;Joey Shaw&lt;/ModifiedBy&gt;&lt;/LibraryInfo&gt;"/>
</p:tagLst>
</file>

<file path=ppt/tags/tag13.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d38a7.pptx]]&gt;&lt;/Source&gt;&lt;SourceModified&gt;2026-04-20 17:37:52&lt;/SourceModified&gt;&lt;ParentId&gt;&lt;/ParentId&gt;&lt;LinkId&gt;b77aefcb5f13e4a8&lt;/LinkId&gt;&lt;FriendlyName&gt;&lt;/FriendlyName&gt;&lt;Type&gt;10&lt;/Type&gt;&lt;Address&gt;&lt;/Address&gt;&lt;LastUpdate&gt;2026-04-20 14:22:49&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d38a7.pptx]]&gt;&lt;/ContentPath&gt;&lt;ContentType&gt;1&lt;/ContentType&gt;&lt;ContentId&gt;b77aefcb5f13e4a8&lt;/ContentId&gt;&lt;Title&gt;Company Overview&lt;/Title&gt;&lt;CurrentVersion&gt;2&lt;/CurrentVersion&gt;&lt;IgnoredVersion /&gt;&lt;KeepSrcFormatting&gt;True&lt;/KeepSrcFormatting&gt;&lt;ModifiedAt&gt;2026-04-20 18:22:48&lt;/ModifiedAt&gt;&lt;ModifiedBy&gt;Joey Shaw&lt;/ModifiedBy&gt;&lt;/LibraryInfo&gt;"/>
</p:tagLst>
</file>

<file path=ppt/tags/tag14.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291b03.pptx]]&gt;&lt;/Source&gt;&lt;SourceModified&gt;2026-04-20 16:45:22&lt;/SourceModified&gt;&lt;ParentId&gt;&lt;/ParentId&gt;&lt;LinkId&gt;c3f28da82746ffd7&lt;/LinkId&gt;&lt;FriendlyName&gt;&lt;/FriendlyName&gt;&lt;Type&gt;10&lt;/Type&gt;&lt;Address&gt;&lt;/Address&gt;&lt;LastUpdate&gt;2026-04-20 14:25:20&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291b03.pptx]]&gt;&lt;/ContentPath&gt;&lt;ContentType&gt;1&lt;/ContentType&gt;&lt;ContentId&gt;c3f28da82746ffd7&lt;/ContentId&gt;&lt;Title&gt;Disclaimer&lt;/Title&gt;&lt;CurrentVersion&gt;1&lt;/CurrentVersion&gt;&lt;IgnoredVersion /&gt;&lt;KeepSrcFormatting&gt;True&lt;/KeepSrcFormatting&gt;&lt;ModifiedAt&gt;2026-04-20 18:25:20&lt;/ModifiedAt&gt;&lt;ModifiedBy&gt;Joey Shaw&lt;/ModifiedBy&gt;&lt;/LibraryInfo&gt;"/>
</p:tagLst>
</file>

<file path=ppt/tags/tag15.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47dea.pptx]]&gt;&lt;/Source&gt;&lt;SourceModified&gt;2026-04-20 16:44:07&lt;/SourceModified&gt;&lt;ParentId&gt;&lt;/ParentId&gt;&lt;LinkId&gt;0b0f474c00910741&lt;/LinkId&gt;&lt;FriendlyName&gt;&lt;/FriendlyName&gt;&lt;Type&gt;10&lt;/Type&gt;&lt;Address&gt;&lt;/Address&gt;&lt;LastUpdate&gt;2026-04-20 14:25:37&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47dea.pptx]]&gt;&lt;/ContentPath&gt;&lt;ContentType&gt;1&lt;/ContentType&gt;&lt;ContentId&gt;0b0f474c00910741&lt;/ContentId&gt;&lt;Title&gt;Master Contact Slides (April 2026)&lt;/Title&gt;&lt;CurrentVersion&gt;1&lt;/CurrentVersion&gt;&lt;IgnoredVersion /&gt;&lt;KeepSrcFormatting&gt;True&lt;/KeepSrcFormatting&gt;&lt;ModifiedAt&gt;2026-04-20 18:25:36&lt;/ModifiedAt&gt;&lt;ModifiedBy&gt;Joey Shaw&lt;/ModifiedBy&gt;&lt;/LibraryInfo&gt;"/>
</p:tagLst>
</file>

<file path=ppt/theme/theme1.xml><?xml version="1.0" encoding="utf-8"?>
<a:theme xmlns:a="http://schemas.openxmlformats.org/drawingml/2006/main" name="Office Theme">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INFOR Master Slide Template [Read-Only]" id="{A28BFA56-E9F4-4E5C-AF69-0DACACC32728}" vid="{01A3D815-FE74-4684-A7FD-184B6D201BC0}"/>
    </a:ext>
  </a:extLst>
</a:theme>
</file>

<file path=ppt/theme/theme2.xml><?xml version="1.0" encoding="utf-8"?>
<a:theme xmlns:a="http://schemas.openxmlformats.org/drawingml/2006/main" name="4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item1.xml>��
</file>

<file path=customXml/item2.xml>��
</file>

<file path=customXml/item3.xml>��
</file>

<file path=customXml/item4.xml>��
</file>

<file path=customXml/item5.xml>��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52.xml>��
</file>

<file path=customXml/item53.xml>��
</file>

<file path=customXml/item54.xml>��
</file>

<file path=customXml/item55.xml><?xml version="1.0" encoding="utf-8"?>
<p:properties xmlns:p="http://schemas.microsoft.com/office/2006/metadata/properties" xmlns:xsi="http://www.w3.org/2001/XMLSchema-instance" xmlns:pc="http://schemas.microsoft.com/office/infopath/2007/PartnerControls">
  <documentManagement/>
</p:properties>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xml version="1.0" encoding="utf-8"?>
<ct:contentTypeSchema xmlns:ct="http://schemas.microsoft.com/office/2006/metadata/contentType" xmlns:ma="http://schemas.microsoft.com/office/2006/metadata/properties/metaAttributes" ct:_="" ma:_="" ma:contentTypeName="Document" ma:contentTypeID="0x0101001CC90450323BF944A056C05D9632F2E1" ma:contentTypeVersion="6" ma:contentTypeDescription="Create a new document." ma:contentTypeScope="" ma:versionID="8ad0cff02f8856c8d358cfd7a8c4d22b">
  <xsd:schema xmlns:xsd="http://www.w3.org/2001/XMLSchema" xmlns:xs="http://www.w3.org/2001/XMLSchema" xmlns:p="http://schemas.microsoft.com/office/2006/metadata/properties" xmlns:ns2="32a12548-025c-4113-be0a-5de40f156b7f" xmlns:ns3="ad0c4147-2d43-4434-966d-a4e58ac9e85a" targetNamespace="http://schemas.microsoft.com/office/2006/metadata/properties" ma:root="true" ma:fieldsID="128fac691a6137bf2e25af61c0b4437e" ns2:_="" ns3:_="">
    <xsd:import namespace="32a12548-025c-4113-be0a-5de40f156b7f"/>
    <xsd:import namespace="ad0c4147-2d43-4434-966d-a4e58ac9e8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a12548-025c-4113-be0a-5de40f156b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0c4147-2d43-4434-966d-a4e58ac9e85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2.xml>��
</file>

<file path=customXml/item83.xml>��
</file>

<file path=customXml/item84.xml>��
</file>

<file path=customXml/item85.xml>��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xml version="1.0" encoding="utf-8"?>
<?mso-contentType ?>
<FormTemplates xmlns="http://schemas.microsoft.com/sharepoint/v3/contenttype/forms">
  <Display>DocumentLibraryForm</Display>
  <Edit>DocumentLibraryForm</Edit>
  <New>DocumentLibraryForm</New>
</FormTemplates>
</file>

<file path=customXml/item121.xml>��
</file>

<file path=customXml/item122.xml>��
</file>

<file path=customXml/item123.xml>��
</file>

<file path=customXml/item124.xml>��
</file>

<file path=customXml/item125.xml>��
</file>

<file path=customXml/item126.xml>��
</file>

<file path=customXml/item127.xml>��
</file>

<file path=customXml/item128.xml>��
</file>

<file path=customXml/item129.xml>��
</file>

<file path=customXml/item130.xml>��
</file>

<file path=customXml/item131.xml>��
</file>

<file path=customXml/item132.xml>��
</file>

<file path=customXml/itemProps1.xml><?xml version="1.0" encoding="utf-8"?>
<ds:datastoreItem xmlns:ds="http://schemas.openxmlformats.org/officeDocument/2006/customXml" ds:itemID="{4E7DBD33-61D1-40AC-854D-8450BED07E7A}">
  <ds:schemaRefs>
    <ds:schemaRef ds:uri="http://macabacus.com"/>
  </ds:schemaRefs>
</ds:datastoreItem>
</file>

<file path=customXml/itemProps2.xml><?xml version="1.0" encoding="utf-8"?>
<ds:datastoreItem xmlns:ds="http://schemas.openxmlformats.org/officeDocument/2006/customXml" ds:itemID="{CF6CBFF1-1DC0-45B0-9DAA-840B67239381}">
  <ds:schemaRefs>
    <ds:schemaRef ds:uri="http://macabacus.com"/>
  </ds:schemaRefs>
</ds:datastoreItem>
</file>

<file path=customXml/itemProps3.xml><?xml version="1.0" encoding="utf-8"?>
<ds:datastoreItem xmlns:ds="http://schemas.openxmlformats.org/officeDocument/2006/customXml" ds:itemID="{D59F5F65-2F5B-4E00-92BD-12AEB232CBFB}">
  <ds:schemaRefs>
    <ds:schemaRef ds:uri="http://macabacus.com"/>
  </ds:schemaRefs>
</ds:datastoreItem>
</file>

<file path=customXml/itemProps4.xml><?xml version="1.0" encoding="utf-8"?>
<ds:datastoreItem xmlns:ds="http://schemas.openxmlformats.org/officeDocument/2006/customXml" ds:itemID="{F0D091EA-36EC-42F8-A919-8F43F0BFC2C2}">
  <ds:schemaRefs>
    <ds:schemaRef ds:uri="http://macabacus.com"/>
  </ds:schemaRefs>
</ds:datastoreItem>
</file>

<file path=customXml/itemProps5.xml><?xml version="1.0" encoding="utf-8"?>
<ds:datastoreItem xmlns:ds="http://schemas.openxmlformats.org/officeDocument/2006/customXml" ds:itemID="{34C00308-DC6B-4312-BC94-0453E0AC4D08}">
  <ds:schemaRefs>
    <ds:schemaRef ds:uri="http://macabacus.com"/>
  </ds:schemaRefs>
</ds:datastoreItem>
</file>

<file path=customXml/itemProps6.xml><?xml version="1.0" encoding="utf-8"?>
<ds:datastoreItem xmlns:ds="http://schemas.openxmlformats.org/officeDocument/2006/customXml" ds:itemID="{149A8EE8-FAF9-4F0F-A58D-DE805C526F65}">
  <ds:schemaRefs>
    <ds:schemaRef ds:uri="http://macabacus.com"/>
  </ds:schemaRefs>
</ds:datastoreItem>
</file>

<file path=customXml/itemProps7.xml><?xml version="1.0" encoding="utf-8"?>
<ds:datastoreItem xmlns:ds="http://schemas.openxmlformats.org/officeDocument/2006/customXml" ds:itemID="{9E9D5AF6-EDD7-4950-BDCC-2FED30665885}">
  <ds:schemaRefs>
    <ds:schemaRef ds:uri="http://macabacus.com"/>
  </ds:schemaRefs>
</ds:datastoreItem>
</file>

<file path=customXml/itemProps8.xml><?xml version="1.0" encoding="utf-8"?>
<ds:datastoreItem xmlns:ds="http://schemas.openxmlformats.org/officeDocument/2006/customXml" ds:itemID="{21D6C46F-170C-4F46-AF8C-B5348FCFC490}">
  <ds:schemaRefs>
    <ds:schemaRef ds:uri="http://macabacus.com"/>
  </ds:schemaRefs>
</ds:datastoreItem>
</file>

<file path=customXml/itemProps9.xml><?xml version="1.0" encoding="utf-8"?>
<ds:datastoreItem xmlns:ds="http://schemas.openxmlformats.org/officeDocument/2006/customXml" ds:itemID="{DAE1DB7B-35E0-4ECA-93EC-ECC5FE3E17EE}">
  <ds:schemaRefs>
    <ds:schemaRef ds:uri="http://macabacus.com"/>
  </ds:schemaRefs>
</ds:datastoreItem>
</file>

<file path=customXml/itemProps10.xml><?xml version="1.0" encoding="utf-8"?>
<ds:datastoreItem xmlns:ds="http://schemas.openxmlformats.org/officeDocument/2006/customXml" ds:itemID="{C9D376EA-5B2C-48DC-ADAC-7A4A4950557F}">
  <ds:schemaRefs>
    <ds:schemaRef ds:uri="http://macabacus.com"/>
  </ds:schemaRefs>
</ds:datastoreItem>
</file>

<file path=customXml/itemProps11.xml><?xml version="1.0" encoding="utf-8"?>
<ds:datastoreItem xmlns:ds="http://schemas.openxmlformats.org/officeDocument/2006/customXml" ds:itemID="{F1E614D4-EFE9-43AE-9DE1-D0A67D6BB1F4}">
  <ds:schemaRefs>
    <ds:schemaRef ds:uri="http://macabacus.com"/>
  </ds:schemaRefs>
</ds:datastoreItem>
</file>

<file path=customXml/itemProps12.xml><?xml version="1.0" encoding="utf-8"?>
<ds:datastoreItem xmlns:ds="http://schemas.openxmlformats.org/officeDocument/2006/customXml" ds:itemID="{52A03F70-6738-43CD-A349-996DE52D49CF}">
  <ds:schemaRefs>
    <ds:schemaRef ds:uri="http://macabacus.com"/>
  </ds:schemaRefs>
</ds:datastoreItem>
</file>

<file path=customXml/itemProps13.xml><?xml version="1.0" encoding="utf-8"?>
<ds:datastoreItem xmlns:ds="http://schemas.openxmlformats.org/officeDocument/2006/customXml" ds:itemID="{92A90794-08F0-4B60-A689-04E998DC1D9F}">
  <ds:schemaRefs>
    <ds:schemaRef ds:uri="http://macabacus.com"/>
  </ds:schemaRefs>
</ds:datastoreItem>
</file>

<file path=customXml/itemProps14.xml><?xml version="1.0" encoding="utf-8"?>
<ds:datastoreItem xmlns:ds="http://schemas.openxmlformats.org/officeDocument/2006/customXml" ds:itemID="{2A3C6A2B-B501-483D-8B09-45B406E80EB6}">
  <ds:schemaRefs>
    <ds:schemaRef ds:uri="http://macabacus.com"/>
  </ds:schemaRefs>
</ds:datastoreItem>
</file>

<file path=customXml/itemProps15.xml><?xml version="1.0" encoding="utf-8"?>
<ds:datastoreItem xmlns:ds="http://schemas.openxmlformats.org/officeDocument/2006/customXml" ds:itemID="{671443EC-75C3-4544-A289-D9D428578426}">
  <ds:schemaRefs>
    <ds:schemaRef ds:uri="http://macabacus.com"/>
  </ds:schemaRefs>
</ds:datastoreItem>
</file>

<file path=customXml/itemProps16.xml><?xml version="1.0" encoding="utf-8"?>
<ds:datastoreItem xmlns:ds="http://schemas.openxmlformats.org/officeDocument/2006/customXml" ds:itemID="{737BA18B-C454-4325-855B-35E89164B159}">
  <ds:schemaRefs>
    <ds:schemaRef ds:uri="http://macabacus.com"/>
  </ds:schemaRefs>
</ds:datastoreItem>
</file>

<file path=customXml/itemProps17.xml><?xml version="1.0" encoding="utf-8"?>
<ds:datastoreItem xmlns:ds="http://schemas.openxmlformats.org/officeDocument/2006/customXml" ds:itemID="{C6FE8F90-0EC5-42EE-A96E-E8FDE77EC9CA}">
  <ds:schemaRefs>
    <ds:schemaRef ds:uri="http://macabacus.com"/>
  </ds:schemaRefs>
</ds:datastoreItem>
</file>

<file path=customXml/itemProps18.xml><?xml version="1.0" encoding="utf-8"?>
<ds:datastoreItem xmlns:ds="http://schemas.openxmlformats.org/officeDocument/2006/customXml" ds:itemID="{5A0E3FFC-BC1B-4313-8A6D-8AE2AE15BF53}">
  <ds:schemaRefs>
    <ds:schemaRef ds:uri="http://macabacus.com"/>
  </ds:schemaRefs>
</ds:datastoreItem>
</file>

<file path=customXml/itemProps19.xml><?xml version="1.0" encoding="utf-8"?>
<ds:datastoreItem xmlns:ds="http://schemas.openxmlformats.org/officeDocument/2006/customXml" ds:itemID="{4AA0FDB8-0E01-4690-A96C-E8AA4B17154D}">
  <ds:schemaRefs>
    <ds:schemaRef ds:uri="http://macabacus.com"/>
  </ds:schemaRefs>
</ds:datastoreItem>
</file>

<file path=customXml/itemProps20.xml><?xml version="1.0" encoding="utf-8"?>
<ds:datastoreItem xmlns:ds="http://schemas.openxmlformats.org/officeDocument/2006/customXml" ds:itemID="{48A0D701-53B6-4964-BFAD-B8FCAB125AF3}">
  <ds:schemaRefs>
    <ds:schemaRef ds:uri="http://macabacus.com"/>
  </ds:schemaRefs>
</ds:datastoreItem>
</file>

<file path=customXml/itemProps21.xml><?xml version="1.0" encoding="utf-8"?>
<ds:datastoreItem xmlns:ds="http://schemas.openxmlformats.org/officeDocument/2006/customXml" ds:itemID="{326E4EF2-6C1C-4D86-9022-5819E0A56E05}">
  <ds:schemaRefs>
    <ds:schemaRef ds:uri="http://macabacus.com"/>
  </ds:schemaRefs>
</ds:datastoreItem>
</file>

<file path=customXml/itemProps22.xml><?xml version="1.0" encoding="utf-8"?>
<ds:datastoreItem xmlns:ds="http://schemas.openxmlformats.org/officeDocument/2006/customXml" ds:itemID="{695A3544-8374-4B68-8B56-9376732D7327}">
  <ds:schemaRefs>
    <ds:schemaRef ds:uri="http://macabacus.com"/>
  </ds:schemaRefs>
</ds:datastoreItem>
</file>

<file path=customXml/itemProps23.xml><?xml version="1.0" encoding="utf-8"?>
<ds:datastoreItem xmlns:ds="http://schemas.openxmlformats.org/officeDocument/2006/customXml" ds:itemID="{99387AD8-6435-4031-AED1-B765E693B6D8}">
  <ds:schemaRefs>
    <ds:schemaRef ds:uri="http://macabacus.com"/>
  </ds:schemaRefs>
</ds:datastoreItem>
</file>

<file path=customXml/itemProps24.xml><?xml version="1.0" encoding="utf-8"?>
<ds:datastoreItem xmlns:ds="http://schemas.openxmlformats.org/officeDocument/2006/customXml" ds:itemID="{6186ECD5-0432-4595-91D3-DE1C10DE85B0}">
  <ds:schemaRefs>
    <ds:schemaRef ds:uri="http://macabacus.com"/>
  </ds:schemaRefs>
</ds:datastoreItem>
</file>

<file path=customXml/itemProps25.xml><?xml version="1.0" encoding="utf-8"?>
<ds:datastoreItem xmlns:ds="http://schemas.openxmlformats.org/officeDocument/2006/customXml" ds:itemID="{1551A933-4240-4E61-A1DD-C587CC4521E9}">
  <ds:schemaRefs>
    <ds:schemaRef ds:uri="http://macabacus.com"/>
  </ds:schemaRefs>
</ds:datastoreItem>
</file>

<file path=customXml/itemProps26.xml><?xml version="1.0" encoding="utf-8"?>
<ds:datastoreItem xmlns:ds="http://schemas.openxmlformats.org/officeDocument/2006/customXml" ds:itemID="{2EA9E129-ED27-466E-BF86-590A6D772B04}">
  <ds:schemaRefs>
    <ds:schemaRef ds:uri="http://macabacus.com"/>
  </ds:schemaRefs>
</ds:datastoreItem>
</file>

<file path=customXml/itemProps27.xml><?xml version="1.0" encoding="utf-8"?>
<ds:datastoreItem xmlns:ds="http://schemas.openxmlformats.org/officeDocument/2006/customXml" ds:itemID="{6F74B883-01D0-491F-AC29-F1B1F36A687B}">
  <ds:schemaRefs>
    <ds:schemaRef ds:uri="http://macabacus.com"/>
  </ds:schemaRefs>
</ds:datastoreItem>
</file>

<file path=customXml/itemProps28.xml><?xml version="1.0" encoding="utf-8"?>
<ds:datastoreItem xmlns:ds="http://schemas.openxmlformats.org/officeDocument/2006/customXml" ds:itemID="{2BE2369D-0F51-490B-967A-E772A297543D}">
  <ds:schemaRefs>
    <ds:schemaRef ds:uri="http://macabacus.com"/>
  </ds:schemaRefs>
</ds:datastoreItem>
</file>

<file path=customXml/itemProps29.xml><?xml version="1.0" encoding="utf-8"?>
<ds:datastoreItem xmlns:ds="http://schemas.openxmlformats.org/officeDocument/2006/customXml" ds:itemID="{060E31B7-EAAB-4D10-BD59-6966D23424AD}">
  <ds:schemaRefs>
    <ds:schemaRef ds:uri="http://macabacus.com"/>
  </ds:schemaRefs>
</ds:datastoreItem>
</file>

<file path=customXml/itemProps30.xml><?xml version="1.0" encoding="utf-8"?>
<ds:datastoreItem xmlns:ds="http://schemas.openxmlformats.org/officeDocument/2006/customXml" ds:itemID="{E8EF96AF-4EB1-49DE-907B-BFAE887F46CE}">
  <ds:schemaRefs>
    <ds:schemaRef ds:uri="http://macabacus.com"/>
  </ds:schemaRefs>
</ds:datastoreItem>
</file>

<file path=customXml/itemProps31.xml><?xml version="1.0" encoding="utf-8"?>
<ds:datastoreItem xmlns:ds="http://schemas.openxmlformats.org/officeDocument/2006/customXml" ds:itemID="{624ADC78-020B-4B98-9193-4D2D1A232A69}">
  <ds:schemaRefs>
    <ds:schemaRef ds:uri="http://macabacus.com"/>
  </ds:schemaRefs>
</ds:datastoreItem>
</file>

<file path=customXml/itemProps32.xml><?xml version="1.0" encoding="utf-8"?>
<ds:datastoreItem xmlns:ds="http://schemas.openxmlformats.org/officeDocument/2006/customXml" ds:itemID="{D4CE0D74-51D8-4935-96E3-E94815FD372F}">
  <ds:schemaRefs>
    <ds:schemaRef ds:uri="http://macabacus.com"/>
  </ds:schemaRefs>
</ds:datastoreItem>
</file>

<file path=customXml/itemProps33.xml><?xml version="1.0" encoding="utf-8"?>
<ds:datastoreItem xmlns:ds="http://schemas.openxmlformats.org/officeDocument/2006/customXml" ds:itemID="{8335B9E6-8E9C-4193-B118-B8BCC70B74E9}">
  <ds:schemaRefs>
    <ds:schemaRef ds:uri="http://macabacus.com"/>
  </ds:schemaRefs>
</ds:datastoreItem>
</file>

<file path=customXml/itemProps34.xml><?xml version="1.0" encoding="utf-8"?>
<ds:datastoreItem xmlns:ds="http://schemas.openxmlformats.org/officeDocument/2006/customXml" ds:itemID="{84176A60-C5CE-4096-A469-0ABB795F69FC}">
  <ds:schemaRefs>
    <ds:schemaRef ds:uri="http://macabacus.com"/>
  </ds:schemaRefs>
</ds:datastoreItem>
</file>

<file path=customXml/itemProps35.xml><?xml version="1.0" encoding="utf-8"?>
<ds:datastoreItem xmlns:ds="http://schemas.openxmlformats.org/officeDocument/2006/customXml" ds:itemID="{193BF2A5-6AC1-41F0-9A65-CE83FA056F80}">
  <ds:schemaRefs>
    <ds:schemaRef ds:uri="http://macabacus.com"/>
  </ds:schemaRefs>
</ds:datastoreItem>
</file>

<file path=customXml/itemProps36.xml><?xml version="1.0" encoding="utf-8"?>
<ds:datastoreItem xmlns:ds="http://schemas.openxmlformats.org/officeDocument/2006/customXml" ds:itemID="{30A181CB-C4A9-4042-9ABF-5A445AE688A4}">
  <ds:schemaRefs>
    <ds:schemaRef ds:uri="http://macabacus.com"/>
  </ds:schemaRefs>
</ds:datastoreItem>
</file>

<file path=customXml/itemProps37.xml><?xml version="1.0" encoding="utf-8"?>
<ds:datastoreItem xmlns:ds="http://schemas.openxmlformats.org/officeDocument/2006/customXml" ds:itemID="{263CB93B-A20B-40C7-8137-66B2B7E81A48}">
  <ds:schemaRefs>
    <ds:schemaRef ds:uri="http://macabacus.com"/>
  </ds:schemaRefs>
</ds:datastoreItem>
</file>

<file path=customXml/itemProps38.xml><?xml version="1.0" encoding="utf-8"?>
<ds:datastoreItem xmlns:ds="http://schemas.openxmlformats.org/officeDocument/2006/customXml" ds:itemID="{B66B62CF-60AD-46A3-AA4B-E25ECC580B08}">
  <ds:schemaRefs>
    <ds:schemaRef ds:uri="http://macabacus.com"/>
  </ds:schemaRefs>
</ds:datastoreItem>
</file>

<file path=customXml/itemProps39.xml><?xml version="1.0" encoding="utf-8"?>
<ds:datastoreItem xmlns:ds="http://schemas.openxmlformats.org/officeDocument/2006/customXml" ds:itemID="{550D905A-1840-4CB8-B248-18B4A80B80D6}">
  <ds:schemaRefs>
    <ds:schemaRef ds:uri="http://macabacus.com"/>
  </ds:schemaRefs>
</ds:datastoreItem>
</file>

<file path=customXml/itemProps40.xml><?xml version="1.0" encoding="utf-8"?>
<ds:datastoreItem xmlns:ds="http://schemas.openxmlformats.org/officeDocument/2006/customXml" ds:itemID="{75E58F22-32D1-473D-873C-6F981620686F}">
  <ds:schemaRefs>
    <ds:schemaRef ds:uri="http://macabacus.com"/>
  </ds:schemaRefs>
</ds:datastoreItem>
</file>

<file path=customXml/itemProps41.xml><?xml version="1.0" encoding="utf-8"?>
<ds:datastoreItem xmlns:ds="http://schemas.openxmlformats.org/officeDocument/2006/customXml" ds:itemID="{A336470F-4198-4394-90DE-357AD52A020A}">
  <ds:schemaRefs>
    <ds:schemaRef ds:uri="http://macabacus.com"/>
  </ds:schemaRefs>
</ds:datastoreItem>
</file>

<file path=customXml/itemProps42.xml><?xml version="1.0" encoding="utf-8"?>
<ds:datastoreItem xmlns:ds="http://schemas.openxmlformats.org/officeDocument/2006/customXml" ds:itemID="{9BBAE588-F412-4A99-B99D-83F512F6C267}">
  <ds:schemaRefs>
    <ds:schemaRef ds:uri="http://macabacus.com"/>
  </ds:schemaRefs>
</ds:datastoreItem>
</file>

<file path=customXml/itemProps43.xml><?xml version="1.0" encoding="utf-8"?>
<ds:datastoreItem xmlns:ds="http://schemas.openxmlformats.org/officeDocument/2006/customXml" ds:itemID="{0278805A-B6E0-4ACE-B365-E5FC9EC16178}">
  <ds:schemaRefs>
    <ds:schemaRef ds:uri="http://macabacus.com"/>
  </ds:schemaRefs>
</ds:datastoreItem>
</file>

<file path=customXml/itemProps44.xml><?xml version="1.0" encoding="utf-8"?>
<ds:datastoreItem xmlns:ds="http://schemas.openxmlformats.org/officeDocument/2006/customXml" ds:itemID="{27AA862D-5A85-4E8B-B77F-137484C22EEF}">
  <ds:schemaRefs>
    <ds:schemaRef ds:uri="http://macabacus.com"/>
  </ds:schemaRefs>
</ds:datastoreItem>
</file>

<file path=customXml/itemProps45.xml><?xml version="1.0" encoding="utf-8"?>
<ds:datastoreItem xmlns:ds="http://schemas.openxmlformats.org/officeDocument/2006/customXml" ds:itemID="{21E72A72-0F4B-4A03-BBA3-6A27C826890C}">
  <ds:schemaRefs>
    <ds:schemaRef ds:uri="http://macabacus.com"/>
  </ds:schemaRefs>
</ds:datastoreItem>
</file>

<file path=customXml/itemProps46.xml><?xml version="1.0" encoding="utf-8"?>
<ds:datastoreItem xmlns:ds="http://schemas.openxmlformats.org/officeDocument/2006/customXml" ds:itemID="{FF53D666-BCA9-4939-B85D-F850F488C154}">
  <ds:schemaRefs>
    <ds:schemaRef ds:uri="http://macabacus.com"/>
  </ds:schemaRefs>
</ds:datastoreItem>
</file>

<file path=customXml/itemProps47.xml><?xml version="1.0" encoding="utf-8"?>
<ds:datastoreItem xmlns:ds="http://schemas.openxmlformats.org/officeDocument/2006/customXml" ds:itemID="{6C499524-575A-4CC8-BB3E-4BD9850A135B}">
  <ds:schemaRefs>
    <ds:schemaRef ds:uri="http://macabacus.com"/>
  </ds:schemaRefs>
</ds:datastoreItem>
</file>

<file path=customXml/itemProps48.xml><?xml version="1.0" encoding="utf-8"?>
<ds:datastoreItem xmlns:ds="http://schemas.openxmlformats.org/officeDocument/2006/customXml" ds:itemID="{96315420-B635-4BA3-AD64-ED3197249883}">
  <ds:schemaRefs>
    <ds:schemaRef ds:uri="http://macabacus.com"/>
  </ds:schemaRefs>
</ds:datastoreItem>
</file>

<file path=customXml/itemProps49.xml><?xml version="1.0" encoding="utf-8"?>
<ds:datastoreItem xmlns:ds="http://schemas.openxmlformats.org/officeDocument/2006/customXml" ds:itemID="{135AED11-E2E2-48F5-BD3B-9F087132F148}">
  <ds:schemaRefs>
    <ds:schemaRef ds:uri="http://macabacus.com"/>
  </ds:schemaRefs>
</ds:datastoreItem>
</file>

<file path=customXml/itemProps50.xml><?xml version="1.0" encoding="utf-8"?>
<ds:datastoreItem xmlns:ds="http://schemas.openxmlformats.org/officeDocument/2006/customXml" ds:itemID="{0A92F38C-85E9-4AC0-BF0E-E22A4AD79D09}">
  <ds:schemaRefs>
    <ds:schemaRef ds:uri="http://macabacus.com"/>
  </ds:schemaRefs>
</ds:datastoreItem>
</file>

<file path=customXml/itemProps51.xml><?xml version="1.0" encoding="utf-8"?>
<ds:datastoreItem xmlns:ds="http://schemas.openxmlformats.org/officeDocument/2006/customXml" ds:itemID="{21E277FB-74C8-4098-A891-DC180DA11D66}">
  <ds:schemaRefs>
    <ds:schemaRef ds:uri="http://macabacus.com"/>
  </ds:schemaRefs>
</ds:datastoreItem>
</file>

<file path=customXml/itemProps52.xml><?xml version="1.0" encoding="utf-8"?>
<ds:datastoreItem xmlns:ds="http://schemas.openxmlformats.org/officeDocument/2006/customXml" ds:itemID="{6CAD533A-8DBA-4764-8659-BA8A46567EC7}">
  <ds:schemaRefs>
    <ds:schemaRef ds:uri="http://macabacus.com"/>
  </ds:schemaRefs>
</ds:datastoreItem>
</file>

<file path=customXml/itemProps53.xml><?xml version="1.0" encoding="utf-8"?>
<ds:datastoreItem xmlns:ds="http://schemas.openxmlformats.org/officeDocument/2006/customXml" ds:itemID="{A8C7D7F7-ECFD-4E99-B9F0-75E068103563}">
  <ds:schemaRefs>
    <ds:schemaRef ds:uri="http://macabacus.com"/>
  </ds:schemaRefs>
</ds:datastoreItem>
</file>

<file path=customXml/itemProps54.xml><?xml version="1.0" encoding="utf-8"?>
<ds:datastoreItem xmlns:ds="http://schemas.openxmlformats.org/officeDocument/2006/customXml" ds:itemID="{5732FC22-B878-4CD7-A0E5-E150D751F040}">
  <ds:schemaRefs>
    <ds:schemaRef ds:uri="http://macabacus.com"/>
  </ds:schemaRefs>
</ds:datastoreItem>
</file>

<file path=customXml/itemProps55.xml><?xml version="1.0" encoding="utf-8"?>
<ds:datastoreItem xmlns:ds="http://schemas.openxmlformats.org/officeDocument/2006/customXml" ds:itemID="{6EB3DE9F-BEE9-45D9-BC17-00C3B46DD685}">
  <ds:schemaRefs>
    <ds:schemaRef ds:uri="http://purl.org/dc/dcmitype/"/>
    <ds:schemaRef ds:uri="http://schemas.microsoft.com/office/2006/documentManagement/types"/>
    <ds:schemaRef ds:uri="http://schemas.microsoft.com/office/2006/metadata/properties"/>
    <ds:schemaRef ds:uri="http://www.w3.org/XML/1998/namespace"/>
    <ds:schemaRef ds:uri="http://purl.org/dc/terms/"/>
    <ds:schemaRef ds:uri="http://schemas.microsoft.com/office/infopath/2007/PartnerControls"/>
    <ds:schemaRef ds:uri="32a12548-025c-4113-be0a-5de40f156b7f"/>
    <ds:schemaRef ds:uri="http://schemas.openxmlformats.org/package/2006/metadata/core-properties"/>
    <ds:schemaRef ds:uri="ad0c4147-2d43-4434-966d-a4e58ac9e85a"/>
    <ds:schemaRef ds:uri="http://purl.org/dc/elements/1.1/"/>
  </ds:schemaRefs>
</ds:datastoreItem>
</file>

<file path=customXml/itemProps56.xml><?xml version="1.0" encoding="utf-8"?>
<ds:datastoreItem xmlns:ds="http://schemas.openxmlformats.org/officeDocument/2006/customXml" ds:itemID="{653109CF-558B-4EDB-AF2E-1C87DE3D1396}">
  <ds:schemaRefs>
    <ds:schemaRef ds:uri="http://macabacus.com"/>
  </ds:schemaRefs>
</ds:datastoreItem>
</file>

<file path=customXml/itemProps57.xml><?xml version="1.0" encoding="utf-8"?>
<ds:datastoreItem xmlns:ds="http://schemas.openxmlformats.org/officeDocument/2006/customXml" ds:itemID="{C9507455-816F-4254-9CF8-8B9C4EB1431B}">
  <ds:schemaRefs>
    <ds:schemaRef ds:uri="http://macabacus.com"/>
  </ds:schemaRefs>
</ds:datastoreItem>
</file>

<file path=customXml/itemProps58.xml><?xml version="1.0" encoding="utf-8"?>
<ds:datastoreItem xmlns:ds="http://schemas.openxmlformats.org/officeDocument/2006/customXml" ds:itemID="{5E380FEB-070E-4283-8187-4B93836E0F74}">
  <ds:schemaRefs>
    <ds:schemaRef ds:uri="http://macabacus.com"/>
  </ds:schemaRefs>
</ds:datastoreItem>
</file>

<file path=customXml/itemProps59.xml><?xml version="1.0" encoding="utf-8"?>
<ds:datastoreItem xmlns:ds="http://schemas.openxmlformats.org/officeDocument/2006/customXml" ds:itemID="{4B5CD039-CA50-4F51-B46A-8DED96384D34}">
  <ds:schemaRefs>
    <ds:schemaRef ds:uri="http://macabacus.com"/>
  </ds:schemaRefs>
</ds:datastoreItem>
</file>

<file path=customXml/itemProps60.xml><?xml version="1.0" encoding="utf-8"?>
<ds:datastoreItem xmlns:ds="http://schemas.openxmlformats.org/officeDocument/2006/customXml" ds:itemID="{91EEAC99-15C0-42ED-AD86-D2686EBF1DA2}">
  <ds:schemaRefs>
    <ds:schemaRef ds:uri="http://macabacus.com"/>
  </ds:schemaRefs>
</ds:datastoreItem>
</file>

<file path=customXml/itemProps61.xml><?xml version="1.0" encoding="utf-8"?>
<ds:datastoreItem xmlns:ds="http://schemas.openxmlformats.org/officeDocument/2006/customXml" ds:itemID="{04BC8FFF-6C5B-4312-8C37-24B43E601E01}">
  <ds:schemaRefs>
    <ds:schemaRef ds:uri="http://macabacus.com"/>
  </ds:schemaRefs>
</ds:datastoreItem>
</file>

<file path=customXml/itemProps62.xml><?xml version="1.0" encoding="utf-8"?>
<ds:datastoreItem xmlns:ds="http://schemas.openxmlformats.org/officeDocument/2006/customXml" ds:itemID="{69ED915A-16BA-4162-AB93-F9B3D20274A1}">
  <ds:schemaRefs>
    <ds:schemaRef ds:uri="http://macabacus.com"/>
  </ds:schemaRefs>
</ds:datastoreItem>
</file>

<file path=customXml/itemProps63.xml><?xml version="1.0" encoding="utf-8"?>
<ds:datastoreItem xmlns:ds="http://schemas.openxmlformats.org/officeDocument/2006/customXml" ds:itemID="{C9A0195F-520C-464B-A87E-C3BAC10A9A4B}">
  <ds:schemaRefs>
    <ds:schemaRef ds:uri="http://macabacus.com"/>
  </ds:schemaRefs>
</ds:datastoreItem>
</file>

<file path=customXml/itemProps64.xml><?xml version="1.0" encoding="utf-8"?>
<ds:datastoreItem xmlns:ds="http://schemas.openxmlformats.org/officeDocument/2006/customXml" ds:itemID="{75303608-EDD5-446E-9527-DD37A1396F94}">
  <ds:schemaRefs>
    <ds:schemaRef ds:uri="http://macabacus.com"/>
  </ds:schemaRefs>
</ds:datastoreItem>
</file>

<file path=customXml/itemProps65.xml><?xml version="1.0" encoding="utf-8"?>
<ds:datastoreItem xmlns:ds="http://schemas.openxmlformats.org/officeDocument/2006/customXml" ds:itemID="{B15DC8DE-4E41-49F2-BEB1-4C5F782A05C4}">
  <ds:schemaRefs>
    <ds:schemaRef ds:uri="http://macabacus.com"/>
  </ds:schemaRefs>
</ds:datastoreItem>
</file>

<file path=customXml/itemProps66.xml><?xml version="1.0" encoding="utf-8"?>
<ds:datastoreItem xmlns:ds="http://schemas.openxmlformats.org/officeDocument/2006/customXml" ds:itemID="{61CAF986-50B4-4EEB-B960-EA6507E45A95}">
  <ds:schemaRefs>
    <ds:schemaRef ds:uri="http://macabacus.com"/>
  </ds:schemaRefs>
</ds:datastoreItem>
</file>

<file path=customXml/itemProps67.xml><?xml version="1.0" encoding="utf-8"?>
<ds:datastoreItem xmlns:ds="http://schemas.openxmlformats.org/officeDocument/2006/customXml" ds:itemID="{F268AA44-7F72-4408-9F14-9C65699ED944}">
  <ds:schemaRefs>
    <ds:schemaRef ds:uri="http://macabacus.com"/>
  </ds:schemaRefs>
</ds:datastoreItem>
</file>

<file path=customXml/itemProps68.xml><?xml version="1.0" encoding="utf-8"?>
<ds:datastoreItem xmlns:ds="http://schemas.openxmlformats.org/officeDocument/2006/customXml" ds:itemID="{240A18A4-47C8-41F8-907A-BDD48939CB1E}">
  <ds:schemaRefs>
    <ds:schemaRef ds:uri="http://macabacus.com"/>
  </ds:schemaRefs>
</ds:datastoreItem>
</file>

<file path=customXml/itemProps69.xml><?xml version="1.0" encoding="utf-8"?>
<ds:datastoreItem xmlns:ds="http://schemas.openxmlformats.org/officeDocument/2006/customXml" ds:itemID="{D8700D8D-62CA-481B-B998-7BE282AEF742}">
  <ds:schemaRefs>
    <ds:schemaRef ds:uri="http://macabacus.com"/>
  </ds:schemaRefs>
</ds:datastoreItem>
</file>

<file path=customXml/itemProps70.xml><?xml version="1.0" encoding="utf-8"?>
<ds:datastoreItem xmlns:ds="http://schemas.openxmlformats.org/officeDocument/2006/customXml" ds:itemID="{94AEEB49-1FF7-4848-94DC-D56CBDC3194B}">
  <ds:schemaRefs>
    <ds:schemaRef ds:uri="http://macabacus.com"/>
  </ds:schemaRefs>
</ds:datastoreItem>
</file>

<file path=customXml/itemProps71.xml><?xml version="1.0" encoding="utf-8"?>
<ds:datastoreItem xmlns:ds="http://schemas.openxmlformats.org/officeDocument/2006/customXml" ds:itemID="{DC051E33-C373-49B6-B473-0A96332C9C23}">
  <ds:schemaRefs>
    <ds:schemaRef ds:uri="http://macabacus.com"/>
  </ds:schemaRefs>
</ds:datastoreItem>
</file>

<file path=customXml/itemProps72.xml><?xml version="1.0" encoding="utf-8"?>
<ds:datastoreItem xmlns:ds="http://schemas.openxmlformats.org/officeDocument/2006/customXml" ds:itemID="{92F0377E-6BE3-4967-93F5-C4476410128A}">
  <ds:schemaRefs>
    <ds:schemaRef ds:uri="http://macabacus.com"/>
  </ds:schemaRefs>
</ds:datastoreItem>
</file>

<file path=customXml/itemProps73.xml><?xml version="1.0" encoding="utf-8"?>
<ds:datastoreItem xmlns:ds="http://schemas.openxmlformats.org/officeDocument/2006/customXml" ds:itemID="{A02840BE-FEC0-4982-AC1C-360DB1E54A68}">
  <ds:schemaRefs>
    <ds:schemaRef ds:uri="http://macabacus.com"/>
  </ds:schemaRefs>
</ds:datastoreItem>
</file>

<file path=customXml/itemProps74.xml><?xml version="1.0" encoding="utf-8"?>
<ds:datastoreItem xmlns:ds="http://schemas.openxmlformats.org/officeDocument/2006/customXml" ds:itemID="{828BBFB9-B2F5-4A23-8821-8D98CCD5379F}">
  <ds:schemaRefs>
    <ds:schemaRef ds:uri="http://macabacus.com"/>
  </ds:schemaRefs>
</ds:datastoreItem>
</file>

<file path=customXml/itemProps75.xml><?xml version="1.0" encoding="utf-8"?>
<ds:datastoreItem xmlns:ds="http://schemas.openxmlformats.org/officeDocument/2006/customXml" ds:itemID="{5F0E317F-5CDD-4245-AC1A-C47048B1B28A}">
  <ds:schemaRefs>
    <ds:schemaRef ds:uri="http://macabacus.com"/>
  </ds:schemaRefs>
</ds:datastoreItem>
</file>

<file path=customXml/itemProps76.xml><?xml version="1.0" encoding="utf-8"?>
<ds:datastoreItem xmlns:ds="http://schemas.openxmlformats.org/officeDocument/2006/customXml" ds:itemID="{777C1E19-D61D-4BD1-A54B-483E91D29678}">
  <ds:schemaRefs>
    <ds:schemaRef ds:uri="http://macabacus.com"/>
  </ds:schemaRefs>
</ds:datastoreItem>
</file>

<file path=customXml/itemProps77.xml><?xml version="1.0" encoding="utf-8"?>
<ds:datastoreItem xmlns:ds="http://schemas.openxmlformats.org/officeDocument/2006/customXml" ds:itemID="{3F306767-4664-4B14-B975-A5683092E94C}">
  <ds:schemaRefs>
    <ds:schemaRef ds:uri="http://macabacus.com"/>
  </ds:schemaRefs>
</ds:datastoreItem>
</file>

<file path=customXml/itemProps78.xml><?xml version="1.0" encoding="utf-8"?>
<ds:datastoreItem xmlns:ds="http://schemas.openxmlformats.org/officeDocument/2006/customXml" ds:itemID="{45633EBB-578B-4C7B-93AC-4E29E4D8C720}">
  <ds:schemaRefs>
    <ds:schemaRef ds:uri="http://macabacus.com"/>
  </ds:schemaRefs>
</ds:datastoreItem>
</file>

<file path=customXml/itemProps79.xml><?xml version="1.0" encoding="utf-8"?>
<ds:datastoreItem xmlns:ds="http://schemas.openxmlformats.org/officeDocument/2006/customXml" ds:itemID="{6FD65DFD-96EE-47DE-9ECE-92962A30AE8E}">
  <ds:schemaRefs>
    <ds:schemaRef ds:uri="http://macabacus.com"/>
  </ds:schemaRefs>
</ds:datastoreItem>
</file>

<file path=customXml/itemProps80.xml><?xml version="1.0" encoding="utf-8"?>
<ds:datastoreItem xmlns:ds="http://schemas.openxmlformats.org/officeDocument/2006/customXml" ds:itemID="{A2C983DD-E8B1-49FB-BF06-72675BD1246C}">
  <ds:schemaRefs>
    <ds:schemaRef ds:uri="http://macabacus.com"/>
  </ds:schemaRefs>
</ds:datastoreItem>
</file>

<file path=customXml/itemProps81.xml><?xml version="1.0" encoding="utf-8"?>
<ds:datastoreItem xmlns:ds="http://schemas.openxmlformats.org/officeDocument/2006/customXml" ds:itemID="{2485ED8E-DB3A-47DC-8B22-564356DAB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a12548-025c-4113-be0a-5de40f156b7f"/>
    <ds:schemaRef ds:uri="ad0c4147-2d43-4434-966d-a4e58ac9e8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2.xml><?xml version="1.0" encoding="utf-8"?>
<ds:datastoreItem xmlns:ds="http://schemas.openxmlformats.org/officeDocument/2006/customXml" ds:itemID="{4DB1A4AD-FB36-45D2-93DE-E792E1C1DE15}">
  <ds:schemaRefs>
    <ds:schemaRef ds:uri="http://macabacus.com"/>
  </ds:schemaRefs>
</ds:datastoreItem>
</file>

<file path=customXml/itemProps83.xml><?xml version="1.0" encoding="utf-8"?>
<ds:datastoreItem xmlns:ds="http://schemas.openxmlformats.org/officeDocument/2006/customXml" ds:itemID="{6D06D0E4-067B-4C5E-9C1B-EB0284B77838}">
  <ds:schemaRefs>
    <ds:schemaRef ds:uri="http://macabacus.com"/>
  </ds:schemaRefs>
</ds:datastoreItem>
</file>

<file path=customXml/itemProps84.xml><?xml version="1.0" encoding="utf-8"?>
<ds:datastoreItem xmlns:ds="http://schemas.openxmlformats.org/officeDocument/2006/customXml" ds:itemID="{D014C11A-0CB9-479C-B3CC-CF3C2287EE75}">
  <ds:schemaRefs>
    <ds:schemaRef ds:uri="http://macabacus.com"/>
  </ds:schemaRefs>
</ds:datastoreItem>
</file>

<file path=customXml/itemProps85.xml><?xml version="1.0" encoding="utf-8"?>
<ds:datastoreItem xmlns:ds="http://schemas.openxmlformats.org/officeDocument/2006/customXml" ds:itemID="{2957749B-F412-42E5-AF9C-8EFBB7EDFCFF}">
  <ds:schemaRefs>
    <ds:schemaRef ds:uri="http://macabacus.com"/>
  </ds:schemaRefs>
</ds:datastoreItem>
</file>

<file path=customXml/itemProps86.xml><?xml version="1.0" encoding="utf-8"?>
<ds:datastoreItem xmlns:ds="http://schemas.openxmlformats.org/officeDocument/2006/customXml" ds:itemID="{96A42BE5-0098-4369-B3D2-88BA3C2D62E4}">
  <ds:schemaRefs>
    <ds:schemaRef ds:uri="http://macabacus.com"/>
  </ds:schemaRefs>
</ds:datastoreItem>
</file>

<file path=customXml/itemProps87.xml><?xml version="1.0" encoding="utf-8"?>
<ds:datastoreItem xmlns:ds="http://schemas.openxmlformats.org/officeDocument/2006/customXml" ds:itemID="{BEA8E2CE-36C8-4400-AFC6-BBFEFA1698F1}">
  <ds:schemaRefs>
    <ds:schemaRef ds:uri="http://macabacus.com"/>
  </ds:schemaRefs>
</ds:datastoreItem>
</file>

<file path=customXml/itemProps88.xml><?xml version="1.0" encoding="utf-8"?>
<ds:datastoreItem xmlns:ds="http://schemas.openxmlformats.org/officeDocument/2006/customXml" ds:itemID="{A15087E0-4D39-4D26-957A-F9BF8AB7CD15}">
  <ds:schemaRefs>
    <ds:schemaRef ds:uri="http://macabacus.com"/>
  </ds:schemaRefs>
</ds:datastoreItem>
</file>

<file path=customXml/itemProps89.xml><?xml version="1.0" encoding="utf-8"?>
<ds:datastoreItem xmlns:ds="http://schemas.openxmlformats.org/officeDocument/2006/customXml" ds:itemID="{8A14217F-6C52-425C-B096-1E1D2690959E}">
  <ds:schemaRefs>
    <ds:schemaRef ds:uri="http://macabacus.com"/>
  </ds:schemaRefs>
</ds:datastoreItem>
</file>

<file path=customXml/itemProps90.xml><?xml version="1.0" encoding="utf-8"?>
<ds:datastoreItem xmlns:ds="http://schemas.openxmlformats.org/officeDocument/2006/customXml" ds:itemID="{2872A061-3A62-476F-A0A2-FE5B075CE8EF}">
  <ds:schemaRefs>
    <ds:schemaRef ds:uri="http://macabacus.com"/>
  </ds:schemaRefs>
</ds:datastoreItem>
</file>

<file path=customXml/itemProps91.xml><?xml version="1.0" encoding="utf-8"?>
<ds:datastoreItem xmlns:ds="http://schemas.openxmlformats.org/officeDocument/2006/customXml" ds:itemID="{8EC9C2FB-156C-4C94-9EA1-947D106A7A1C}">
  <ds:schemaRefs>
    <ds:schemaRef ds:uri="http://macabacus.com"/>
  </ds:schemaRefs>
</ds:datastoreItem>
</file>

<file path=customXml/itemProps92.xml><?xml version="1.0" encoding="utf-8"?>
<ds:datastoreItem xmlns:ds="http://schemas.openxmlformats.org/officeDocument/2006/customXml" ds:itemID="{8A23D2F2-04A4-4EE7-A793-E0543ECBBCF9}">
  <ds:schemaRefs>
    <ds:schemaRef ds:uri="http://macabacus.com"/>
  </ds:schemaRefs>
</ds:datastoreItem>
</file>

<file path=customXml/itemProps93.xml><?xml version="1.0" encoding="utf-8"?>
<ds:datastoreItem xmlns:ds="http://schemas.openxmlformats.org/officeDocument/2006/customXml" ds:itemID="{37AC0175-97FD-4709-BFA4-236FDE52EAD6}">
  <ds:schemaRefs>
    <ds:schemaRef ds:uri="http://macabacus.com"/>
  </ds:schemaRefs>
</ds:datastoreItem>
</file>

<file path=customXml/itemProps94.xml><?xml version="1.0" encoding="utf-8"?>
<ds:datastoreItem xmlns:ds="http://schemas.openxmlformats.org/officeDocument/2006/customXml" ds:itemID="{05361EA6-CB62-40B6-9F3E-042F3E4B57AD}">
  <ds:schemaRefs>
    <ds:schemaRef ds:uri="http://macabacus.com"/>
  </ds:schemaRefs>
</ds:datastoreItem>
</file>

<file path=customXml/itemProps95.xml><?xml version="1.0" encoding="utf-8"?>
<ds:datastoreItem xmlns:ds="http://schemas.openxmlformats.org/officeDocument/2006/customXml" ds:itemID="{8F3F4184-DC13-4E48-BF95-83D24BFDCB59}">
  <ds:schemaRefs>
    <ds:schemaRef ds:uri="http://macabacus.com"/>
  </ds:schemaRefs>
</ds:datastoreItem>
</file>

<file path=customXml/itemProps96.xml><?xml version="1.0" encoding="utf-8"?>
<ds:datastoreItem xmlns:ds="http://schemas.openxmlformats.org/officeDocument/2006/customXml" ds:itemID="{3C45D92A-2DFF-480C-9B58-A1E452909B84}">
  <ds:schemaRefs>
    <ds:schemaRef ds:uri="http://macabacus.com"/>
  </ds:schemaRefs>
</ds:datastoreItem>
</file>

<file path=customXml/itemProps97.xml><?xml version="1.0" encoding="utf-8"?>
<ds:datastoreItem xmlns:ds="http://schemas.openxmlformats.org/officeDocument/2006/customXml" ds:itemID="{24886683-8F5D-4A66-977D-67B7EB883013}">
  <ds:schemaRefs>
    <ds:schemaRef ds:uri="http://macabacus.com"/>
  </ds:schemaRefs>
</ds:datastoreItem>
</file>

<file path=customXml/itemProps98.xml><?xml version="1.0" encoding="utf-8"?>
<ds:datastoreItem xmlns:ds="http://schemas.openxmlformats.org/officeDocument/2006/customXml" ds:itemID="{E9A9520D-252E-47D5-AE22-67DF5E6D8E89}">
  <ds:schemaRefs>
    <ds:schemaRef ds:uri="http://macabacus.com"/>
  </ds:schemaRefs>
</ds:datastoreItem>
</file>

<file path=customXml/itemProps99.xml><?xml version="1.0" encoding="utf-8"?>
<ds:datastoreItem xmlns:ds="http://schemas.openxmlformats.org/officeDocument/2006/customXml" ds:itemID="{04DEB12B-8F62-49EF-AA9D-6ECE1CD23AA0}">
  <ds:schemaRefs>
    <ds:schemaRef ds:uri="http://macabacus.com"/>
  </ds:schemaRefs>
</ds:datastoreItem>
</file>

<file path=customXml/itemProps100.xml><?xml version="1.0" encoding="utf-8"?>
<ds:datastoreItem xmlns:ds="http://schemas.openxmlformats.org/officeDocument/2006/customXml" ds:itemID="{79517373-9F58-42BE-A4F1-0098EF5D4D0C}">
  <ds:schemaRefs>
    <ds:schemaRef ds:uri="http://macabacus.com"/>
  </ds:schemaRefs>
</ds:datastoreItem>
</file>

<file path=customXml/itemProps101.xml><?xml version="1.0" encoding="utf-8"?>
<ds:datastoreItem xmlns:ds="http://schemas.openxmlformats.org/officeDocument/2006/customXml" ds:itemID="{6557C92F-E465-4DFF-8A7E-DBA031979CE3}">
  <ds:schemaRefs>
    <ds:schemaRef ds:uri="http://macabacus.com"/>
  </ds:schemaRefs>
</ds:datastoreItem>
</file>

<file path=customXml/itemProps102.xml><?xml version="1.0" encoding="utf-8"?>
<ds:datastoreItem xmlns:ds="http://schemas.openxmlformats.org/officeDocument/2006/customXml" ds:itemID="{4E49E78D-54E1-4A7E-AA90-39082CD5CBA2}">
  <ds:schemaRefs>
    <ds:schemaRef ds:uri="http://macabacus.com"/>
  </ds:schemaRefs>
</ds:datastoreItem>
</file>

<file path=customXml/itemProps103.xml><?xml version="1.0" encoding="utf-8"?>
<ds:datastoreItem xmlns:ds="http://schemas.openxmlformats.org/officeDocument/2006/customXml" ds:itemID="{9066CBFA-1D84-48FB-8F84-9A0C96FA636D}">
  <ds:schemaRefs>
    <ds:schemaRef ds:uri="http://macabacus.com"/>
  </ds:schemaRefs>
</ds:datastoreItem>
</file>

<file path=customXml/itemProps104.xml><?xml version="1.0" encoding="utf-8"?>
<ds:datastoreItem xmlns:ds="http://schemas.openxmlformats.org/officeDocument/2006/customXml" ds:itemID="{466ACEC2-36CC-405C-ACF5-E6D313DA275E}">
  <ds:schemaRefs>
    <ds:schemaRef ds:uri="http://macabacus.com"/>
  </ds:schemaRefs>
</ds:datastoreItem>
</file>

<file path=customXml/itemProps105.xml><?xml version="1.0" encoding="utf-8"?>
<ds:datastoreItem xmlns:ds="http://schemas.openxmlformats.org/officeDocument/2006/customXml" ds:itemID="{903AD103-0EE8-4ECE-AAFC-8F6ACF825AC3}">
  <ds:schemaRefs>
    <ds:schemaRef ds:uri="http://macabacus.com"/>
  </ds:schemaRefs>
</ds:datastoreItem>
</file>

<file path=customXml/itemProps106.xml><?xml version="1.0" encoding="utf-8"?>
<ds:datastoreItem xmlns:ds="http://schemas.openxmlformats.org/officeDocument/2006/customXml" ds:itemID="{AFDAF6D5-468B-4C41-BB33-F8C62B0740C6}">
  <ds:schemaRefs>
    <ds:schemaRef ds:uri="http://macabacus.com"/>
  </ds:schemaRefs>
</ds:datastoreItem>
</file>

<file path=customXml/itemProps107.xml><?xml version="1.0" encoding="utf-8"?>
<ds:datastoreItem xmlns:ds="http://schemas.openxmlformats.org/officeDocument/2006/customXml" ds:itemID="{D395FDE2-DCDA-44FB-99D6-EB6FCC6A5548}">
  <ds:schemaRefs>
    <ds:schemaRef ds:uri="http://macabacus.com"/>
  </ds:schemaRefs>
</ds:datastoreItem>
</file>

<file path=customXml/itemProps108.xml><?xml version="1.0" encoding="utf-8"?>
<ds:datastoreItem xmlns:ds="http://schemas.openxmlformats.org/officeDocument/2006/customXml" ds:itemID="{74A2F58B-1863-463B-9A17-9FD6002DF3EA}">
  <ds:schemaRefs>
    <ds:schemaRef ds:uri="http://macabacus.com"/>
  </ds:schemaRefs>
</ds:datastoreItem>
</file>

<file path=customXml/itemProps109.xml><?xml version="1.0" encoding="utf-8"?>
<ds:datastoreItem xmlns:ds="http://schemas.openxmlformats.org/officeDocument/2006/customXml" ds:itemID="{1A046D5D-7BC6-41BE-A417-A350A80DE7B6}">
  <ds:schemaRefs>
    <ds:schemaRef ds:uri="http://macabacus.com"/>
  </ds:schemaRefs>
</ds:datastoreItem>
</file>

<file path=customXml/itemProps110.xml><?xml version="1.0" encoding="utf-8"?>
<ds:datastoreItem xmlns:ds="http://schemas.openxmlformats.org/officeDocument/2006/customXml" ds:itemID="{026E6971-A25B-4691-B6AB-872A4B216A56}">
  <ds:schemaRefs>
    <ds:schemaRef ds:uri="http://macabacus.com"/>
  </ds:schemaRefs>
</ds:datastoreItem>
</file>

<file path=customXml/itemProps111.xml><?xml version="1.0" encoding="utf-8"?>
<ds:datastoreItem xmlns:ds="http://schemas.openxmlformats.org/officeDocument/2006/customXml" ds:itemID="{04A274B0-93FC-47F0-870B-502F2F0F7326}">
  <ds:schemaRefs>
    <ds:schemaRef ds:uri="http://macabacus.com"/>
  </ds:schemaRefs>
</ds:datastoreItem>
</file>

<file path=customXml/itemProps112.xml><?xml version="1.0" encoding="utf-8"?>
<ds:datastoreItem xmlns:ds="http://schemas.openxmlformats.org/officeDocument/2006/customXml" ds:itemID="{C6570A7B-ECCB-43C6-B7D2-0928F7217E2E}">
  <ds:schemaRefs>
    <ds:schemaRef ds:uri="http://macabacus.com"/>
  </ds:schemaRefs>
</ds:datastoreItem>
</file>

<file path=customXml/itemProps113.xml><?xml version="1.0" encoding="utf-8"?>
<ds:datastoreItem xmlns:ds="http://schemas.openxmlformats.org/officeDocument/2006/customXml" ds:itemID="{2947A6FC-801D-4412-81BD-980A26BD6B9E}">
  <ds:schemaRefs>
    <ds:schemaRef ds:uri="http://macabacus.com"/>
  </ds:schemaRefs>
</ds:datastoreItem>
</file>

<file path=customXml/itemProps114.xml><?xml version="1.0" encoding="utf-8"?>
<ds:datastoreItem xmlns:ds="http://schemas.openxmlformats.org/officeDocument/2006/customXml" ds:itemID="{CF6370B2-B797-4A92-8D4E-6AB628AD784B}">
  <ds:schemaRefs>
    <ds:schemaRef ds:uri="http://macabacus.com"/>
  </ds:schemaRefs>
</ds:datastoreItem>
</file>

<file path=customXml/itemProps115.xml><?xml version="1.0" encoding="utf-8"?>
<ds:datastoreItem xmlns:ds="http://schemas.openxmlformats.org/officeDocument/2006/customXml" ds:itemID="{1A6767FF-8AAD-4940-8281-2C6331C33D96}">
  <ds:schemaRefs>
    <ds:schemaRef ds:uri="http://macabacus.com"/>
  </ds:schemaRefs>
</ds:datastoreItem>
</file>

<file path=customXml/itemProps116.xml><?xml version="1.0" encoding="utf-8"?>
<ds:datastoreItem xmlns:ds="http://schemas.openxmlformats.org/officeDocument/2006/customXml" ds:itemID="{AC3D7D10-DA7B-4C46-A440-D35FBEEB613C}">
  <ds:schemaRefs>
    <ds:schemaRef ds:uri="http://macabacus.com"/>
  </ds:schemaRefs>
</ds:datastoreItem>
</file>

<file path=customXml/itemProps117.xml><?xml version="1.0" encoding="utf-8"?>
<ds:datastoreItem xmlns:ds="http://schemas.openxmlformats.org/officeDocument/2006/customXml" ds:itemID="{5056A744-3AA2-41D9-9520-DA4884EEB787}">
  <ds:schemaRefs>
    <ds:schemaRef ds:uri="http://macabacus.com"/>
  </ds:schemaRefs>
</ds:datastoreItem>
</file>

<file path=customXml/itemProps118.xml><?xml version="1.0" encoding="utf-8"?>
<ds:datastoreItem xmlns:ds="http://schemas.openxmlformats.org/officeDocument/2006/customXml" ds:itemID="{F8D26A2D-69D9-4420-B593-4E039EC17DF5}">
  <ds:schemaRefs>
    <ds:schemaRef ds:uri="http://macabacus.com"/>
  </ds:schemaRefs>
</ds:datastoreItem>
</file>

<file path=customXml/itemProps119.xml><?xml version="1.0" encoding="utf-8"?>
<ds:datastoreItem xmlns:ds="http://schemas.openxmlformats.org/officeDocument/2006/customXml" ds:itemID="{8224CE37-2AC9-4E57-A290-E612B28B1E29}">
  <ds:schemaRefs>
    <ds:schemaRef ds:uri="http://macabacus.com"/>
  </ds:schemaRefs>
</ds:datastoreItem>
</file>

<file path=customXml/itemProps120.xml><?xml version="1.0" encoding="utf-8"?>
<ds:datastoreItem xmlns:ds="http://schemas.openxmlformats.org/officeDocument/2006/customXml" ds:itemID="{AEA2C14F-B6ED-4717-8000-5E226EE81752}">
  <ds:schemaRefs>
    <ds:schemaRef ds:uri="http://schemas.microsoft.com/sharepoint/v3/contenttype/forms"/>
  </ds:schemaRefs>
</ds:datastoreItem>
</file>

<file path=customXml/itemProps121.xml><?xml version="1.0" encoding="utf-8"?>
<ds:datastoreItem xmlns:ds="http://schemas.openxmlformats.org/officeDocument/2006/customXml" ds:itemID="{366104C4-CC19-40E5-9BBE-368DA0B50B87}">
  <ds:schemaRefs>
    <ds:schemaRef ds:uri="http://macabacus.com"/>
  </ds:schemaRefs>
</ds:datastoreItem>
</file>

<file path=customXml/itemProps122.xml><?xml version="1.0" encoding="utf-8"?>
<ds:datastoreItem xmlns:ds="http://schemas.openxmlformats.org/officeDocument/2006/customXml" ds:itemID="{ECA05229-FA42-44D7-9C2F-E2408D0994AD}">
  <ds:schemaRefs>
    <ds:schemaRef ds:uri="http://macabacus.com"/>
  </ds:schemaRefs>
</ds:datastoreItem>
</file>

<file path=customXml/itemProps123.xml><?xml version="1.0" encoding="utf-8"?>
<ds:datastoreItem xmlns:ds="http://schemas.openxmlformats.org/officeDocument/2006/customXml" ds:itemID="{453648E7-00C6-44CE-8CCF-B935E9B1F836}">
  <ds:schemaRefs>
    <ds:schemaRef ds:uri="http://macabacus.com"/>
  </ds:schemaRefs>
</ds:datastoreItem>
</file>

<file path=customXml/itemProps124.xml><?xml version="1.0" encoding="utf-8"?>
<ds:datastoreItem xmlns:ds="http://schemas.openxmlformats.org/officeDocument/2006/customXml" ds:itemID="{0EE1E98B-F3F6-4C3A-B3F4-D56F144C0ED1}">
  <ds:schemaRefs>
    <ds:schemaRef ds:uri="http://macabacus.com"/>
  </ds:schemaRefs>
</ds:datastoreItem>
</file>

<file path=customXml/itemProps125.xml><?xml version="1.0" encoding="utf-8"?>
<ds:datastoreItem xmlns:ds="http://schemas.openxmlformats.org/officeDocument/2006/customXml" ds:itemID="{B9979C64-7404-453B-8375-CBD269CA82DF}">
  <ds:schemaRefs>
    <ds:schemaRef ds:uri="http://macabacus.com"/>
  </ds:schemaRefs>
</ds:datastoreItem>
</file>

<file path=customXml/itemProps126.xml><?xml version="1.0" encoding="utf-8"?>
<ds:datastoreItem xmlns:ds="http://schemas.openxmlformats.org/officeDocument/2006/customXml" ds:itemID="{3C2EE3FF-F903-4F4A-A361-687B89ADBF5D}">
  <ds:schemaRefs>
    <ds:schemaRef ds:uri="http://macabacus.com"/>
  </ds:schemaRefs>
</ds:datastoreItem>
</file>

<file path=customXml/itemProps127.xml><?xml version="1.0" encoding="utf-8"?>
<ds:datastoreItem xmlns:ds="http://schemas.openxmlformats.org/officeDocument/2006/customXml" ds:itemID="{4FD8E487-F81B-4EE6-9364-ED05FF32A0B0}">
  <ds:schemaRefs>
    <ds:schemaRef ds:uri="http://macabacus.com"/>
  </ds:schemaRefs>
</ds:datastoreItem>
</file>

<file path=customXml/itemProps128.xml><?xml version="1.0" encoding="utf-8"?>
<ds:datastoreItem xmlns:ds="http://schemas.openxmlformats.org/officeDocument/2006/customXml" ds:itemID="{52778C26-298A-42D0-A002-BFD67249CC89}">
  <ds:schemaRefs>
    <ds:schemaRef ds:uri="http://macabacus.com"/>
  </ds:schemaRefs>
</ds:datastoreItem>
</file>

<file path=customXml/itemProps129.xml><?xml version="1.0" encoding="utf-8"?>
<ds:datastoreItem xmlns:ds="http://schemas.openxmlformats.org/officeDocument/2006/customXml" ds:itemID="{E87F85AD-EF6D-4F4B-8AD6-791F8294E1E1}">
  <ds:schemaRefs>
    <ds:schemaRef ds:uri="http://macabacus.com"/>
  </ds:schemaRefs>
</ds:datastoreItem>
</file>

<file path=customXml/itemProps130.xml><?xml version="1.0" encoding="utf-8"?>
<ds:datastoreItem xmlns:ds="http://schemas.openxmlformats.org/officeDocument/2006/customXml" ds:itemID="{B78937B7-6CED-4967-98F1-9C295EB845E6}">
  <ds:schemaRefs>
    <ds:schemaRef ds:uri="http://macabacus.com"/>
  </ds:schemaRefs>
</ds:datastoreItem>
</file>

<file path=customXml/itemProps131.xml><?xml version="1.0" encoding="utf-8"?>
<ds:datastoreItem xmlns:ds="http://schemas.openxmlformats.org/officeDocument/2006/customXml" ds:itemID="{5CF2C4E1-6B68-45AA-A6FD-42AB4E713F35}">
  <ds:schemaRefs>
    <ds:schemaRef ds:uri="http://macabacus.com"/>
  </ds:schemaRefs>
</ds:datastoreItem>
</file>

<file path=customXml/itemProps132.xml><?xml version="1.0" encoding="utf-8"?>
<ds:datastoreItem xmlns:ds="http://schemas.openxmlformats.org/officeDocument/2006/customXml" ds:itemID="{27FD3BE9-08A7-4951-A451-96DA79C01D23}">
  <ds:schemaRefs>
    <ds:schemaRef ds:uri="http://macabacus.com"/>
  </ds:schemaRefs>
</ds:datastoreItem>
</file>

<file path=docProps/app.xml><?xml version="1.0" encoding="utf-8"?>
<Properties xmlns="http://schemas.openxmlformats.org/officeDocument/2006/extended-properties" xmlns:vt="http://schemas.openxmlformats.org/officeDocument/2006/docPropsVTypes">
  <Template/>
  <TotalTime>1645</TotalTime>
  <Words>1545</Words>
  <Application>Microsoft Office PowerPoint</Application>
  <PresentationFormat>On-screen Show (4:3)</PresentationFormat>
  <Paragraphs>321</Paragraphs>
  <Slides>15</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vt:i4>
      </vt:variant>
    </vt:vector>
  </HeadingPairs>
  <TitlesOfParts>
    <vt:vector size="25" baseType="lpstr">
      <vt:lpstr>Palatino Linotype</vt:lpstr>
      <vt:lpstr>Century Gothic</vt:lpstr>
      <vt:lpstr>Calibri</vt:lpstr>
      <vt:lpstr>Corbel</vt:lpstr>
      <vt:lpstr>Aharoni</vt:lpstr>
      <vt:lpstr>Segoe UI</vt:lpstr>
      <vt:lpstr>Wingdings</vt:lpstr>
      <vt:lpstr>Arial</vt:lpstr>
      <vt:lpstr>Office Theme</vt:lpstr>
      <vt:lpstr>4_Custom Design</vt:lpstr>
      <vt:lpstr>PowerPoint Presentation</vt:lpstr>
      <vt:lpstr>Executive Summary</vt:lpstr>
      <vt:lpstr>INFOR Financial Inc. Overview </vt:lpstr>
      <vt:lpstr>Canada’s Top Independent M&amp;A Advisor</vt:lpstr>
      <vt:lpstr>INFOR Key Highlights</vt:lpstr>
      <vt:lpstr>PowerPoint Presentation</vt:lpstr>
      <vt:lpstr>Introduction to [Client Name]</vt:lpstr>
      <vt:lpstr>Open Text Corporation Q3 FY2026 Earnings Summary</vt:lpstr>
      <vt:lpstr>PowerPoint Presentation</vt:lpstr>
      <vt:lpstr>Potential Perceived Acquiror Considerations and Mitigants</vt:lpstr>
      <vt:lpstr>Comparable Companies Financial Analysis</vt:lpstr>
      <vt:lpstr>Key Investment Highlights</vt:lpstr>
      <vt:lpstr>Potential [x] Market Entry Targets</vt:lpstr>
      <vt:lpstr>Disclaimer</vt:lpstr>
      <vt:lpstr>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Joey Shaw</dc:creator>
  <cp:lastModifiedBy>Tate Wilson</cp:lastModifiedBy>
  <cp:revision>65</cp:revision>
  <cp:lastPrinted>2022-07-27T14:27:48Z</cp:lastPrinted>
  <dcterms:created xsi:type="dcterms:W3CDTF">2017-07-31T13:36:44Z</dcterms:created>
  <dcterms:modified xsi:type="dcterms:W3CDTF">2026-05-28T18:56:05Z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0x0101001CC90450323BF944A056C05D9632F2E1</vt:lpwstr>
  </property>
</Properties>
</file>