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00.xml" ContentType="application/vnd.openxmlformats-officedocument.customXmlProperties+xml"/>
  <Override PartName="/customXml/itemProps101.xml" ContentType="application/vnd.openxmlformats-officedocument.customXmlProperties+xml"/>
  <Override PartName="/customXml/itemProps102.xml" ContentType="application/vnd.openxmlformats-officedocument.customXmlProperties+xml"/>
  <Override PartName="/customXml/itemProps103.xml" ContentType="application/vnd.openxmlformats-officedocument.customXmlProperties+xml"/>
  <Override PartName="/customXml/itemProps104.xml" ContentType="application/vnd.openxmlformats-officedocument.customXmlProperties+xml"/>
  <Override PartName="/customXml/itemProps105.xml" ContentType="application/vnd.openxmlformats-officedocument.customXmlProperties+xml"/>
  <Override PartName="/customXml/itemProps106.xml" ContentType="application/vnd.openxmlformats-officedocument.customXmlProperties+xml"/>
  <Override PartName="/customXml/itemProps107.xml" ContentType="application/vnd.openxmlformats-officedocument.customXmlProperties+xml"/>
  <Override PartName="/customXml/itemProps108.xml" ContentType="application/vnd.openxmlformats-officedocument.customXmlProperties+xml"/>
  <Override PartName="/customXml/itemProps109.xml" ContentType="application/vnd.openxmlformats-officedocument.customXmlProperties+xml"/>
  <Override PartName="/customXml/itemProps11.xml" ContentType="application/vnd.openxmlformats-officedocument.customXmlProperties+xml"/>
  <Override PartName="/customXml/itemProps110.xml" ContentType="application/vnd.openxmlformats-officedocument.customXmlProperties+xml"/>
  <Override PartName="/customXml/itemProps111.xml" ContentType="application/vnd.openxmlformats-officedocument.customXmlProperties+xml"/>
  <Override PartName="/customXml/itemProps112.xml" ContentType="application/vnd.openxmlformats-officedocument.customXmlProperties+xml"/>
  <Override PartName="/customXml/itemProps113.xml" ContentType="application/vnd.openxmlformats-officedocument.customXmlProperties+xml"/>
  <Override PartName="/customXml/itemProps114.xml" ContentType="application/vnd.openxmlformats-officedocument.customXmlProperties+xml"/>
  <Override PartName="/customXml/itemProps115.xml" ContentType="application/vnd.openxmlformats-officedocument.customXmlProperties+xml"/>
  <Override PartName="/customXml/itemProps116.xml" ContentType="application/vnd.openxmlformats-officedocument.customXmlProperties+xml"/>
  <Override PartName="/customXml/itemProps117.xml" ContentType="application/vnd.openxmlformats-officedocument.customXmlProperties+xml"/>
  <Override PartName="/customXml/itemProps118.xml" ContentType="application/vnd.openxmlformats-officedocument.customXmlProperties+xml"/>
  <Override PartName="/customXml/itemProps119.xml" ContentType="application/vnd.openxmlformats-officedocument.customXmlProperties+xml"/>
  <Override PartName="/customXml/itemProps12.xml" ContentType="application/vnd.openxmlformats-officedocument.customXmlProperties+xml"/>
  <Override PartName="/customXml/itemProps120.xml" ContentType="application/vnd.openxmlformats-officedocument.customXmlProperties+xml"/>
  <Override PartName="/customXml/itemProps121.xml" ContentType="application/vnd.openxmlformats-officedocument.customXmlProperties+xml"/>
  <Override PartName="/customXml/itemProps122.xml" ContentType="application/vnd.openxmlformats-officedocument.customXmlProperties+xml"/>
  <Override PartName="/customXml/itemProps123.xml" ContentType="application/vnd.openxmlformats-officedocument.customXmlProperties+xml"/>
  <Override PartName="/customXml/itemProps124.xml" ContentType="application/vnd.openxmlformats-officedocument.customXmlProperties+xml"/>
  <Override PartName="/customXml/itemProps125.xml" ContentType="application/vnd.openxmlformats-officedocument.customXmlProperties+xml"/>
  <Override PartName="/customXml/itemProps126.xml" ContentType="application/vnd.openxmlformats-officedocument.customXmlProperties+xml"/>
  <Override PartName="/customXml/itemProps127.xml" ContentType="application/vnd.openxmlformats-officedocument.customXmlProperties+xml"/>
  <Override PartName="/customXml/itemProps128.xml" ContentType="application/vnd.openxmlformats-officedocument.customXmlProperties+xml"/>
  <Override PartName="/customXml/itemProps129.xml" ContentType="application/vnd.openxmlformats-officedocument.customXmlProperties+xml"/>
  <Override PartName="/customXml/itemProps13.xml" ContentType="application/vnd.openxmlformats-officedocument.customXmlProperties+xml"/>
  <Override PartName="/customXml/itemProps130.xml" ContentType="application/vnd.openxmlformats-officedocument.customXmlProperties+xml"/>
  <Override PartName="/customXml/itemProps131.xml" ContentType="application/vnd.openxmlformats-officedocument.customXmlProperties+xml"/>
  <Override PartName="/customXml/itemProps132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.xml" ContentType="application/vnd.openxmlformats-officedocument.customXmlProperties+xml"/>
  <Override PartName="/customXml/itemProps90.xml" ContentType="application/vnd.openxmlformats-officedocument.customXmlProperties+xml"/>
  <Override PartName="/customXml/itemProps91.xml" ContentType="application/vnd.openxmlformats-officedocument.customXmlProperties+xml"/>
  <Override PartName="/customXml/itemProps92.xml" ContentType="application/vnd.openxmlformats-officedocument.customXmlProperties+xml"/>
  <Override PartName="/customXml/itemProps93.xml" ContentType="application/vnd.openxmlformats-officedocument.customXmlProperties+xml"/>
  <Override PartName="/customXml/itemProps94.xml" ContentType="application/vnd.openxmlformats-officedocument.customXmlProperties+xml"/>
  <Override PartName="/customXml/itemProps95.xml" ContentType="application/vnd.openxmlformats-officedocument.customXmlProperties+xml"/>
  <Override PartName="/customXml/itemProps96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 autoCompressPictures="0" bookmarkIdSeed="2">
  <p:sldMasterIdLst>
    <p:sldMasterId id="2147483718" r:id="rId133"/>
    <p:sldMasterId id="2147483732" r:id="rId134"/>
  </p:sldMasterIdLst>
  <p:notesMasterIdLst>
    <p:notesMasterId r:id="rId154"/>
  </p:notesMasterIdLst>
  <p:handoutMasterIdLst>
    <p:handoutMasterId r:id="rId155"/>
  </p:handoutMasterIdLst>
  <p:sldIdLst>
    <p:sldId id="3880" r:id="rId144"/>
  </p:sldIdLst>
  <p:sldSz cx="9144000" cy="6858000" type="screen4x3"/>
  <p:notesSz cx="7010400" cy="9296400"/>
  <p:embeddedFontLst>
    <p:embeddedFont>
      <p:font typeface="Aharoni" panose="02010803020104030203" pitchFamily="2" charset="-79"/>
      <p:bold r:id="rId156"/>
    </p:embeddedFont>
    <p:embeddedFont>
      <p:font typeface="Century Gothic" panose="020B0502020202020204" pitchFamily="34" charset="0"/>
      <p:regular r:id="rId157"/>
      <p:bold r:id="rId158"/>
      <p:italic r:id="rId159"/>
      <p:boldItalic r:id="rId160"/>
    </p:embeddedFont>
    <p:embeddedFont>
      <p:font typeface="Corbel" panose="020B0503020204020204" pitchFamily="34" charset="0"/>
      <p:regular r:id="rId161"/>
      <p:bold r:id="rId162"/>
      <p:italic r:id="rId163"/>
      <p:boldItalic r:id="rId164"/>
    </p:embeddedFont>
    <p:embeddedFont>
      <p:font typeface="Palatino Linotype" panose="02040502050505030304" pitchFamily="18" charset="0"/>
      <p:regular r:id="rId165"/>
      <p:bold r:id="rId166"/>
      <p:italic r:id="rId167"/>
      <p:boldItalic r:id="rId168"/>
    </p:embeddedFont>
    <p:embeddedFont>
      <p:font typeface="Segoe UI" panose="020B0502040204020203" pitchFamily="34" charset="0"/>
      <p:regular r:id="rId169"/>
      <p:bold r:id="rId170"/>
      <p:italic r:id="rId171"/>
      <p:boldItalic r:id="rId172"/>
    </p:embeddedFont>
  </p:embeddedFontLst>
  <p:custDataLst>
    <p:tags r:id="rId17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952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pos="216" userDrawn="1">
          <p15:clr>
            <a:srgbClr val="A4A3A4"/>
          </p15:clr>
        </p15:guide>
        <p15:guide id="6" pos="5544" userDrawn="1">
          <p15:clr>
            <a:srgbClr val="A4A3A4"/>
          </p15:clr>
        </p15:guide>
        <p15:guide id="7" pos="5424" userDrawn="1">
          <p15:clr>
            <a:srgbClr val="A4A3A4"/>
          </p15:clr>
        </p15:guide>
        <p15:guide id="8" pos="363" userDrawn="1">
          <p15:clr>
            <a:srgbClr val="A4A3A4"/>
          </p15:clr>
        </p15:guide>
        <p15:guide id="10" orient="horz" pos="3317" userDrawn="1">
          <p15:clr>
            <a:srgbClr val="A4A3A4"/>
          </p15:clr>
        </p15:guide>
        <p15:guide id="11" orient="horz" pos="1797" userDrawn="1">
          <p15:clr>
            <a:srgbClr val="A4A3A4"/>
          </p15:clr>
        </p15:guide>
        <p15:guide id="13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CF5F306-4ED6-795C-C3B7-FA8047F68CA0}" name="Petar Mijacevic" initials="PM" userId="S::pmijacevic@inforfg.com::87170486-a460-4fab-9bb6-4fe79e90bab6" providerId="AD"/>
  <p188:author id="{5FF8D615-BFCE-EE3F-8A36-3336454C3871}" name="Joey Shaw" initials="JS" userId="S::jshaw@inforfg.com::06bdb8e4-7545-463a-95a2-3a9f011cefd4" providerId="AD"/>
  <p188:author id="{F65E286F-26DC-E4EA-0386-DBCAA223FCB6}" name="Tate Wilson" initials="TW" userId="S::twilson@inforfg.com::dd715062-ed57-4058-a014-95cd6b7000da" providerId="AD"/>
  <p188:author id="{84C68970-5F03-B2E7-DD34-AD5666F5BE71}" name="Joe Winnitoy" initials="JW" userId="S::jwinnitoy@inforfg.com::59a0b5f6-ccff-44a7-b378-e7509c28860a" providerId="AD"/>
  <p188:author id="{26379496-5BC4-1D91-490E-6ACADF49F87B}" name="Matthew Buckles" initials="MB" userId="S::mbuckles@inforfg.com::241cfb4c-4deb-4fbf-93e8-634796df9da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McKinlay" initials="SM" lastIdx="1" clrIdx="0"/>
  <p:cmAuthor id="2" name="Greg Lewis" initials="GL" lastIdx="1" clrIdx="1"/>
  <p:cmAuthor id="3" name="Nick Matta" initials="NM" lastIdx="2" clrIdx="2">
    <p:extLst>
      <p:ext uri="{19B8F6BF-5375-455C-9EA6-DF929625EA0E}">
        <p15:presenceInfo xmlns:p15="http://schemas.microsoft.com/office/powerpoint/2012/main" userId="S::nmatta@inforfg.com::9700b57c-2069-47c2-812e-fa76cd19aacb" providerId="AD"/>
      </p:ext>
    </p:extLst>
  </p:cmAuthor>
  <p:cmAuthor id="4" name="Sukhmun Dosanjh" initials="SD" lastIdx="1" clrIdx="3">
    <p:extLst>
      <p:ext uri="{19B8F6BF-5375-455C-9EA6-DF929625EA0E}">
        <p15:presenceInfo xmlns:p15="http://schemas.microsoft.com/office/powerpoint/2012/main" userId="S::Sdosanjh@inforfg.com::38ac0071-4363-43cd-b57b-c27ed8897e3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46566E"/>
    <a:srgbClr val="E7E8E8"/>
    <a:srgbClr val="CCCCCE"/>
    <a:srgbClr val="83531E"/>
    <a:srgbClr val="00B050"/>
    <a:srgbClr val="0E213F"/>
    <a:srgbClr val="ADB9CA"/>
    <a:srgbClr val="022E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pos="2952"/>
        <p:guide pos="816"/>
        <p:guide pos="216"/>
        <p:guide pos="5544"/>
        <p:guide pos="5424"/>
        <p:guide pos="363"/>
        <p:guide orient="horz" pos="3317"/>
        <p:guide orient="horz" pos="1797"/>
        <p:guide orient="horz" pos="390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customXml" Target="../customXml/item46.xml"/><Relationship Id="rId47" Type="http://schemas.openxmlformats.org/officeDocument/2006/relationships/customXml" Target="../customXml/item47.xml"/><Relationship Id="rId48" Type="http://schemas.openxmlformats.org/officeDocument/2006/relationships/customXml" Target="../customXml/item48.xml"/><Relationship Id="rId49" Type="http://schemas.openxmlformats.org/officeDocument/2006/relationships/customXml" Target="../customXml/item49.xml"/><Relationship Id="rId50" Type="http://schemas.openxmlformats.org/officeDocument/2006/relationships/customXml" Target="../customXml/item50.xml"/><Relationship Id="rId51" Type="http://schemas.openxmlformats.org/officeDocument/2006/relationships/customXml" Target="../customXml/item51.xml"/><Relationship Id="rId52" Type="http://schemas.openxmlformats.org/officeDocument/2006/relationships/customXml" Target="../customXml/item52.xml"/><Relationship Id="rId53" Type="http://schemas.openxmlformats.org/officeDocument/2006/relationships/customXml" Target="../customXml/item53.xml"/><Relationship Id="rId54" Type="http://schemas.openxmlformats.org/officeDocument/2006/relationships/customXml" Target="../customXml/item54.xml"/><Relationship Id="rId55" Type="http://schemas.openxmlformats.org/officeDocument/2006/relationships/customXml" Target="../customXml/item55.xml"/><Relationship Id="rId56" Type="http://schemas.openxmlformats.org/officeDocument/2006/relationships/customXml" Target="../customXml/item56.xml"/><Relationship Id="rId57" Type="http://schemas.openxmlformats.org/officeDocument/2006/relationships/customXml" Target="../customXml/item57.xml"/><Relationship Id="rId58" Type="http://schemas.openxmlformats.org/officeDocument/2006/relationships/customXml" Target="../customXml/item58.xml"/><Relationship Id="rId59" Type="http://schemas.openxmlformats.org/officeDocument/2006/relationships/customXml" Target="../customXml/item59.xml"/><Relationship Id="rId60" Type="http://schemas.openxmlformats.org/officeDocument/2006/relationships/customXml" Target="../customXml/item60.xml"/><Relationship Id="rId61" Type="http://schemas.openxmlformats.org/officeDocument/2006/relationships/customXml" Target="../customXml/item61.xml"/><Relationship Id="rId62" Type="http://schemas.openxmlformats.org/officeDocument/2006/relationships/customXml" Target="../customXml/item62.xml"/><Relationship Id="rId63" Type="http://schemas.openxmlformats.org/officeDocument/2006/relationships/customXml" Target="../customXml/item63.xml"/><Relationship Id="rId64" Type="http://schemas.openxmlformats.org/officeDocument/2006/relationships/customXml" Target="../customXml/item64.xml"/><Relationship Id="rId65" Type="http://schemas.openxmlformats.org/officeDocument/2006/relationships/customXml" Target="../customXml/item65.xml"/><Relationship Id="rId66" Type="http://schemas.openxmlformats.org/officeDocument/2006/relationships/customXml" Target="../customXml/item66.xml"/><Relationship Id="rId67" Type="http://schemas.openxmlformats.org/officeDocument/2006/relationships/customXml" Target="../customXml/item67.xml"/><Relationship Id="rId68" Type="http://schemas.openxmlformats.org/officeDocument/2006/relationships/customXml" Target="../customXml/item68.xml"/><Relationship Id="rId69" Type="http://schemas.openxmlformats.org/officeDocument/2006/relationships/customXml" Target="../customXml/item69.xml"/><Relationship Id="rId70" Type="http://schemas.openxmlformats.org/officeDocument/2006/relationships/customXml" Target="../customXml/item70.xml"/><Relationship Id="rId71" Type="http://schemas.openxmlformats.org/officeDocument/2006/relationships/customXml" Target="../customXml/item71.xml"/><Relationship Id="rId72" Type="http://schemas.openxmlformats.org/officeDocument/2006/relationships/customXml" Target="../customXml/item72.xml"/><Relationship Id="rId73" Type="http://schemas.openxmlformats.org/officeDocument/2006/relationships/customXml" Target="../customXml/item73.xml"/><Relationship Id="rId74" Type="http://schemas.openxmlformats.org/officeDocument/2006/relationships/customXml" Target="../customXml/item74.xml"/><Relationship Id="rId75" Type="http://schemas.openxmlformats.org/officeDocument/2006/relationships/customXml" Target="../customXml/item75.xml"/><Relationship Id="rId76" Type="http://schemas.openxmlformats.org/officeDocument/2006/relationships/customXml" Target="../customXml/item76.xml"/><Relationship Id="rId77" Type="http://schemas.openxmlformats.org/officeDocument/2006/relationships/customXml" Target="../customXml/item77.xml"/><Relationship Id="rId78" Type="http://schemas.openxmlformats.org/officeDocument/2006/relationships/customXml" Target="../customXml/item78.xml"/><Relationship Id="rId79" Type="http://schemas.openxmlformats.org/officeDocument/2006/relationships/customXml" Target="../customXml/item79.xml"/><Relationship Id="rId80" Type="http://schemas.openxmlformats.org/officeDocument/2006/relationships/customXml" Target="../customXml/item80.xml"/><Relationship Id="rId81" Type="http://schemas.openxmlformats.org/officeDocument/2006/relationships/customXml" Target="../customXml/item81.xml"/><Relationship Id="rId82" Type="http://schemas.openxmlformats.org/officeDocument/2006/relationships/customXml" Target="../customXml/item82.xml"/><Relationship Id="rId83" Type="http://schemas.openxmlformats.org/officeDocument/2006/relationships/customXml" Target="../customXml/item83.xml"/><Relationship Id="rId84" Type="http://schemas.openxmlformats.org/officeDocument/2006/relationships/customXml" Target="../customXml/item84.xml"/><Relationship Id="rId85" Type="http://schemas.openxmlformats.org/officeDocument/2006/relationships/customXml" Target="../customXml/item85.xml"/><Relationship Id="rId86" Type="http://schemas.openxmlformats.org/officeDocument/2006/relationships/customXml" Target="../customXml/item86.xml"/><Relationship Id="rId87" Type="http://schemas.openxmlformats.org/officeDocument/2006/relationships/customXml" Target="../customXml/item87.xml"/><Relationship Id="rId88" Type="http://schemas.openxmlformats.org/officeDocument/2006/relationships/customXml" Target="../customXml/item88.xml"/><Relationship Id="rId89" Type="http://schemas.openxmlformats.org/officeDocument/2006/relationships/customXml" Target="../customXml/item89.xml"/><Relationship Id="rId90" Type="http://schemas.openxmlformats.org/officeDocument/2006/relationships/customXml" Target="../customXml/item90.xml"/><Relationship Id="rId91" Type="http://schemas.openxmlformats.org/officeDocument/2006/relationships/customXml" Target="../customXml/item91.xml"/><Relationship Id="rId92" Type="http://schemas.openxmlformats.org/officeDocument/2006/relationships/customXml" Target="../customXml/item92.xml"/><Relationship Id="rId93" Type="http://schemas.openxmlformats.org/officeDocument/2006/relationships/customXml" Target="../customXml/item93.xml"/><Relationship Id="rId94" Type="http://schemas.openxmlformats.org/officeDocument/2006/relationships/customXml" Target="../customXml/item94.xml"/><Relationship Id="rId95" Type="http://schemas.openxmlformats.org/officeDocument/2006/relationships/customXml" Target="../customXml/item95.xml"/><Relationship Id="rId96" Type="http://schemas.openxmlformats.org/officeDocument/2006/relationships/customXml" Target="../customXml/item96.xml"/><Relationship Id="rId97" Type="http://schemas.openxmlformats.org/officeDocument/2006/relationships/customXml" Target="../customXml/item97.xml"/><Relationship Id="rId98" Type="http://schemas.openxmlformats.org/officeDocument/2006/relationships/customXml" Target="../customXml/item98.xml"/><Relationship Id="rId99" Type="http://schemas.openxmlformats.org/officeDocument/2006/relationships/customXml" Target="../customXml/item99.xml"/><Relationship Id="rId100" Type="http://schemas.openxmlformats.org/officeDocument/2006/relationships/customXml" Target="../customXml/item100.xml"/><Relationship Id="rId101" Type="http://schemas.openxmlformats.org/officeDocument/2006/relationships/customXml" Target="../customXml/item101.xml"/><Relationship Id="rId102" Type="http://schemas.openxmlformats.org/officeDocument/2006/relationships/customXml" Target="../customXml/item102.xml"/><Relationship Id="rId103" Type="http://schemas.openxmlformats.org/officeDocument/2006/relationships/customXml" Target="../customXml/item103.xml"/><Relationship Id="rId104" Type="http://schemas.openxmlformats.org/officeDocument/2006/relationships/customXml" Target="../customXml/item104.xml"/><Relationship Id="rId105" Type="http://schemas.openxmlformats.org/officeDocument/2006/relationships/customXml" Target="../customXml/item105.xml"/><Relationship Id="rId106" Type="http://schemas.openxmlformats.org/officeDocument/2006/relationships/customXml" Target="../customXml/item106.xml"/><Relationship Id="rId107" Type="http://schemas.openxmlformats.org/officeDocument/2006/relationships/customXml" Target="../customXml/item107.xml"/><Relationship Id="rId108" Type="http://schemas.openxmlformats.org/officeDocument/2006/relationships/customXml" Target="../customXml/item108.xml"/><Relationship Id="rId109" Type="http://schemas.openxmlformats.org/officeDocument/2006/relationships/customXml" Target="../customXml/item109.xml"/><Relationship Id="rId110" Type="http://schemas.openxmlformats.org/officeDocument/2006/relationships/customXml" Target="../customXml/item110.xml"/><Relationship Id="rId111" Type="http://schemas.openxmlformats.org/officeDocument/2006/relationships/customXml" Target="../customXml/item111.xml"/><Relationship Id="rId112" Type="http://schemas.openxmlformats.org/officeDocument/2006/relationships/customXml" Target="../customXml/item112.xml"/><Relationship Id="rId113" Type="http://schemas.openxmlformats.org/officeDocument/2006/relationships/customXml" Target="../customXml/item113.xml"/><Relationship Id="rId114" Type="http://schemas.openxmlformats.org/officeDocument/2006/relationships/customXml" Target="../customXml/item114.xml"/><Relationship Id="rId115" Type="http://schemas.openxmlformats.org/officeDocument/2006/relationships/customXml" Target="../customXml/item115.xml"/><Relationship Id="rId116" Type="http://schemas.openxmlformats.org/officeDocument/2006/relationships/customXml" Target="../customXml/item116.xml"/><Relationship Id="rId117" Type="http://schemas.openxmlformats.org/officeDocument/2006/relationships/customXml" Target="../customXml/item117.xml"/><Relationship Id="rId118" Type="http://schemas.openxmlformats.org/officeDocument/2006/relationships/customXml" Target="../customXml/item118.xml"/><Relationship Id="rId119" Type="http://schemas.openxmlformats.org/officeDocument/2006/relationships/customXml" Target="../customXml/item119.xml"/><Relationship Id="rId120" Type="http://schemas.openxmlformats.org/officeDocument/2006/relationships/customXml" Target="../customXml/item120.xml"/><Relationship Id="rId121" Type="http://schemas.openxmlformats.org/officeDocument/2006/relationships/customXml" Target="../customXml/item121.xml"/><Relationship Id="rId122" Type="http://schemas.openxmlformats.org/officeDocument/2006/relationships/customXml" Target="../customXml/item122.xml"/><Relationship Id="rId123" Type="http://schemas.openxmlformats.org/officeDocument/2006/relationships/customXml" Target="../customXml/item123.xml"/><Relationship Id="rId124" Type="http://schemas.openxmlformats.org/officeDocument/2006/relationships/customXml" Target="../customXml/item124.xml"/><Relationship Id="rId125" Type="http://schemas.openxmlformats.org/officeDocument/2006/relationships/customXml" Target="../customXml/item125.xml"/><Relationship Id="rId126" Type="http://schemas.openxmlformats.org/officeDocument/2006/relationships/customXml" Target="../customXml/item126.xml"/><Relationship Id="rId127" Type="http://schemas.openxmlformats.org/officeDocument/2006/relationships/customXml" Target="../customXml/item127.xml"/><Relationship Id="rId128" Type="http://schemas.openxmlformats.org/officeDocument/2006/relationships/customXml" Target="../customXml/item128.xml"/><Relationship Id="rId129" Type="http://schemas.openxmlformats.org/officeDocument/2006/relationships/customXml" Target="../customXml/item129.xml"/><Relationship Id="rId130" Type="http://schemas.openxmlformats.org/officeDocument/2006/relationships/customXml" Target="../customXml/item130.xml"/><Relationship Id="rId131" Type="http://schemas.openxmlformats.org/officeDocument/2006/relationships/customXml" Target="../customXml/item131.xml"/><Relationship Id="rId132" Type="http://schemas.openxmlformats.org/officeDocument/2006/relationships/customXml" Target="../customXml/item132.xml"/><Relationship Id="rId133" Type="http://schemas.openxmlformats.org/officeDocument/2006/relationships/slideMaster" Target="slideMasters/slideMaster1.xml"/><Relationship Id="rId134" Type="http://schemas.openxmlformats.org/officeDocument/2006/relationships/slideMaster" Target="slideMasters/slideMaster2.xml"/><Relationship Id="rId144" Type="http://schemas.openxmlformats.org/officeDocument/2006/relationships/slide" Target="slides/slide10.xml"/><Relationship Id="rId154" Type="http://schemas.openxmlformats.org/officeDocument/2006/relationships/notesMaster" Target="notesMasters/notesMaster1.xml"/><Relationship Id="rId155" Type="http://schemas.openxmlformats.org/officeDocument/2006/relationships/handoutMaster" Target="handoutMasters/handoutMaster1.xml"/><Relationship Id="rId156" Type="http://schemas.openxmlformats.org/officeDocument/2006/relationships/font" Target="fonts/font1.fntdata"/><Relationship Id="rId157" Type="http://schemas.openxmlformats.org/officeDocument/2006/relationships/font" Target="fonts/font2.fntdata"/><Relationship Id="rId158" Type="http://schemas.openxmlformats.org/officeDocument/2006/relationships/font" Target="fonts/font3.fntdata"/><Relationship Id="rId159" Type="http://schemas.openxmlformats.org/officeDocument/2006/relationships/font" Target="fonts/font4.fntdata"/><Relationship Id="rId160" Type="http://schemas.openxmlformats.org/officeDocument/2006/relationships/font" Target="fonts/font5.fntdata"/><Relationship Id="rId161" Type="http://schemas.openxmlformats.org/officeDocument/2006/relationships/font" Target="fonts/font6.fntdata"/><Relationship Id="rId162" Type="http://schemas.openxmlformats.org/officeDocument/2006/relationships/font" Target="fonts/font7.fntdata"/><Relationship Id="rId163" Type="http://schemas.openxmlformats.org/officeDocument/2006/relationships/font" Target="fonts/font8.fntdata"/><Relationship Id="rId164" Type="http://schemas.openxmlformats.org/officeDocument/2006/relationships/font" Target="fonts/font9.fntdata"/><Relationship Id="rId165" Type="http://schemas.openxmlformats.org/officeDocument/2006/relationships/font" Target="fonts/font10.fntdata"/><Relationship Id="rId166" Type="http://schemas.openxmlformats.org/officeDocument/2006/relationships/font" Target="fonts/font11.fntdata"/><Relationship Id="rId167" Type="http://schemas.openxmlformats.org/officeDocument/2006/relationships/font" Target="fonts/font12.fntdata"/><Relationship Id="rId168" Type="http://schemas.openxmlformats.org/officeDocument/2006/relationships/font" Target="fonts/font13.fntdata"/><Relationship Id="rId169" Type="http://schemas.openxmlformats.org/officeDocument/2006/relationships/font" Target="fonts/font14.fntdata"/><Relationship Id="rId170" Type="http://schemas.openxmlformats.org/officeDocument/2006/relationships/font" Target="fonts/font15.fntdata"/><Relationship Id="rId171" Type="http://schemas.openxmlformats.org/officeDocument/2006/relationships/font" Target="fonts/font16.fntdata"/><Relationship Id="rId172" Type="http://schemas.openxmlformats.org/officeDocument/2006/relationships/font" Target="fonts/font17.fntdata"/><Relationship Id="rId173" Type="http://schemas.openxmlformats.org/officeDocument/2006/relationships/tags" Target="tags/tag1.xml"/><Relationship Id="rId174" Type="http://schemas.openxmlformats.org/officeDocument/2006/relationships/commentAuthors" Target="commentAuthors.xml"/><Relationship Id="rId175" Type="http://schemas.openxmlformats.org/officeDocument/2006/relationships/presProps" Target="presProps.xml"/><Relationship Id="rId176" Type="http://schemas.openxmlformats.org/officeDocument/2006/relationships/viewProps" Target="viewProps.xml"/><Relationship Id="rId177" Type="http://schemas.openxmlformats.org/officeDocument/2006/relationships/theme" Target="theme/theme1.xml"/><Relationship Id="rId178" Type="http://schemas.openxmlformats.org/officeDocument/2006/relationships/tableStyles" Target="tableStyles.xml"/><Relationship Id="rId179" Type="http://schemas.microsoft.com/office/2016/11/relationships/changesInfo" Target="changesInfos/changesInfo1.xml"/><Relationship Id="rId18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e Wilson" userId="dd715062-ed57-4058-a014-95cd6b7000da" providerId="ADAL" clId="{ECC2427A-958D-48F4-91B3-1A337BB0DFE3}"/>
    <pc:docChg chg="undo custSel addSld modSld modMainMaster">
      <pc:chgData name="Tate Wilson" userId="dd715062-ed57-4058-a014-95cd6b7000da" providerId="ADAL" clId="{ECC2427A-958D-48F4-91B3-1A337BB0DFE3}" dt="2026-07-10T13:19:56.035" v="117"/>
      <pc:docMkLst>
        <pc:docMk/>
      </pc:docMkLst>
      <pc:sldChg chg="modSp mod">
        <pc:chgData name="Tate Wilson" userId="dd715062-ed57-4058-a014-95cd6b7000da" providerId="ADAL" clId="{ECC2427A-958D-48F4-91B3-1A337BB0DFE3}" dt="2026-07-10T13:19:56.035" v="117"/>
        <pc:sldMkLst>
          <pc:docMk/>
          <pc:sldMk cId="3670395159" sldId="3880"/>
        </pc:sldMkLst>
        <pc:graphicFrameChg chg="modGraphic">
          <ac:chgData name="Tate Wilson" userId="dd715062-ed57-4058-a014-95cd6b7000da" providerId="ADAL" clId="{ECC2427A-958D-48F4-91B3-1A337BB0DFE3}" dt="2026-07-10T13:19:56.035" v="117"/>
          <ac:graphicFrameMkLst>
            <pc:docMk/>
            <pc:sldMk cId="3670395159" sldId="3880"/>
            <ac:graphicFrameMk id="5" creationId="{1D0C48F9-AD52-56D3-A8BB-0CA7D1CB118A}"/>
          </ac:graphicFrameMkLst>
        </pc:graphicFrame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" y="4"/>
            <a:ext cx="3037455" cy="465940"/>
          </a:xfrm>
          <a:prstGeom prst="rect">
            <a:avLst/>
          </a:prstGeom>
        </p:spPr>
        <p:txBody>
          <a:bodyPr vert="horz" lIns="91332" tIns="45668" rIns="91332" bIns="45668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296" y="4"/>
            <a:ext cx="3037454" cy="465940"/>
          </a:xfrm>
          <a:prstGeom prst="rect">
            <a:avLst/>
          </a:prstGeom>
        </p:spPr>
        <p:txBody>
          <a:bodyPr vert="horz" lIns="91332" tIns="45668" rIns="91332" bIns="45668" rtlCol="0"/>
          <a:lstStyle>
            <a:lvl1pPr algn="r">
              <a:defRPr sz="1200"/>
            </a:lvl1pPr>
          </a:lstStyle>
          <a:p>
            <a:fld id="{9C8B1C08-F1AA-4564-9AA0-B0428DFEBCC3}" type="datetimeFigureOut">
              <a:rPr lang="en-CA" smtClean="0"/>
              <a:t>2026-07-10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8" y="8830462"/>
            <a:ext cx="3037455" cy="465940"/>
          </a:xfrm>
          <a:prstGeom prst="rect">
            <a:avLst/>
          </a:prstGeom>
        </p:spPr>
        <p:txBody>
          <a:bodyPr vert="horz" lIns="91332" tIns="45668" rIns="91332" bIns="45668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296" y="8830462"/>
            <a:ext cx="3037454" cy="465940"/>
          </a:xfrm>
          <a:prstGeom prst="rect">
            <a:avLst/>
          </a:prstGeom>
        </p:spPr>
        <p:txBody>
          <a:bodyPr vert="horz" lIns="91332" tIns="45668" rIns="91332" bIns="45668" rtlCol="0" anchor="b"/>
          <a:lstStyle>
            <a:lvl1pPr algn="r">
              <a:defRPr sz="1200"/>
            </a:lvl1pPr>
          </a:lstStyle>
          <a:p>
            <a:fld id="{845DC737-5FD1-46B5-83FD-B0B914E42D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7162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8"/>
            <a:ext cx="3037840" cy="466435"/>
          </a:xfrm>
          <a:prstGeom prst="rect">
            <a:avLst/>
          </a:prstGeom>
        </p:spPr>
        <p:txBody>
          <a:bodyPr vert="horz" lIns="91332" tIns="45668" rIns="91332" bIns="4566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40" y="8"/>
            <a:ext cx="3037840" cy="466435"/>
          </a:xfrm>
          <a:prstGeom prst="rect">
            <a:avLst/>
          </a:prstGeom>
        </p:spPr>
        <p:txBody>
          <a:bodyPr vert="horz" lIns="91332" tIns="45668" rIns="91332" bIns="45668" rtlCol="0"/>
          <a:lstStyle>
            <a:lvl1pPr algn="r">
              <a:defRPr sz="1200"/>
            </a:lvl1pPr>
          </a:lstStyle>
          <a:p>
            <a:fld id="{FFADE769-198B-4FAE-A652-4630BFFFA7EA}" type="datetimeFigureOut">
              <a:rPr lang="en-GB" smtClean="0"/>
              <a:t>10/07/2026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32" tIns="45668" rIns="91332" bIns="4566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1332" tIns="45668" rIns="91332" bIns="4566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4"/>
          </a:xfrm>
          <a:prstGeom prst="rect">
            <a:avLst/>
          </a:prstGeom>
        </p:spPr>
        <p:txBody>
          <a:bodyPr vert="horz" lIns="91332" tIns="45668" rIns="91332" bIns="4566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29967"/>
            <a:ext cx="3037840" cy="466434"/>
          </a:xfrm>
          <a:prstGeom prst="rect">
            <a:avLst/>
          </a:prstGeom>
        </p:spPr>
        <p:txBody>
          <a:bodyPr vert="horz" lIns="91332" tIns="45668" rIns="91332" bIns="45668" rtlCol="0" anchor="b"/>
          <a:lstStyle>
            <a:lvl1pPr algn="r">
              <a:defRPr sz="1200"/>
            </a:lvl1pPr>
          </a:lstStyle>
          <a:p>
            <a:fld id="{5BE1016A-D413-403C-A974-2E06FD2162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67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F99EF-947A-CF5B-8D53-AA4601616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3613F-B8DE-5939-9A98-2D93228CD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4E091-A15F-25B8-C241-256E60D24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6EC52-0625-9B3E-58E9-3364A094A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1016A-D413-403C-A974-2E06FD2162D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48259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3F53A69D-F6AE-4E2B-BE32-1F80AC2C1B9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9660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5C354CE9-ECB8-4308-7F3B-2CD677C2A3D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 dirty="0"/>
          </a:p>
        </p:txBody>
      </p:sp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E466B689-69FE-43AE-8ED6-B69399E87D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318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 Logo With Stra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E07880-3323-655B-4623-79B6F8B3012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39832" y="116475"/>
            <a:ext cx="8577386" cy="878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70011" y="6426533"/>
            <a:ext cx="6366293" cy="4090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CA" sz="700" b="0" kern="1200" baseline="0" dirty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  <a:lvl2pPr marL="1314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2pPr>
            <a:lvl3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1100" b="1" kern="1200" baseline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5pPr>
          </a:lstStyle>
          <a:p>
            <a:pPr lvl="0"/>
            <a:r>
              <a:rPr lang="en-CA" b="0"/>
              <a:t>Footer</a:t>
            </a:r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>
            <a:off x="1565128" y="6450260"/>
            <a:ext cx="0" cy="347186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67506" y="5897696"/>
            <a:ext cx="8408988" cy="4326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13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lvl="0" algn="ctr"/>
            <a:r>
              <a:rPr lang="en-CA"/>
              <a:t>[ Insert Tagline ]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24000" y="5858005"/>
            <a:ext cx="8496000" cy="0"/>
          </a:xfrm>
          <a:prstGeom prst="line">
            <a:avLst/>
          </a:prstGeom>
          <a:ln w="444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90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B861C087-D4F8-9C76-E0C9-85F3B6957C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70011" y="6426533"/>
            <a:ext cx="6366293" cy="40908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700" b="0" kern="1200" baseline="0" smtClean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  <a:lvl2pPr marL="1314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2pPr>
            <a:lvl3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1100" b="1" kern="1200" baseline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5pPr>
          </a:lstStyle>
          <a:p>
            <a:pPr lvl="0"/>
            <a:r>
              <a:rPr lang="en-CA" b="0"/>
              <a:t>Footer</a:t>
            </a:r>
            <a:endParaRPr lang="en-CA"/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1565128" y="6453241"/>
            <a:ext cx="0" cy="344205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21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FB75D94C-216D-25B8-8DD3-5CA51662336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39832" y="116475"/>
            <a:ext cx="8577386" cy="878890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2200" b="1" kern="1200" baseline="0" dirty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70011" y="6426533"/>
            <a:ext cx="6366293" cy="40908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700" b="0" kern="1200" baseline="0" smtClean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  <a:lvl2pPr marL="1314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2pPr>
            <a:lvl3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1100" b="1" kern="1200" baseline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5pPr>
          </a:lstStyle>
          <a:p>
            <a:pPr lvl="0"/>
            <a:r>
              <a:rPr lang="en-CA" b="0"/>
              <a:t>Footer</a:t>
            </a:r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>
            <a:off x="1565128" y="6450260"/>
            <a:ext cx="0" cy="347186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67506" y="5855606"/>
            <a:ext cx="8408988" cy="492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110000"/>
              </a:lnSpc>
              <a:spcBef>
                <a:spcPts val="600"/>
              </a:spcBef>
              <a:defRPr lang="en-US" sz="13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lvl="0" algn="ctr"/>
            <a:r>
              <a:rPr lang="en-CA"/>
              <a:t>[ Insert Tagline ]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24000" y="5814460"/>
            <a:ext cx="8496000" cy="0"/>
          </a:xfrm>
          <a:prstGeom prst="line">
            <a:avLst/>
          </a:prstGeom>
          <a:ln w="444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58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 Logo With Stra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26B8C178-DAEB-60E1-BECD-C223885D665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39832" y="116475"/>
            <a:ext cx="8577386" cy="878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26082" y="6453241"/>
            <a:ext cx="760501" cy="365125"/>
          </a:xfrm>
        </p:spPr>
        <p:txBody>
          <a:bodyPr/>
          <a:lstStyle/>
          <a:p>
            <a:fld id="{B0BBF262-6B1A-47DC-B7A7-A92B0DCA2A1B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70011" y="6426533"/>
            <a:ext cx="6366293" cy="4090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CA" sz="700" b="0" kern="1200" baseline="0" dirty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  <a:lvl2pPr marL="1314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2pPr>
            <a:lvl3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100" b="1" kern="1200" baseline="0" smtClean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1100" b="1" kern="1200" baseline="0">
                <a:solidFill>
                  <a:srgbClr val="1B2759"/>
                </a:solidFill>
                <a:latin typeface="Palatino Linotype" panose="02040502050505030304" pitchFamily="18" charset="0"/>
                <a:ea typeface="+mj-ea"/>
                <a:cs typeface="+mj-cs"/>
              </a:defRPr>
            </a:lvl5pPr>
          </a:lstStyle>
          <a:p>
            <a:pPr lvl="0"/>
            <a:r>
              <a:rPr lang="en-CA" b="0"/>
              <a:t>Footer</a:t>
            </a:r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>
            <a:off x="1565128" y="6450260"/>
            <a:ext cx="0" cy="347186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367506" y="5897696"/>
            <a:ext cx="8408988" cy="4326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13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lvl="0" algn="ctr"/>
            <a:r>
              <a:rPr lang="en-CA"/>
              <a:t>[ Insert Tagline ]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24000" y="5858005"/>
            <a:ext cx="8496000" cy="0"/>
          </a:xfrm>
          <a:prstGeom prst="line">
            <a:avLst/>
          </a:prstGeom>
          <a:ln w="444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8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Relationship Id="rId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024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61EF2-D691-475A-8925-921775980BF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24000" y="1730374"/>
            <a:ext cx="8496000" cy="106362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341070" y="6237923"/>
            <a:ext cx="8496000" cy="0"/>
          </a:xfrm>
          <a:prstGeom prst="line">
            <a:avLst/>
          </a:prstGeom>
          <a:ln w="44450" cmpd="dbl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55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39" r:id="rId2"/>
    <p:sldLayoutId id="214748374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2">
              <a:lumMod val="25000"/>
            </a:schemeClr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9832" y="116475"/>
            <a:ext cx="8577386" cy="878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29184" y="645324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</a:lstStyle>
          <a:p>
            <a:fld id="{B0BBF262-6B1A-47DC-B7A7-A92B0DCA2A1B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7" name="Straight Connector 6"/>
          <p:cNvCxnSpPr/>
          <p:nvPr/>
        </p:nvCxnSpPr>
        <p:spPr>
          <a:xfrm>
            <a:off x="324000" y="6380163"/>
            <a:ext cx="8496000" cy="0"/>
          </a:xfrm>
          <a:prstGeom prst="line">
            <a:avLst/>
          </a:prstGeom>
          <a:ln w="44450" cmpd="dbl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24000" y="979322"/>
            <a:ext cx="8496000" cy="0"/>
          </a:xfrm>
          <a:prstGeom prst="line">
            <a:avLst/>
          </a:prstGeom>
          <a:ln w="19050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4180" y="6498666"/>
            <a:ext cx="1155537" cy="2705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4CABA8-7974-4CAD-96D6-FF89732A1BF1}"/>
              </a:ext>
            </a:extLst>
          </p:cNvPr>
          <p:cNvSpPr txBox="1"/>
          <p:nvPr/>
        </p:nvSpPr>
        <p:spPr>
          <a:xfrm>
            <a:off x="3399817" y="144618"/>
            <a:ext cx="234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200" i="1">
                <a:solidFill>
                  <a:schemeClr val="tx1"/>
                </a:solidFill>
                <a:latin typeface="Palatino Linotype" panose="02040502050505030304" pitchFamily="18" charset="0"/>
                <a:cs typeface="Arial" panose="020B0604020202020204" pitchFamily="34" charset="0"/>
              </a:rPr>
              <a:t>Private &amp; Confidential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8B65CF-88AB-1F68-463F-3AC88A44BBA2}"/>
              </a:ext>
            </a:extLst>
          </p:cNvPr>
          <p:cNvCxnSpPr>
            <a:cxnSpLocks/>
          </p:cNvCxnSpPr>
          <p:nvPr userDrawn="1"/>
        </p:nvCxnSpPr>
        <p:spPr>
          <a:xfrm>
            <a:off x="1565128" y="6453241"/>
            <a:ext cx="0" cy="344205"/>
          </a:xfrm>
          <a:prstGeom prst="line">
            <a:avLst/>
          </a:prstGeom>
          <a:ln w="12700">
            <a:solidFill>
              <a:srgbClr val="1B27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6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4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baseline="0">
          <a:solidFill>
            <a:schemeClr val="tx1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rgbClr val="1B2759"/>
          </a:solidFill>
          <a:latin typeface="Palatino Linotype" panose="02040502050505030304" pitchFamily="18" charset="0"/>
          <a:ea typeface="+mn-ea"/>
          <a:cs typeface="+mn-cs"/>
        </a:defRPr>
      </a:lvl1pPr>
      <a:lvl2pPr marL="360000" indent="-228600" algn="l" defTabSz="914400" rtl="0" eaLnBrk="1" latinLnBrk="0" hangingPunct="1">
        <a:lnSpc>
          <a:spcPct val="90000"/>
        </a:lnSpc>
        <a:spcBef>
          <a:spcPts val="600"/>
        </a:spcBef>
        <a:buClr>
          <a:srgbClr val="960000"/>
        </a:buClr>
        <a:buFont typeface="Wingdings" panose="05000000000000000000" pitchFamily="2" charset="2"/>
        <a:buChar char="§"/>
        <a:defRPr sz="1200" kern="1200" baseline="0">
          <a:solidFill>
            <a:srgbClr val="1B2759"/>
          </a:solidFill>
          <a:latin typeface="Palatino Linotype" panose="02040502050505030304" pitchFamily="18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ACC36-8070-34BC-7737-A9FEC2D65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2A2827-59F5-1988-A148-ED05BECC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noProof="0" dirty="0"/>
              <a:t>Potential Perceived Acquiror Considerations and Mitigants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60B28-B7D9-7C9A-39A6-F93004E6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BBF262-6B1A-47DC-B7A7-A92B0DCA2A1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tino Linotype" panose="0204050205050503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7EE55C-4619-2DD7-BD08-0D2A21177E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2AF783-5D80-A5E8-526E-CB9581D5B8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CA" noProof="0" dirty="0"/>
              <a:t>INFOR believes each perceived consideration is addressable and should not preclude a disciplined, acquisition-led entry into Mexico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0C48F9-AD52-56D3-A8BB-0CA7D1CB1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690932"/>
              </p:ext>
            </p:extLst>
          </p:nvPr>
        </p:nvGraphicFramePr>
        <p:xfrm>
          <a:off x="330539" y="1021262"/>
          <a:ext cx="8482922" cy="49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5231">
                  <a:extLst>
                    <a:ext uri="{9D8B030D-6E8A-4147-A177-3AD203B41FA5}">
                      <a16:colId xmlns:a16="http://schemas.microsoft.com/office/drawing/2014/main" val="2800225439"/>
                    </a:ext>
                  </a:extLst>
                </a:gridCol>
                <a:gridCol w="5897691">
                  <a:extLst>
                    <a:ext uri="{9D8B030D-6E8A-4147-A177-3AD203B41FA5}">
                      <a16:colId xmlns:a16="http://schemas.microsoft.com/office/drawing/2014/main" val="2613517522"/>
                    </a:ext>
                  </a:extLst>
                </a:gridCol>
              </a:tblGrid>
              <a:tr h="35716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Palatino Linotype"/>
                        </a:rPr>
                        <a:t>Considerations</a:t>
                      </a:r>
                    </a:p>
                  </a:txBody>
                  <a:tcPr anchor="ctr">
                    <a:lnB w="381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Palatino Linotype"/>
                        </a:rPr>
                        <a:t>Mitigants</a:t>
                      </a:r>
                    </a:p>
                  </a:txBody>
                  <a:tcPr anchor="ctr">
                    <a:lnB w="381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322318"/>
                  </a:ext>
                </a:extLst>
              </a:tr>
              <a:tr h="1025147"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1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sz="900">
                          <a:latin typeface="Palatino Linotype"/>
                        </a:rPr>
                        <a:t>Regulatory and rate-cap exposure in non-prime consumer lending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Propel operates across multiple regulated jurisdictions and has a long record of adapting products to evolving rules.
Bank partnership and Lending-as-a-Service programs diversify regulatory exposure across models and charters.
Mexican SOFOM and SOFIPO frameworks are well established, and an acquired licence would provide a compliant local footing.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694652"/>
                  </a:ext>
                </a:extLst>
              </a:tr>
              <a:tr h="813543"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1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sz="900">
                          <a:latin typeface="Palatino Linotype"/>
                        </a:rPr>
                        <a:t>Credit risk in a non-prime borrower base through economic cycles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sz="900">
                          <a:latin typeface="Palatino Linotype"/>
                        </a:rPr>
                        <a:t>AI-driven underwriting is continuously retrained and has kept net charge-offs within a narrow 12% to 14% band of average balances.
Annualized revenue yields above 110% provide substantial loss-absorption capacity.
New-customer mix is actively managed to balance portfolio growth against seasoning of the book.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479087"/>
                  </a:ext>
                </a:extLst>
              </a:tr>
              <a:tr h="1078243"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1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sz="900" dirty="0">
                          <a:latin typeface="Palatino Linotype"/>
                        </a:rPr>
                        <a:t>Integration and execution risk in a first Latin American acquisition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sz="900" dirty="0">
                          <a:latin typeface="Palatino Linotype"/>
                        </a:rPr>
                        <a:t>The </a:t>
                      </a:r>
                      <a:r>
                        <a:rPr sz="900" dirty="0" err="1">
                          <a:latin typeface="Palatino Linotype"/>
                        </a:rPr>
                        <a:t>QuidMarket</a:t>
                      </a:r>
                      <a:r>
                        <a:rPr sz="900" dirty="0">
                          <a:latin typeface="Palatino Linotype"/>
                        </a:rPr>
                        <a:t> transaction demonstrates </a:t>
                      </a:r>
                      <a:r>
                        <a:rPr sz="900" dirty="0" err="1">
                          <a:latin typeface="Palatino Linotype"/>
                        </a:rPr>
                        <a:t>Propel's</a:t>
                      </a:r>
                      <a:r>
                        <a:rPr sz="900" dirty="0">
                          <a:latin typeface="Palatino Linotype"/>
                        </a:rPr>
                        <a:t> ability to acquire, integrate and scale a foreign lender within its first year.
Local management and </a:t>
                      </a:r>
                      <a:r>
                        <a:rPr sz="900" dirty="0" err="1">
                          <a:latin typeface="Palatino Linotype"/>
                        </a:rPr>
                        <a:t>licences</a:t>
                      </a:r>
                      <a:r>
                        <a:rPr sz="900" dirty="0">
                          <a:latin typeface="Palatino Linotype"/>
                        </a:rPr>
                        <a:t> would be retained, limiting day-one operational change.
A phased integration of underwriting and funding is expected to preserve continuity while layering in </a:t>
                      </a:r>
                      <a:r>
                        <a:rPr sz="900" dirty="0" err="1">
                          <a:latin typeface="Palatino Linotype"/>
                        </a:rPr>
                        <a:t>Propel's</a:t>
                      </a:r>
                      <a:r>
                        <a:rPr sz="900" dirty="0">
                          <a:latin typeface="Palatino Linotype"/>
                        </a:rPr>
                        <a:t> AI models.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454779"/>
                  </a:ext>
                </a:extLst>
              </a:tr>
              <a:tr h="813543"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1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sz="900">
                          <a:latin typeface="Palatino Linotype"/>
                        </a:rPr>
                        <a:t>Foreign exchange and funding exposure between the peso and US dollar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sz="900" dirty="0">
                          <a:latin typeface="Palatino Linotype"/>
                        </a:rPr>
                        <a:t>Peso-denominated revenue would be naturally hedged by local peso funding and operating costs.
</a:t>
                      </a:r>
                      <a:r>
                        <a:rPr sz="900" dirty="0" err="1">
                          <a:latin typeface="Palatino Linotype"/>
                        </a:rPr>
                        <a:t>Propel's</a:t>
                      </a:r>
                      <a:r>
                        <a:rPr sz="900" dirty="0">
                          <a:latin typeface="Palatino Linotype"/>
                        </a:rPr>
                        <a:t> expanding credit facilities and Propel Bank provide diversified and scalable funding sources.
Hedging programs can be layered on as the Mexican book grows to manage translation exposure.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480978"/>
                  </a:ext>
                </a:extLst>
              </a:tr>
              <a:tr h="813543"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1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sz="900">
                          <a:latin typeface="Palatino Linotype"/>
                        </a:rPr>
                        <a:t>Competitive intensity from banks and well-funded Mexican fintechs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sz="900" dirty="0">
                          <a:latin typeface="Palatino Linotype"/>
                        </a:rPr>
                        <a:t>Incumbent banks remain focused on prime and payroll-linked lending, leaving the non-prime segment under-served.
</a:t>
                      </a:r>
                      <a:r>
                        <a:rPr sz="900" dirty="0" err="1">
                          <a:latin typeface="Palatino Linotype"/>
                        </a:rPr>
                        <a:t>Propel's</a:t>
                      </a:r>
                      <a:r>
                        <a:rPr sz="900" dirty="0">
                          <a:latin typeface="Palatino Linotype"/>
                        </a:rPr>
                        <a:t> underwriting data and AI capabilities are expected to be durable differentiators in a thin-file market.
Tighter fintech funding markets have constrained subscale competitors, supporting more rational pricing.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17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3951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  <p:tag name="MM_STAMP_CONVERTED" val="True"/>
  <p:tag name="MM_SECTION_CONVERTED" val="True"/>
  <p:tag name="DH_TOC_SUBSECTIONS" val="0"/>
  <p:tag name="DH_AGENDA_COLLAPSE" val="1"/>
  <p:tag name="DH_AGENDA_OMIT" val="0"/>
  <p:tag name="DH_AGENDA_SKIP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INFOR (New)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E213F"/>
      </a:accent1>
      <a:accent2>
        <a:srgbClr val="46566E"/>
      </a:accent2>
      <a:accent3>
        <a:srgbClr val="ADB9CA"/>
      </a:accent3>
      <a:accent4>
        <a:srgbClr val="A4844B"/>
      </a:accent4>
      <a:accent5>
        <a:srgbClr val="767171"/>
      </a:accent5>
      <a:accent6>
        <a:srgbClr val="E5E3E3"/>
      </a:accent6>
      <a:hlink>
        <a:srgbClr val="800000"/>
      </a:hlink>
      <a:folHlink>
        <a:srgbClr val="333300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FOR Master Slide Template [Read-Only]" id="{A28BFA56-E9F4-4E5C-AF69-0DACACC32728}" vid="{01A3D815-FE74-4684-A7FD-184B6D201BC0}"/>
    </a:ext>
  </a:extLst>
</a:theme>
</file>

<file path=ppt/theme/theme2.xml><?xml version="1.0" encoding="utf-8"?>
<a:theme xmlns:a="http://schemas.openxmlformats.org/drawingml/2006/main" name="4_Custom Design">
  <a:themeElements>
    <a:clrScheme name="INFOR (New)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E213F"/>
      </a:accent1>
      <a:accent2>
        <a:srgbClr val="46566E"/>
      </a:accent2>
      <a:accent3>
        <a:srgbClr val="ADB9CA"/>
      </a:accent3>
      <a:accent4>
        <a:srgbClr val="A4844B"/>
      </a:accent4>
      <a:accent5>
        <a:srgbClr val="767171"/>
      </a:accent5>
      <a:accent6>
        <a:srgbClr val="E5E3E3"/>
      </a:accent6>
      <a:hlink>
        <a:srgbClr val="800000"/>
      </a:hlink>
      <a:folHlink>
        <a:srgbClr val="3333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R Master Slide Template [Read-Only]" id="{A28BFA56-E9F4-4E5C-AF69-0DACACC32728}" vid="{656B5F5D-0BBD-4C1C-BF00-B7AEB2D774B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7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7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8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8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8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8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8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8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8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8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9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0.xml"/></Relationships>
</file>

<file path=customXml/_rels/item9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1.xml"/></Relationships>
</file>

<file path=customXml/_rels/item9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2.xml"/></Relationships>
</file>

<file path=customXml/_rels/item9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3.xml"/></Relationships>
</file>

<file path=customXml/_rels/item9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4.xml"/></Relationships>
</file>

<file path=customXml/_rels/item9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5.xml"/></Relationships>
</file>

<file path=customXml/_rels/item9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6.xml"/></Relationships>
</file>

<file path=customXml/_rels/item9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7.xml"/></Relationships>
</file>

<file path=customXml/_rels/item9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9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10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0.xml"/></Relationships>
</file>

<file path=customXml/_rels/item10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1.xml"/></Relationships>
</file>

<file path=customXml/_rels/item10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2.xml"/></Relationships>
</file>

<file path=customXml/_rels/item10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3.xml"/></Relationships>
</file>

<file path=customXml/_rels/item10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4.xml"/></Relationships>
</file>

<file path=customXml/_rels/item10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5.xml"/></Relationships>
</file>

<file path=customXml/_rels/item10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6.xml"/></Relationships>
</file>

<file path=customXml/_rels/item10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7.xml"/></Relationships>
</file>

<file path=customXml/_rels/item10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8.xml"/></Relationships>
</file>

<file path=customXml/_rels/item10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9.xml"/></Relationships>
</file>

<file path=customXml/_rels/item1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0.xml"/></Relationships>
</file>

<file path=customXml/_rels/item1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1.xml"/></Relationships>
</file>

<file path=customXml/_rels/item1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2.xml"/></Relationships>
</file>

<file path=customXml/_rels/item1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3.xml"/></Relationships>
</file>

<file path=customXml/_rels/item1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4.xml"/></Relationships>
</file>

<file path=customXml/_rels/item1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5.xml"/></Relationships>
</file>

<file path=customXml/_rels/item1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6.xml"/></Relationships>
</file>

<file path=customXml/_rels/item1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7.xml"/></Relationships>
</file>

<file path=customXml/_rels/item1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8.xml"/></Relationships>
</file>

<file path=customXml/_rels/item1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9.xml"/></Relationships>
</file>

<file path=customXml/_rels/item1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0.xml"/></Relationships>
</file>

<file path=customXml/_rels/item1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1.xml"/></Relationships>
</file>

<file path=customXml/_rels/item1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2.xml"/></Relationships>
</file>

<file path=customXml/_rels/item1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3.xml"/></Relationships>
</file>

<file path=customXml/_rels/item1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4.xml"/></Relationships>
</file>

<file path=customXml/_rels/item1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5.xml"/></Relationships>
</file>

<file path=customXml/_rels/item1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6.xml"/></Relationships>
</file>

<file path=customXml/_rels/item1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7.xml"/></Relationships>
</file>

<file path=customXml/_rels/item1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8.xml"/></Relationships>
</file>

<file path=customXml/_rels/item1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9.xml"/></Relationships>
</file>

<file path=customXml/_rels/item1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0.xml"/></Relationships>
</file>

<file path=customXml/_rels/item1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1.xml"/></Relationships>
</file>

<file path=customXml/_rels/item1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2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11.xml>��
</file>

<file path=customXml/item12.xml>��
</file>

<file path=customXml/item13.xml>��
</file>

<file path=customXml/item14.xml>��
</file>

<file path=customXml/item15.xml>��
</file>

<file path=customXml/item16.xml>��
</file>

<file path=customXml/item17.xml>��
</file>

<file path=customXml/item18.xml>��
</file>

<file path=customXml/item19.xml>��
</file>

<file path=customXml/item20.xml>��
</file>

<file path=customXml/item21.xml>��
</file>

<file path=customXml/item22.xml>��
</file>

<file path=customXml/item23.xml>��
</file>

<file path=customXml/item24.xml>��
</file>

<file path=customXml/item25.xml>��
</file>

<file path=customXml/item26.xml>��
</file>

<file path=customXml/item27.xml>��
</file>

<file path=customXml/item28.xml>��
</file>

<file path=customXml/item29.xml>��
</file>

<file path=customXml/item30.xml>��
</file>

<file path=customXml/item31.xml>��
</file>

<file path=customXml/item32.xml>��
</file>

<file path=customXml/item33.xml>��
</file>

<file path=customXml/item34.xml>��
</file>

<file path=customXml/item35.xml>��
</file>

<file path=customXml/item36.xml>��
</file>

<file path=customXml/item37.xml>��
</file>

<file path=customXml/item38.xml>��
</file>

<file path=customXml/item39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0.xml>��
</file>

<file path=customXml/item41.xml>��
</file>

<file path=customXml/item42.xml>��
</file>

<file path=customXml/item43.xml>��
</file>

<file path=customXml/item44.xml>��
</file>

<file path=customXml/item45.xml>��
</file>

<file path=customXml/item46.xml>��
</file>

<file path=customXml/item47.xml>��
</file>

<file path=customXml/item48.xml>��
</file>

<file path=customXml/item49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C90450323BF944A056C05D9632F2E1" ma:contentTypeVersion="6" ma:contentTypeDescription="Create a new document." ma:contentTypeScope="" ma:versionID="8ad0cff02f8856c8d358cfd7a8c4d22b">
  <xsd:schema xmlns:xsd="http://www.w3.org/2001/XMLSchema" xmlns:xs="http://www.w3.org/2001/XMLSchema" xmlns:p="http://schemas.microsoft.com/office/2006/metadata/properties" xmlns:ns2="32a12548-025c-4113-be0a-5de40f156b7f" xmlns:ns3="ad0c4147-2d43-4434-966d-a4e58ac9e85a" targetNamespace="http://schemas.microsoft.com/office/2006/metadata/properties" ma:root="true" ma:fieldsID="128fac691a6137bf2e25af61c0b4437e" ns2:_="" ns3:_="">
    <xsd:import namespace="32a12548-025c-4113-be0a-5de40f156b7f"/>
    <xsd:import namespace="ad0c4147-2d43-4434-966d-a4e58ac9e8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a12548-025c-4113-be0a-5de40f156b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0c4147-2d43-4434-966d-a4e58ac9e85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0.xml>��
</file>

<file path=customXml/item51.xml>��
</file>

<file path=customXml/item52.xml>��
</file>

<file path=customXml/item53.xml>��
</file>

<file path=customXml/item54.xml>��
</file>

<file path=customXml/item55.xml>��
</file>

<file path=customXml/item56.xml>��
</file>

<file path=customXml/item57.xml>��
</file>

<file path=customXml/item58.xml>��
</file>

<file path=customXml/item59.xml>��
</file>

<file path=customXml/item60.xml>��
</file>

<file path=customXml/item61.xml>��
</file>

<file path=customXml/item62.xml>��
</file>

<file path=customXml/item63.xml>��
</file>

<file path=customXml/item64.xml>��
</file>

<file path=customXml/item65.xml>��
</file>

<file path=customXml/item66.xml>��
</file>

<file path=customXml/item67.xml>��
</file>

<file path=customXml/item68.xml>��
</file>

<file path=customXml/item69.xml>��
</file>

<file path=customXml/item70.xml>��
</file>

<file path=customXml/item71.xml>��
</file>

<file path=customXml/item72.xml>��
</file>

<file path=customXml/item73.xml>��
</file>

<file path=customXml/item74.xml>��
</file>

<file path=customXml/item75.xml>��
</file>

<file path=customXml/item76.xml>��
</file>

<file path=customXml/item77.xml>��
</file>

<file path=customXml/item78.xml>��
</file>

<file path=customXml/item79.xml>��
</file>

<file path=customXml/item80.xml>��
</file>

<file path=customXml/item81.xml>��
</file>

<file path=customXml/item82.xml>��
</file>

<file path=customXml/item83.xml>��
</file>

<file path=customXml/item84.xml>��
</file>

<file path=customXml/item85.xml>��
</file>

<file path=customXml/item86.xml>��
</file>

<file path=customXml/item87.xml>��
</file>

<file path=customXml/item88.xml>��
</file>

<file path=customXml/item89.xml>��
</file>

<file path=customXml/item90.xml>��
</file>

<file path=customXml/item91.xml>��
</file>

<file path=customXml/item92.xml>��
</file>

<file path=customXml/item93.xml>��
</file>

<file path=customXml/item94.xml>��
</file>

<file path=customXml/item95.xml>��
</file>

<file path=customXml/item96.xml>��
</file>

<file path=customXml/item97.xml>��
</file>

<file path=customXml/item98.xml>��
</file>

<file path=customXml/item99.xml>��
</file>

<file path=customXml/item100.xml>��
</file>

<file path=customXml/item101.xml>��
</file>

<file path=customXml/item102.xml>��
</file>

<file path=customXml/item103.xml>��
</file>

<file path=customXml/item104.xml>��
</file>

<file path=customXml/item105.xml>��
</file>

<file path=customXml/item106.xml>��
</file>

<file path=customXml/item107.xml>��
</file>

<file path=customXml/item108.xml>��
</file>

<file path=customXml/item109.xml>��
</file>

<file path=customXml/item110.xml>��
</file>

<file path=customXml/item111.xml>��
</file>

<file path=customXml/item112.xml>��
</file>

<file path=customXml/item11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14.xml>��
</file>

<file path=customXml/item115.xml>��
</file>

<file path=customXml/item116.xml>��
</file>

<file path=customXml/item117.xml>��
</file>

<file path=customXml/item118.xml>��
</file>

<file path=customXml/item119.xml>��
</file>

<file path=customXml/item120.xml>��
</file>

<file path=customXml/item121.xml>��
</file>

<file path=customXml/item122.xml>��
</file>

<file path=customXml/item123.xml>��
</file>

<file path=customXml/item124.xml>��
</file>

<file path=customXml/item125.xml>��
</file>

<file path=customXml/item126.xml>��
</file>

<file path=customXml/item127.xml>��
</file>

<file path=customXml/item128.xml>��
</file>

<file path=customXml/item129.xml>��
</file>

<file path=customXml/item130.xml>��
</file>

<file path=customXml/item131.xml>��
</file>

<file path=customXml/item132.xml>��
</file>

<file path=customXml/itemProps1.xml><?xml version="1.0" encoding="utf-8"?>
<ds:datastoreItem xmlns:ds="http://schemas.openxmlformats.org/officeDocument/2006/customXml" ds:itemID="{2A3C6A2B-B501-483D-8B09-45B406E80EB6}">
  <ds:schemaRefs>
    <ds:schemaRef ds:uri="http://macabacus.com"/>
  </ds:schemaRefs>
</ds:datastoreItem>
</file>

<file path=customXml/itemProps2.xml><?xml version="1.0" encoding="utf-8"?>
<ds:datastoreItem xmlns:ds="http://schemas.openxmlformats.org/officeDocument/2006/customXml" ds:itemID="{75303608-EDD5-446E-9527-DD37A1396F94}">
  <ds:schemaRefs>
    <ds:schemaRef ds:uri="http://macabacus.com"/>
  </ds:schemaRefs>
</ds:datastoreItem>
</file>

<file path=customXml/itemProps3.xml><?xml version="1.0" encoding="utf-8"?>
<ds:datastoreItem xmlns:ds="http://schemas.openxmlformats.org/officeDocument/2006/customXml" ds:itemID="{060E31B7-EAAB-4D10-BD59-6966D23424AD}">
  <ds:schemaRefs>
    <ds:schemaRef ds:uri="http://macabacus.com"/>
  </ds:schemaRefs>
</ds:datastoreItem>
</file>

<file path=customXml/itemProps4.xml><?xml version="1.0" encoding="utf-8"?>
<ds:datastoreItem xmlns:ds="http://schemas.openxmlformats.org/officeDocument/2006/customXml" ds:itemID="{C9507455-816F-4254-9CF8-8B9C4EB1431B}">
  <ds:schemaRefs>
    <ds:schemaRef ds:uri="http://macabacus.com"/>
  </ds:schemaRefs>
</ds:datastoreItem>
</file>

<file path=customXml/itemProps5.xml><?xml version="1.0" encoding="utf-8"?>
<ds:datastoreItem xmlns:ds="http://schemas.openxmlformats.org/officeDocument/2006/customXml" ds:itemID="{550D905A-1840-4CB8-B248-18B4A80B80D6}">
  <ds:schemaRefs>
    <ds:schemaRef ds:uri="http://macabacus.com"/>
  </ds:schemaRefs>
</ds:datastoreItem>
</file>

<file path=customXml/itemProps6.xml><?xml version="1.0" encoding="utf-8"?>
<ds:datastoreItem xmlns:ds="http://schemas.openxmlformats.org/officeDocument/2006/customXml" ds:itemID="{4DB1A4AD-FB36-45D2-93DE-E792E1C1DE15}">
  <ds:schemaRefs>
    <ds:schemaRef ds:uri="http://macabacus.com"/>
  </ds:schemaRefs>
</ds:datastoreItem>
</file>

<file path=customXml/itemProps7.xml><?xml version="1.0" encoding="utf-8"?>
<ds:datastoreItem xmlns:ds="http://schemas.openxmlformats.org/officeDocument/2006/customXml" ds:itemID="{671443EC-75C3-4544-A289-D9D428578426}">
  <ds:schemaRefs>
    <ds:schemaRef ds:uri="http://macabacus.com"/>
  </ds:schemaRefs>
</ds:datastoreItem>
</file>

<file path=customXml/itemProps8.xml><?xml version="1.0" encoding="utf-8"?>
<ds:datastoreItem xmlns:ds="http://schemas.openxmlformats.org/officeDocument/2006/customXml" ds:itemID="{2EA9E129-ED27-466E-BF86-590A6D772B04}">
  <ds:schemaRefs>
    <ds:schemaRef ds:uri="http://macabacus.com"/>
  </ds:schemaRefs>
</ds:datastoreItem>
</file>

<file path=customXml/itemProps9.xml><?xml version="1.0" encoding="utf-8"?>
<ds:datastoreItem xmlns:ds="http://schemas.openxmlformats.org/officeDocument/2006/customXml" ds:itemID="{A336470F-4198-4394-90DE-357AD52A020A}">
  <ds:schemaRefs>
    <ds:schemaRef ds:uri="http://macabacus.com"/>
  </ds:schemaRefs>
</ds:datastoreItem>
</file>

<file path=customXml/itemProps10.xml><?xml version="1.0" encoding="utf-8"?>
<ds:datastoreItem xmlns:ds="http://schemas.openxmlformats.org/officeDocument/2006/customXml" ds:itemID="{263CB93B-A20B-40C7-8137-66B2B7E81A48}">
  <ds:schemaRefs>
    <ds:schemaRef ds:uri="http://macabacus.com"/>
  </ds:schemaRefs>
</ds:datastoreItem>
</file>

<file path=customXml/itemProps11.xml><?xml version="1.0" encoding="utf-8"?>
<ds:datastoreItem xmlns:ds="http://schemas.openxmlformats.org/officeDocument/2006/customXml" ds:itemID="{94AEEB49-1FF7-4848-94DC-D56CBDC3194B}">
  <ds:schemaRefs>
    <ds:schemaRef ds:uri="http://macabacus.com"/>
  </ds:schemaRefs>
</ds:datastoreItem>
</file>

<file path=customXml/itemProps12.xml><?xml version="1.0" encoding="utf-8"?>
<ds:datastoreItem xmlns:ds="http://schemas.openxmlformats.org/officeDocument/2006/customXml" ds:itemID="{92F0377E-6BE3-4967-93F5-C4476410128A}">
  <ds:schemaRefs>
    <ds:schemaRef ds:uri="http://macabacus.com"/>
  </ds:schemaRefs>
</ds:datastoreItem>
</file>

<file path=customXml/itemProps13.xml><?xml version="1.0" encoding="utf-8"?>
<ds:datastoreItem xmlns:ds="http://schemas.openxmlformats.org/officeDocument/2006/customXml" ds:itemID="{4B5CD039-CA50-4F51-B46A-8DED96384D34}">
  <ds:schemaRefs>
    <ds:schemaRef ds:uri="http://macabacus.com"/>
  </ds:schemaRefs>
</ds:datastoreItem>
</file>

<file path=customXml/itemProps14.xml><?xml version="1.0" encoding="utf-8"?>
<ds:datastoreItem xmlns:ds="http://schemas.openxmlformats.org/officeDocument/2006/customXml" ds:itemID="{6186ECD5-0432-4595-91D3-DE1C10DE85B0}">
  <ds:schemaRefs>
    <ds:schemaRef ds:uri="http://macabacus.com"/>
  </ds:schemaRefs>
</ds:datastoreItem>
</file>

<file path=customXml/itemProps15.xml><?xml version="1.0" encoding="utf-8"?>
<ds:datastoreItem xmlns:ds="http://schemas.openxmlformats.org/officeDocument/2006/customXml" ds:itemID="{96A42BE5-0098-4369-B3D2-88BA3C2D62E4}">
  <ds:schemaRefs>
    <ds:schemaRef ds:uri="http://macabacus.com"/>
  </ds:schemaRefs>
</ds:datastoreItem>
</file>

<file path=customXml/itemProps16.xml><?xml version="1.0" encoding="utf-8"?>
<ds:datastoreItem xmlns:ds="http://schemas.openxmlformats.org/officeDocument/2006/customXml" ds:itemID="{C6570A7B-ECCB-43C6-B7D2-0928F7217E2E}">
  <ds:schemaRefs>
    <ds:schemaRef ds:uri="http://macabacus.com"/>
  </ds:schemaRefs>
</ds:datastoreItem>
</file>

<file path=customXml/itemProps17.xml><?xml version="1.0" encoding="utf-8"?>
<ds:datastoreItem xmlns:ds="http://schemas.openxmlformats.org/officeDocument/2006/customXml" ds:itemID="{6CAD533A-8DBA-4764-8659-BA8A46567EC7}">
  <ds:schemaRefs>
    <ds:schemaRef ds:uri="http://macabacus.com"/>
  </ds:schemaRefs>
</ds:datastoreItem>
</file>

<file path=customXml/itemProps18.xml><?xml version="1.0" encoding="utf-8"?>
<ds:datastoreItem xmlns:ds="http://schemas.openxmlformats.org/officeDocument/2006/customXml" ds:itemID="{5F0E317F-5CDD-4245-AC1A-C47048B1B28A}">
  <ds:schemaRefs>
    <ds:schemaRef ds:uri="http://macabacus.com"/>
  </ds:schemaRefs>
</ds:datastoreItem>
</file>

<file path=customXml/itemProps19.xml><?xml version="1.0" encoding="utf-8"?>
<ds:datastoreItem xmlns:ds="http://schemas.openxmlformats.org/officeDocument/2006/customXml" ds:itemID="{F268AA44-7F72-4408-9F14-9C65699ED944}">
  <ds:schemaRefs>
    <ds:schemaRef ds:uri="http://macabacus.com"/>
  </ds:schemaRefs>
</ds:datastoreItem>
</file>

<file path=customXml/itemProps20.xml><?xml version="1.0" encoding="utf-8"?>
<ds:datastoreItem xmlns:ds="http://schemas.openxmlformats.org/officeDocument/2006/customXml" ds:itemID="{AC3D7D10-DA7B-4C46-A440-D35FBEEB613C}">
  <ds:schemaRefs>
    <ds:schemaRef ds:uri="http://macabacus.com"/>
  </ds:schemaRefs>
</ds:datastoreItem>
</file>

<file path=customXml/itemProps21.xml><?xml version="1.0" encoding="utf-8"?>
<ds:datastoreItem xmlns:ds="http://schemas.openxmlformats.org/officeDocument/2006/customXml" ds:itemID="{2BE2369D-0F51-490B-967A-E772A297543D}">
  <ds:schemaRefs>
    <ds:schemaRef ds:uri="http://macabacus.com"/>
  </ds:schemaRefs>
</ds:datastoreItem>
</file>

<file path=customXml/itemProps22.xml><?xml version="1.0" encoding="utf-8"?>
<ds:datastoreItem xmlns:ds="http://schemas.openxmlformats.org/officeDocument/2006/customXml" ds:itemID="{74A2F58B-1863-463B-9A17-9FD6002DF3EA}">
  <ds:schemaRefs>
    <ds:schemaRef ds:uri="http://macabacus.com"/>
  </ds:schemaRefs>
</ds:datastoreItem>
</file>

<file path=customXml/itemProps23.xml><?xml version="1.0" encoding="utf-8"?>
<ds:datastoreItem xmlns:ds="http://schemas.openxmlformats.org/officeDocument/2006/customXml" ds:itemID="{6C499524-575A-4CC8-BB3E-4BD9850A135B}">
  <ds:schemaRefs>
    <ds:schemaRef ds:uri="http://macabacus.com"/>
  </ds:schemaRefs>
</ds:datastoreItem>
</file>

<file path=customXml/itemProps24.xml><?xml version="1.0" encoding="utf-8"?>
<ds:datastoreItem xmlns:ds="http://schemas.openxmlformats.org/officeDocument/2006/customXml" ds:itemID="{D59F5F65-2F5B-4E00-92BD-12AEB232CBFB}">
  <ds:schemaRefs>
    <ds:schemaRef ds:uri="http://macabacus.com"/>
  </ds:schemaRefs>
</ds:datastoreItem>
</file>

<file path=customXml/itemProps25.xml><?xml version="1.0" encoding="utf-8"?>
<ds:datastoreItem xmlns:ds="http://schemas.openxmlformats.org/officeDocument/2006/customXml" ds:itemID="{96315420-B635-4BA3-AD64-ED3197249883}">
  <ds:schemaRefs>
    <ds:schemaRef ds:uri="http://macabacus.com"/>
  </ds:schemaRefs>
</ds:datastoreItem>
</file>

<file path=customXml/itemProps26.xml><?xml version="1.0" encoding="utf-8"?>
<ds:datastoreItem xmlns:ds="http://schemas.openxmlformats.org/officeDocument/2006/customXml" ds:itemID="{45633EBB-578B-4C7B-93AC-4E29E4D8C720}">
  <ds:schemaRefs>
    <ds:schemaRef ds:uri="http://macabacus.com"/>
  </ds:schemaRefs>
</ds:datastoreItem>
</file>

<file path=customXml/itemProps27.xml><?xml version="1.0" encoding="utf-8"?>
<ds:datastoreItem xmlns:ds="http://schemas.openxmlformats.org/officeDocument/2006/customXml" ds:itemID="{C9A0195F-520C-464B-A87E-C3BAC10A9A4B}">
  <ds:schemaRefs>
    <ds:schemaRef ds:uri="http://macabacus.com"/>
  </ds:schemaRefs>
</ds:datastoreItem>
</file>

<file path=customXml/itemProps28.xml><?xml version="1.0" encoding="utf-8"?>
<ds:datastoreItem xmlns:ds="http://schemas.openxmlformats.org/officeDocument/2006/customXml" ds:itemID="{75E58F22-32D1-473D-873C-6F981620686F}">
  <ds:schemaRefs>
    <ds:schemaRef ds:uri="http://macabacus.com"/>
  </ds:schemaRefs>
</ds:datastoreItem>
</file>

<file path=customXml/itemProps29.xml><?xml version="1.0" encoding="utf-8"?>
<ds:datastoreItem xmlns:ds="http://schemas.openxmlformats.org/officeDocument/2006/customXml" ds:itemID="{30A181CB-C4A9-4042-9ABF-5A445AE688A4}">
  <ds:schemaRefs>
    <ds:schemaRef ds:uri="http://macabacus.com"/>
  </ds:schemaRefs>
</ds:datastoreItem>
</file>

<file path=customXml/itemProps30.xml><?xml version="1.0" encoding="utf-8"?>
<ds:datastoreItem xmlns:ds="http://schemas.openxmlformats.org/officeDocument/2006/customXml" ds:itemID="{0EE1E98B-F3F6-4C3A-B3F4-D56F144C0ED1}">
  <ds:schemaRefs>
    <ds:schemaRef ds:uri="http://macabacus.com"/>
  </ds:schemaRefs>
</ds:datastoreItem>
</file>

<file path=customXml/itemProps31.xml><?xml version="1.0" encoding="utf-8"?>
<ds:datastoreItem xmlns:ds="http://schemas.openxmlformats.org/officeDocument/2006/customXml" ds:itemID="{149A8EE8-FAF9-4F0F-A58D-DE805C526F65}">
  <ds:schemaRefs>
    <ds:schemaRef ds:uri="http://macabacus.com"/>
  </ds:schemaRefs>
</ds:datastoreItem>
</file>

<file path=customXml/itemProps32.xml><?xml version="1.0" encoding="utf-8"?>
<ds:datastoreItem xmlns:ds="http://schemas.openxmlformats.org/officeDocument/2006/customXml" ds:itemID="{453648E7-00C6-44CE-8CCF-B935E9B1F836}">
  <ds:schemaRefs>
    <ds:schemaRef ds:uri="http://macabacus.com"/>
  </ds:schemaRefs>
</ds:datastoreItem>
</file>

<file path=customXml/itemProps33.xml><?xml version="1.0" encoding="utf-8"?>
<ds:datastoreItem xmlns:ds="http://schemas.openxmlformats.org/officeDocument/2006/customXml" ds:itemID="{8F3F4184-DC13-4E48-BF95-83D24BFDCB59}">
  <ds:schemaRefs>
    <ds:schemaRef ds:uri="http://macabacus.com"/>
  </ds:schemaRefs>
</ds:datastoreItem>
</file>

<file path=customXml/itemProps34.xml><?xml version="1.0" encoding="utf-8"?>
<ds:datastoreItem xmlns:ds="http://schemas.openxmlformats.org/officeDocument/2006/customXml" ds:itemID="{37AC0175-97FD-4709-BFA4-236FDE52EAD6}">
  <ds:schemaRefs>
    <ds:schemaRef ds:uri="http://macabacus.com"/>
  </ds:schemaRefs>
</ds:datastoreItem>
</file>

<file path=customXml/itemProps35.xml><?xml version="1.0" encoding="utf-8"?>
<ds:datastoreItem xmlns:ds="http://schemas.openxmlformats.org/officeDocument/2006/customXml" ds:itemID="{240A18A4-47C8-41F8-907A-BDD48939CB1E}">
  <ds:schemaRefs>
    <ds:schemaRef ds:uri="http://macabacus.com"/>
  </ds:schemaRefs>
</ds:datastoreItem>
</file>

<file path=customXml/itemProps36.xml><?xml version="1.0" encoding="utf-8"?>
<ds:datastoreItem xmlns:ds="http://schemas.openxmlformats.org/officeDocument/2006/customXml" ds:itemID="{828BBFB9-B2F5-4A23-8821-8D98CCD5379F}">
  <ds:schemaRefs>
    <ds:schemaRef ds:uri="http://macabacus.com"/>
  </ds:schemaRefs>
</ds:datastoreItem>
</file>

<file path=customXml/itemProps37.xml><?xml version="1.0" encoding="utf-8"?>
<ds:datastoreItem xmlns:ds="http://schemas.openxmlformats.org/officeDocument/2006/customXml" ds:itemID="{6D06D0E4-067B-4C5E-9C1B-EB0284B77838}">
  <ds:schemaRefs>
    <ds:schemaRef ds:uri="http://macabacus.com"/>
  </ds:schemaRefs>
</ds:datastoreItem>
</file>

<file path=customXml/itemProps38.xml><?xml version="1.0" encoding="utf-8"?>
<ds:datastoreItem xmlns:ds="http://schemas.openxmlformats.org/officeDocument/2006/customXml" ds:itemID="{3C45D92A-2DFF-480C-9B58-A1E452909B84}">
  <ds:schemaRefs>
    <ds:schemaRef ds:uri="http://macabacus.com"/>
  </ds:schemaRefs>
</ds:datastoreItem>
</file>

<file path=customXml/itemProps39.xml><?xml version="1.0" encoding="utf-8"?>
<ds:datastoreItem xmlns:ds="http://schemas.openxmlformats.org/officeDocument/2006/customXml" ds:itemID="{6EB3DE9F-BEE9-45D9-BC17-00C3B46DD685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32a12548-025c-4113-be0a-5de40f156b7f"/>
    <ds:schemaRef ds:uri="http://schemas.openxmlformats.org/package/2006/metadata/core-properties"/>
    <ds:schemaRef ds:uri="ad0c4147-2d43-4434-966d-a4e58ac9e85a"/>
    <ds:schemaRef ds:uri="http://purl.org/dc/elements/1.1/"/>
  </ds:schemaRefs>
</ds:datastoreItem>
</file>

<file path=customXml/itemProps40.xml><?xml version="1.0" encoding="utf-8"?>
<ds:datastoreItem xmlns:ds="http://schemas.openxmlformats.org/officeDocument/2006/customXml" ds:itemID="{AFDAF6D5-468B-4C41-BB33-F8C62B0740C6}">
  <ds:schemaRefs>
    <ds:schemaRef ds:uri="http://macabacus.com"/>
  </ds:schemaRefs>
</ds:datastoreItem>
</file>

<file path=customXml/itemProps41.xml><?xml version="1.0" encoding="utf-8"?>
<ds:datastoreItem xmlns:ds="http://schemas.openxmlformats.org/officeDocument/2006/customXml" ds:itemID="{91EEAC99-15C0-42ED-AD86-D2686EBF1DA2}">
  <ds:schemaRefs>
    <ds:schemaRef ds:uri="http://macabacus.com"/>
  </ds:schemaRefs>
</ds:datastoreItem>
</file>

<file path=customXml/itemProps42.xml><?xml version="1.0" encoding="utf-8"?>
<ds:datastoreItem xmlns:ds="http://schemas.openxmlformats.org/officeDocument/2006/customXml" ds:itemID="{F8D26A2D-69D9-4420-B593-4E039EC17DF5}">
  <ds:schemaRefs>
    <ds:schemaRef ds:uri="http://macabacus.com"/>
  </ds:schemaRefs>
</ds:datastoreItem>
</file>

<file path=customXml/itemProps43.xml><?xml version="1.0" encoding="utf-8"?>
<ds:datastoreItem xmlns:ds="http://schemas.openxmlformats.org/officeDocument/2006/customXml" ds:itemID="{6F74B883-01D0-491F-AC29-F1B1F36A687B}">
  <ds:schemaRefs>
    <ds:schemaRef ds:uri="http://macabacus.com"/>
  </ds:schemaRefs>
</ds:datastoreItem>
</file>

<file path=customXml/itemProps44.xml><?xml version="1.0" encoding="utf-8"?>
<ds:datastoreItem xmlns:ds="http://schemas.openxmlformats.org/officeDocument/2006/customXml" ds:itemID="{8EC9C2FB-156C-4C94-9EA1-947D106A7A1C}">
  <ds:schemaRefs>
    <ds:schemaRef ds:uri="http://macabacus.com"/>
  </ds:schemaRefs>
</ds:datastoreItem>
</file>

<file path=customXml/itemProps45.xml><?xml version="1.0" encoding="utf-8"?>
<ds:datastoreItem xmlns:ds="http://schemas.openxmlformats.org/officeDocument/2006/customXml" ds:itemID="{4E7DBD33-61D1-40AC-854D-8450BED07E7A}">
  <ds:schemaRefs>
    <ds:schemaRef ds:uri="http://macabacus.com"/>
  </ds:schemaRefs>
</ds:datastoreItem>
</file>

<file path=customXml/itemProps46.xml><?xml version="1.0" encoding="utf-8"?>
<ds:datastoreItem xmlns:ds="http://schemas.openxmlformats.org/officeDocument/2006/customXml" ds:itemID="{A02840BE-FEC0-4982-AC1C-360DB1E54A68}">
  <ds:schemaRefs>
    <ds:schemaRef ds:uri="http://macabacus.com"/>
  </ds:schemaRefs>
</ds:datastoreItem>
</file>

<file path=customXml/itemProps47.xml><?xml version="1.0" encoding="utf-8"?>
<ds:datastoreItem xmlns:ds="http://schemas.openxmlformats.org/officeDocument/2006/customXml" ds:itemID="{DAE1DB7B-35E0-4ECA-93EC-ECC5FE3E17EE}">
  <ds:schemaRefs>
    <ds:schemaRef ds:uri="http://macabacus.com"/>
  </ds:schemaRefs>
</ds:datastoreItem>
</file>

<file path=customXml/itemProps48.xml><?xml version="1.0" encoding="utf-8"?>
<ds:datastoreItem xmlns:ds="http://schemas.openxmlformats.org/officeDocument/2006/customXml" ds:itemID="{E8EF96AF-4EB1-49DE-907B-BFAE887F46CE}">
  <ds:schemaRefs>
    <ds:schemaRef ds:uri="http://macabacus.com"/>
  </ds:schemaRefs>
</ds:datastoreItem>
</file>

<file path=customXml/itemProps49.xml><?xml version="1.0" encoding="utf-8"?>
<ds:datastoreItem xmlns:ds="http://schemas.openxmlformats.org/officeDocument/2006/customXml" ds:itemID="{2485ED8E-DB3A-47DC-8B22-564356DAB3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a12548-025c-4113-be0a-5de40f156b7f"/>
    <ds:schemaRef ds:uri="ad0c4147-2d43-4434-966d-a4e58ac9e8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0.xml><?xml version="1.0" encoding="utf-8"?>
<ds:datastoreItem xmlns:ds="http://schemas.openxmlformats.org/officeDocument/2006/customXml" ds:itemID="{A15087E0-4D39-4D26-957A-F9BF8AB7CD15}">
  <ds:schemaRefs>
    <ds:schemaRef ds:uri="http://macabacus.com"/>
  </ds:schemaRefs>
</ds:datastoreItem>
</file>

<file path=customXml/itemProps51.xml><?xml version="1.0" encoding="utf-8"?>
<ds:datastoreItem xmlns:ds="http://schemas.openxmlformats.org/officeDocument/2006/customXml" ds:itemID="{79517373-9F58-42BE-A4F1-0098EF5D4D0C}">
  <ds:schemaRefs>
    <ds:schemaRef ds:uri="http://macabacus.com"/>
  </ds:schemaRefs>
</ds:datastoreItem>
</file>

<file path=customXml/itemProps52.xml><?xml version="1.0" encoding="utf-8"?>
<ds:datastoreItem xmlns:ds="http://schemas.openxmlformats.org/officeDocument/2006/customXml" ds:itemID="{ECA05229-FA42-44D7-9C2F-E2408D0994AD}">
  <ds:schemaRefs>
    <ds:schemaRef ds:uri="http://macabacus.com"/>
  </ds:schemaRefs>
</ds:datastoreItem>
</file>

<file path=customXml/itemProps53.xml><?xml version="1.0" encoding="utf-8"?>
<ds:datastoreItem xmlns:ds="http://schemas.openxmlformats.org/officeDocument/2006/customXml" ds:itemID="{1A6767FF-8AAD-4940-8281-2C6331C33D96}">
  <ds:schemaRefs>
    <ds:schemaRef ds:uri="http://macabacus.com"/>
  </ds:schemaRefs>
</ds:datastoreItem>
</file>

<file path=customXml/itemProps54.xml><?xml version="1.0" encoding="utf-8"?>
<ds:datastoreItem xmlns:ds="http://schemas.openxmlformats.org/officeDocument/2006/customXml" ds:itemID="{D8700D8D-62CA-481B-B998-7BE282AEF742}">
  <ds:schemaRefs>
    <ds:schemaRef ds:uri="http://macabacus.com"/>
  </ds:schemaRefs>
</ds:datastoreItem>
</file>

<file path=customXml/itemProps55.xml><?xml version="1.0" encoding="utf-8"?>
<ds:datastoreItem xmlns:ds="http://schemas.openxmlformats.org/officeDocument/2006/customXml" ds:itemID="{27FD3BE9-08A7-4951-A451-96DA79C01D23}">
  <ds:schemaRefs>
    <ds:schemaRef ds:uri="http://macabacus.com"/>
  </ds:schemaRefs>
</ds:datastoreItem>
</file>

<file path=customXml/itemProps56.xml><?xml version="1.0" encoding="utf-8"?>
<ds:datastoreItem xmlns:ds="http://schemas.openxmlformats.org/officeDocument/2006/customXml" ds:itemID="{8224CE37-2AC9-4E57-A290-E612B28B1E29}">
  <ds:schemaRefs>
    <ds:schemaRef ds:uri="http://macabacus.com"/>
  </ds:schemaRefs>
</ds:datastoreItem>
</file>

<file path=customXml/itemProps57.xml><?xml version="1.0" encoding="utf-8"?>
<ds:datastoreItem xmlns:ds="http://schemas.openxmlformats.org/officeDocument/2006/customXml" ds:itemID="{135AED11-E2E2-48F5-BD3B-9F087132F148}">
  <ds:schemaRefs>
    <ds:schemaRef ds:uri="http://macabacus.com"/>
  </ds:schemaRefs>
</ds:datastoreItem>
</file>

<file path=customXml/itemProps58.xml><?xml version="1.0" encoding="utf-8"?>
<ds:datastoreItem xmlns:ds="http://schemas.openxmlformats.org/officeDocument/2006/customXml" ds:itemID="{1551A933-4240-4E61-A1DD-C587CC4521E9}">
  <ds:schemaRefs>
    <ds:schemaRef ds:uri="http://macabacus.com"/>
  </ds:schemaRefs>
</ds:datastoreItem>
</file>

<file path=customXml/itemProps59.xml><?xml version="1.0" encoding="utf-8"?>
<ds:datastoreItem xmlns:ds="http://schemas.openxmlformats.org/officeDocument/2006/customXml" ds:itemID="{6FD65DFD-96EE-47DE-9ECE-92962A30AE8E}">
  <ds:schemaRefs>
    <ds:schemaRef ds:uri="http://macabacus.com"/>
  </ds:schemaRefs>
</ds:datastoreItem>
</file>

<file path=customXml/itemProps60.xml><?xml version="1.0" encoding="utf-8"?>
<ds:datastoreItem xmlns:ds="http://schemas.openxmlformats.org/officeDocument/2006/customXml" ds:itemID="{B66B62CF-60AD-46A3-AA4B-E25ECC580B08}">
  <ds:schemaRefs>
    <ds:schemaRef ds:uri="http://macabacus.com"/>
  </ds:schemaRefs>
</ds:datastoreItem>
</file>

<file path=customXml/itemProps61.xml><?xml version="1.0" encoding="utf-8"?>
<ds:datastoreItem xmlns:ds="http://schemas.openxmlformats.org/officeDocument/2006/customXml" ds:itemID="{026E6971-A25B-4691-B6AB-872A4B216A56}">
  <ds:schemaRefs>
    <ds:schemaRef ds:uri="http://macabacus.com"/>
  </ds:schemaRefs>
</ds:datastoreItem>
</file>

<file path=customXml/itemProps62.xml><?xml version="1.0" encoding="utf-8"?>
<ds:datastoreItem xmlns:ds="http://schemas.openxmlformats.org/officeDocument/2006/customXml" ds:itemID="{8A23D2F2-04A4-4EE7-A793-E0543ECBBCF9}">
  <ds:schemaRefs>
    <ds:schemaRef ds:uri="http://macabacus.com"/>
  </ds:schemaRefs>
</ds:datastoreItem>
</file>

<file path=customXml/itemProps63.xml><?xml version="1.0" encoding="utf-8"?>
<ds:datastoreItem xmlns:ds="http://schemas.openxmlformats.org/officeDocument/2006/customXml" ds:itemID="{8A14217F-6C52-425C-B096-1E1D2690959E}">
  <ds:schemaRefs>
    <ds:schemaRef ds:uri="http://macabacus.com"/>
  </ds:schemaRefs>
</ds:datastoreItem>
</file>

<file path=customXml/itemProps64.xml><?xml version="1.0" encoding="utf-8"?>
<ds:datastoreItem xmlns:ds="http://schemas.openxmlformats.org/officeDocument/2006/customXml" ds:itemID="{9066CBFA-1D84-48FB-8F84-9A0C96FA636D}">
  <ds:schemaRefs>
    <ds:schemaRef ds:uri="http://macabacus.com"/>
  </ds:schemaRefs>
</ds:datastoreItem>
</file>

<file path=customXml/itemProps65.xml><?xml version="1.0" encoding="utf-8"?>
<ds:datastoreItem xmlns:ds="http://schemas.openxmlformats.org/officeDocument/2006/customXml" ds:itemID="{D395FDE2-DCDA-44FB-99D6-EB6FCC6A5548}">
  <ds:schemaRefs>
    <ds:schemaRef ds:uri="http://macabacus.com"/>
  </ds:schemaRefs>
</ds:datastoreItem>
</file>

<file path=customXml/itemProps66.xml><?xml version="1.0" encoding="utf-8"?>
<ds:datastoreItem xmlns:ds="http://schemas.openxmlformats.org/officeDocument/2006/customXml" ds:itemID="{653109CF-558B-4EDB-AF2E-1C87DE3D1396}">
  <ds:schemaRefs>
    <ds:schemaRef ds:uri="http://macabacus.com"/>
  </ds:schemaRefs>
</ds:datastoreItem>
</file>

<file path=customXml/itemProps67.xml><?xml version="1.0" encoding="utf-8"?>
<ds:datastoreItem xmlns:ds="http://schemas.openxmlformats.org/officeDocument/2006/customXml" ds:itemID="{4FD8E487-F81B-4EE6-9364-ED05FF32A0B0}">
  <ds:schemaRefs>
    <ds:schemaRef ds:uri="http://macabacus.com"/>
  </ds:schemaRefs>
</ds:datastoreItem>
</file>

<file path=customXml/itemProps68.xml><?xml version="1.0" encoding="utf-8"?>
<ds:datastoreItem xmlns:ds="http://schemas.openxmlformats.org/officeDocument/2006/customXml" ds:itemID="{F0D091EA-36EC-42F8-A919-8F43F0BFC2C2}">
  <ds:schemaRefs>
    <ds:schemaRef ds:uri="http://macabacus.com"/>
  </ds:schemaRefs>
</ds:datastoreItem>
</file>

<file path=customXml/itemProps69.xml><?xml version="1.0" encoding="utf-8"?>
<ds:datastoreItem xmlns:ds="http://schemas.openxmlformats.org/officeDocument/2006/customXml" ds:itemID="{D014C11A-0CB9-479C-B3CC-CF3C2287EE75}">
  <ds:schemaRefs>
    <ds:schemaRef ds:uri="http://macabacus.com"/>
  </ds:schemaRefs>
</ds:datastoreItem>
</file>

<file path=customXml/itemProps70.xml><?xml version="1.0" encoding="utf-8"?>
<ds:datastoreItem xmlns:ds="http://schemas.openxmlformats.org/officeDocument/2006/customXml" ds:itemID="{DC051E33-C373-49B6-B473-0A96332C9C23}">
  <ds:schemaRefs>
    <ds:schemaRef ds:uri="http://macabacus.com"/>
  </ds:schemaRefs>
</ds:datastoreItem>
</file>

<file path=customXml/itemProps71.xml><?xml version="1.0" encoding="utf-8"?>
<ds:datastoreItem xmlns:ds="http://schemas.openxmlformats.org/officeDocument/2006/customXml" ds:itemID="{69ED915A-16BA-4162-AB93-F9B3D20274A1}">
  <ds:schemaRefs>
    <ds:schemaRef ds:uri="http://macabacus.com"/>
  </ds:schemaRefs>
</ds:datastoreItem>
</file>

<file path=customXml/itemProps72.xml><?xml version="1.0" encoding="utf-8"?>
<ds:datastoreItem xmlns:ds="http://schemas.openxmlformats.org/officeDocument/2006/customXml" ds:itemID="{0278805A-B6E0-4ACE-B365-E5FC9EC16178}">
  <ds:schemaRefs>
    <ds:schemaRef ds:uri="http://macabacus.com"/>
  </ds:schemaRefs>
</ds:datastoreItem>
</file>

<file path=customXml/itemProps73.xml><?xml version="1.0" encoding="utf-8"?>
<ds:datastoreItem xmlns:ds="http://schemas.openxmlformats.org/officeDocument/2006/customXml" ds:itemID="{2957749B-F412-42E5-AF9C-8EFBB7EDFCFF}">
  <ds:schemaRefs>
    <ds:schemaRef ds:uri="http://macabacus.com"/>
  </ds:schemaRefs>
</ds:datastoreItem>
</file>

<file path=customXml/itemProps74.xml><?xml version="1.0" encoding="utf-8"?>
<ds:datastoreItem xmlns:ds="http://schemas.openxmlformats.org/officeDocument/2006/customXml" ds:itemID="{E87F85AD-EF6D-4F4B-8AD6-791F8294E1E1}">
  <ds:schemaRefs>
    <ds:schemaRef ds:uri="http://macabacus.com"/>
  </ds:schemaRefs>
</ds:datastoreItem>
</file>

<file path=customXml/itemProps75.xml><?xml version="1.0" encoding="utf-8"?>
<ds:datastoreItem xmlns:ds="http://schemas.openxmlformats.org/officeDocument/2006/customXml" ds:itemID="{2872A061-3A62-476F-A0A2-FE5B075CE8EF}">
  <ds:schemaRefs>
    <ds:schemaRef ds:uri="http://macabacus.com"/>
  </ds:schemaRefs>
</ds:datastoreItem>
</file>

<file path=customXml/itemProps76.xml><?xml version="1.0" encoding="utf-8"?>
<ds:datastoreItem xmlns:ds="http://schemas.openxmlformats.org/officeDocument/2006/customXml" ds:itemID="{1A046D5D-7BC6-41BE-A417-A350A80DE7B6}">
  <ds:schemaRefs>
    <ds:schemaRef ds:uri="http://macabacus.com"/>
  </ds:schemaRefs>
</ds:datastoreItem>
</file>

<file path=customXml/itemProps77.xml><?xml version="1.0" encoding="utf-8"?>
<ds:datastoreItem xmlns:ds="http://schemas.openxmlformats.org/officeDocument/2006/customXml" ds:itemID="{366104C4-CC19-40E5-9BBE-368DA0B50B87}">
  <ds:schemaRefs>
    <ds:schemaRef ds:uri="http://macabacus.com"/>
  </ds:schemaRefs>
</ds:datastoreItem>
</file>

<file path=customXml/itemProps78.xml><?xml version="1.0" encoding="utf-8"?>
<ds:datastoreItem xmlns:ds="http://schemas.openxmlformats.org/officeDocument/2006/customXml" ds:itemID="{4AA0FDB8-0E01-4690-A96C-E8AA4B17154D}">
  <ds:schemaRefs>
    <ds:schemaRef ds:uri="http://macabacus.com"/>
  </ds:schemaRefs>
</ds:datastoreItem>
</file>

<file path=customXml/itemProps79.xml><?xml version="1.0" encoding="utf-8"?>
<ds:datastoreItem xmlns:ds="http://schemas.openxmlformats.org/officeDocument/2006/customXml" ds:itemID="{5CF2C4E1-6B68-45AA-A6FD-42AB4E713F35}">
  <ds:schemaRefs>
    <ds:schemaRef ds:uri="http://macabacus.com"/>
  </ds:schemaRefs>
</ds:datastoreItem>
</file>

<file path=customXml/itemProps80.xml><?xml version="1.0" encoding="utf-8"?>
<ds:datastoreItem xmlns:ds="http://schemas.openxmlformats.org/officeDocument/2006/customXml" ds:itemID="{8335B9E6-8E9C-4193-B118-B8BCC70B74E9}">
  <ds:schemaRefs>
    <ds:schemaRef ds:uri="http://macabacus.com"/>
  </ds:schemaRefs>
</ds:datastoreItem>
</file>

<file path=customXml/itemProps81.xml><?xml version="1.0" encoding="utf-8"?>
<ds:datastoreItem xmlns:ds="http://schemas.openxmlformats.org/officeDocument/2006/customXml" ds:itemID="{61CAF986-50B4-4EEB-B960-EA6507E45A95}">
  <ds:schemaRefs>
    <ds:schemaRef ds:uri="http://macabacus.com"/>
  </ds:schemaRefs>
</ds:datastoreItem>
</file>

<file path=customXml/itemProps82.xml><?xml version="1.0" encoding="utf-8"?>
<ds:datastoreItem xmlns:ds="http://schemas.openxmlformats.org/officeDocument/2006/customXml" ds:itemID="{737BA18B-C454-4325-855B-35E89164B159}">
  <ds:schemaRefs>
    <ds:schemaRef ds:uri="http://macabacus.com"/>
  </ds:schemaRefs>
</ds:datastoreItem>
</file>

<file path=customXml/itemProps83.xml><?xml version="1.0" encoding="utf-8"?>
<ds:datastoreItem xmlns:ds="http://schemas.openxmlformats.org/officeDocument/2006/customXml" ds:itemID="{A2C983DD-E8B1-49FB-BF06-72675BD1246C}">
  <ds:schemaRefs>
    <ds:schemaRef ds:uri="http://macabacus.com"/>
  </ds:schemaRefs>
</ds:datastoreItem>
</file>

<file path=customXml/itemProps84.xml><?xml version="1.0" encoding="utf-8"?>
<ds:datastoreItem xmlns:ds="http://schemas.openxmlformats.org/officeDocument/2006/customXml" ds:itemID="{34C00308-DC6B-4312-BC94-0453E0AC4D08}">
  <ds:schemaRefs>
    <ds:schemaRef ds:uri="http://macabacus.com"/>
  </ds:schemaRefs>
</ds:datastoreItem>
</file>

<file path=customXml/itemProps85.xml><?xml version="1.0" encoding="utf-8"?>
<ds:datastoreItem xmlns:ds="http://schemas.openxmlformats.org/officeDocument/2006/customXml" ds:itemID="{B15DC8DE-4E41-49F2-BEB1-4C5F782A05C4}">
  <ds:schemaRefs>
    <ds:schemaRef ds:uri="http://macabacus.com"/>
  </ds:schemaRefs>
</ds:datastoreItem>
</file>

<file path=customXml/itemProps86.xml><?xml version="1.0" encoding="utf-8"?>
<ds:datastoreItem xmlns:ds="http://schemas.openxmlformats.org/officeDocument/2006/customXml" ds:itemID="{624ADC78-020B-4B98-9193-4D2D1A232A69}">
  <ds:schemaRefs>
    <ds:schemaRef ds:uri="http://macabacus.com"/>
  </ds:schemaRefs>
</ds:datastoreItem>
</file>

<file path=customXml/itemProps87.xml><?xml version="1.0" encoding="utf-8"?>
<ds:datastoreItem xmlns:ds="http://schemas.openxmlformats.org/officeDocument/2006/customXml" ds:itemID="{777C1E19-D61D-4BD1-A54B-483E91D29678}">
  <ds:schemaRefs>
    <ds:schemaRef ds:uri="http://macabacus.com"/>
  </ds:schemaRefs>
</ds:datastoreItem>
</file>

<file path=customXml/itemProps88.xml><?xml version="1.0" encoding="utf-8"?>
<ds:datastoreItem xmlns:ds="http://schemas.openxmlformats.org/officeDocument/2006/customXml" ds:itemID="{9BBAE588-F412-4A99-B99D-83F512F6C267}">
  <ds:schemaRefs>
    <ds:schemaRef ds:uri="http://macabacus.com"/>
  </ds:schemaRefs>
</ds:datastoreItem>
</file>

<file path=customXml/itemProps89.xml><?xml version="1.0" encoding="utf-8"?>
<ds:datastoreItem xmlns:ds="http://schemas.openxmlformats.org/officeDocument/2006/customXml" ds:itemID="{48A0D701-53B6-4964-BFAD-B8FCAB125AF3}">
  <ds:schemaRefs>
    <ds:schemaRef ds:uri="http://macabacus.com"/>
  </ds:schemaRefs>
</ds:datastoreItem>
</file>

<file path=customXml/itemProps90.xml><?xml version="1.0" encoding="utf-8"?>
<ds:datastoreItem xmlns:ds="http://schemas.openxmlformats.org/officeDocument/2006/customXml" ds:itemID="{E9A9520D-252E-47D5-AE22-67DF5E6D8E89}">
  <ds:schemaRefs>
    <ds:schemaRef ds:uri="http://macabacus.com"/>
  </ds:schemaRefs>
</ds:datastoreItem>
</file>

<file path=customXml/itemProps91.xml><?xml version="1.0" encoding="utf-8"?>
<ds:datastoreItem xmlns:ds="http://schemas.openxmlformats.org/officeDocument/2006/customXml" ds:itemID="{5732FC22-B878-4CD7-A0E5-E150D751F040}">
  <ds:schemaRefs>
    <ds:schemaRef ds:uri="http://macabacus.com"/>
  </ds:schemaRefs>
</ds:datastoreItem>
</file>

<file path=customXml/itemProps92.xml><?xml version="1.0" encoding="utf-8"?>
<ds:datastoreItem xmlns:ds="http://schemas.openxmlformats.org/officeDocument/2006/customXml" ds:itemID="{21E277FB-74C8-4098-A891-DC180DA11D66}">
  <ds:schemaRefs>
    <ds:schemaRef ds:uri="http://macabacus.com"/>
  </ds:schemaRefs>
</ds:datastoreItem>
</file>

<file path=customXml/itemProps93.xml><?xml version="1.0" encoding="utf-8"?>
<ds:datastoreItem xmlns:ds="http://schemas.openxmlformats.org/officeDocument/2006/customXml" ds:itemID="{04DEB12B-8F62-49EF-AA9D-6ECE1CD23AA0}">
  <ds:schemaRefs>
    <ds:schemaRef ds:uri="http://macabacus.com"/>
  </ds:schemaRefs>
</ds:datastoreItem>
</file>

<file path=customXml/itemProps94.xml><?xml version="1.0" encoding="utf-8"?>
<ds:datastoreItem xmlns:ds="http://schemas.openxmlformats.org/officeDocument/2006/customXml" ds:itemID="{52A03F70-6738-43CD-A349-996DE52D49CF}">
  <ds:schemaRefs>
    <ds:schemaRef ds:uri="http://macabacus.com"/>
  </ds:schemaRefs>
</ds:datastoreItem>
</file>

<file path=customXml/itemProps95.xml><?xml version="1.0" encoding="utf-8"?>
<ds:datastoreItem xmlns:ds="http://schemas.openxmlformats.org/officeDocument/2006/customXml" ds:itemID="{5A0E3FFC-BC1B-4313-8A6D-8AE2AE15BF53}">
  <ds:schemaRefs>
    <ds:schemaRef ds:uri="http://macabacus.com"/>
  </ds:schemaRefs>
</ds:datastoreItem>
</file>

<file path=customXml/itemProps96.xml><?xml version="1.0" encoding="utf-8"?>
<ds:datastoreItem xmlns:ds="http://schemas.openxmlformats.org/officeDocument/2006/customXml" ds:itemID="{CF6370B2-B797-4A92-8D4E-6AB628AD784B}">
  <ds:schemaRefs>
    <ds:schemaRef ds:uri="http://macabacus.com"/>
  </ds:schemaRefs>
</ds:datastoreItem>
</file>

<file path=customXml/itemProps97.xml><?xml version="1.0" encoding="utf-8"?>
<ds:datastoreItem xmlns:ds="http://schemas.openxmlformats.org/officeDocument/2006/customXml" ds:itemID="{0A92F38C-85E9-4AC0-BF0E-E22A4AD79D09}">
  <ds:schemaRefs>
    <ds:schemaRef ds:uri="http://macabacus.com"/>
  </ds:schemaRefs>
</ds:datastoreItem>
</file>

<file path=customXml/itemProps98.xml><?xml version="1.0" encoding="utf-8"?>
<ds:datastoreItem xmlns:ds="http://schemas.openxmlformats.org/officeDocument/2006/customXml" ds:itemID="{CF6CBFF1-1DC0-45B0-9DAA-840B67239381}">
  <ds:schemaRefs>
    <ds:schemaRef ds:uri="http://macabacus.com"/>
  </ds:schemaRefs>
</ds:datastoreItem>
</file>

<file path=customXml/itemProps99.xml><?xml version="1.0" encoding="utf-8"?>
<ds:datastoreItem xmlns:ds="http://schemas.openxmlformats.org/officeDocument/2006/customXml" ds:itemID="{193BF2A5-6AC1-41F0-9A65-CE83FA056F80}">
  <ds:schemaRefs>
    <ds:schemaRef ds:uri="http://macabacus.com"/>
  </ds:schemaRefs>
</ds:datastoreItem>
</file>

<file path=customXml/itemProps100.xml><?xml version="1.0" encoding="utf-8"?>
<ds:datastoreItem xmlns:ds="http://schemas.openxmlformats.org/officeDocument/2006/customXml" ds:itemID="{3C2EE3FF-F903-4F4A-A361-687B89ADBF5D}">
  <ds:schemaRefs>
    <ds:schemaRef ds:uri="http://macabacus.com"/>
  </ds:schemaRefs>
</ds:datastoreItem>
</file>

<file path=customXml/itemProps101.xml><?xml version="1.0" encoding="utf-8"?>
<ds:datastoreItem xmlns:ds="http://schemas.openxmlformats.org/officeDocument/2006/customXml" ds:itemID="{903AD103-0EE8-4ECE-AAFC-8F6ACF825AC3}">
  <ds:schemaRefs>
    <ds:schemaRef ds:uri="http://macabacus.com"/>
  </ds:schemaRefs>
</ds:datastoreItem>
</file>

<file path=customXml/itemProps102.xml><?xml version="1.0" encoding="utf-8"?>
<ds:datastoreItem xmlns:ds="http://schemas.openxmlformats.org/officeDocument/2006/customXml" ds:itemID="{05361EA6-CB62-40B6-9F3E-042F3E4B57AD}">
  <ds:schemaRefs>
    <ds:schemaRef ds:uri="http://macabacus.com"/>
  </ds:schemaRefs>
</ds:datastoreItem>
</file>

<file path=customXml/itemProps103.xml><?xml version="1.0" encoding="utf-8"?>
<ds:datastoreItem xmlns:ds="http://schemas.openxmlformats.org/officeDocument/2006/customXml" ds:itemID="{466ACEC2-36CC-405C-ACF5-E6D313DA275E}">
  <ds:schemaRefs>
    <ds:schemaRef ds:uri="http://macabacus.com"/>
  </ds:schemaRefs>
</ds:datastoreItem>
</file>

<file path=customXml/itemProps104.xml><?xml version="1.0" encoding="utf-8"?>
<ds:datastoreItem xmlns:ds="http://schemas.openxmlformats.org/officeDocument/2006/customXml" ds:itemID="{2947A6FC-801D-4412-81BD-980A26BD6B9E}">
  <ds:schemaRefs>
    <ds:schemaRef ds:uri="http://macabacus.com"/>
  </ds:schemaRefs>
</ds:datastoreItem>
</file>

<file path=customXml/itemProps105.xml><?xml version="1.0" encoding="utf-8"?>
<ds:datastoreItem xmlns:ds="http://schemas.openxmlformats.org/officeDocument/2006/customXml" ds:itemID="{92A90794-08F0-4B60-A689-04E998DC1D9F}">
  <ds:schemaRefs>
    <ds:schemaRef ds:uri="http://macabacus.com"/>
  </ds:schemaRefs>
</ds:datastoreItem>
</file>

<file path=customXml/itemProps106.xml><?xml version="1.0" encoding="utf-8"?>
<ds:datastoreItem xmlns:ds="http://schemas.openxmlformats.org/officeDocument/2006/customXml" ds:itemID="{6557C92F-E465-4DFF-8A7E-DBA031979CE3}">
  <ds:schemaRefs>
    <ds:schemaRef ds:uri="http://macabacus.com"/>
  </ds:schemaRefs>
</ds:datastoreItem>
</file>

<file path=customXml/itemProps107.xml><?xml version="1.0" encoding="utf-8"?>
<ds:datastoreItem xmlns:ds="http://schemas.openxmlformats.org/officeDocument/2006/customXml" ds:itemID="{99387AD8-6435-4031-AED1-B765E693B6D8}">
  <ds:schemaRefs>
    <ds:schemaRef ds:uri="http://macabacus.com"/>
  </ds:schemaRefs>
</ds:datastoreItem>
</file>

<file path=customXml/itemProps108.xml><?xml version="1.0" encoding="utf-8"?>
<ds:datastoreItem xmlns:ds="http://schemas.openxmlformats.org/officeDocument/2006/customXml" ds:itemID="{27AA862D-5A85-4E8B-B77F-137484C22EEF}">
  <ds:schemaRefs>
    <ds:schemaRef ds:uri="http://macabacus.com"/>
  </ds:schemaRefs>
</ds:datastoreItem>
</file>

<file path=customXml/itemProps109.xml><?xml version="1.0" encoding="utf-8"?>
<ds:datastoreItem xmlns:ds="http://schemas.openxmlformats.org/officeDocument/2006/customXml" ds:itemID="{24886683-8F5D-4A66-977D-67B7EB883013}">
  <ds:schemaRefs>
    <ds:schemaRef ds:uri="http://macabacus.com"/>
  </ds:schemaRefs>
</ds:datastoreItem>
</file>

<file path=customXml/itemProps110.xml><?xml version="1.0" encoding="utf-8"?>
<ds:datastoreItem xmlns:ds="http://schemas.openxmlformats.org/officeDocument/2006/customXml" ds:itemID="{BEA8E2CE-36C8-4400-AFC6-BBFEFA1698F1}">
  <ds:schemaRefs>
    <ds:schemaRef ds:uri="http://macabacus.com"/>
  </ds:schemaRefs>
</ds:datastoreItem>
</file>

<file path=customXml/itemProps111.xml><?xml version="1.0" encoding="utf-8"?>
<ds:datastoreItem xmlns:ds="http://schemas.openxmlformats.org/officeDocument/2006/customXml" ds:itemID="{A8C7D7F7-ECFD-4E99-B9F0-75E068103563}">
  <ds:schemaRefs>
    <ds:schemaRef ds:uri="http://macabacus.com"/>
  </ds:schemaRefs>
</ds:datastoreItem>
</file>

<file path=customXml/itemProps112.xml><?xml version="1.0" encoding="utf-8"?>
<ds:datastoreItem xmlns:ds="http://schemas.openxmlformats.org/officeDocument/2006/customXml" ds:itemID="{5056A744-3AA2-41D9-9520-DA4884EEB787}">
  <ds:schemaRefs>
    <ds:schemaRef ds:uri="http://macabacus.com"/>
  </ds:schemaRefs>
</ds:datastoreItem>
</file>

<file path=customXml/itemProps113.xml><?xml version="1.0" encoding="utf-8"?>
<ds:datastoreItem xmlns:ds="http://schemas.openxmlformats.org/officeDocument/2006/customXml" ds:itemID="{AEA2C14F-B6ED-4717-8000-5E226EE81752}">
  <ds:schemaRefs>
    <ds:schemaRef ds:uri="http://schemas.microsoft.com/sharepoint/v3/contenttype/forms"/>
  </ds:schemaRefs>
</ds:datastoreItem>
</file>

<file path=customXml/itemProps114.xml><?xml version="1.0" encoding="utf-8"?>
<ds:datastoreItem xmlns:ds="http://schemas.openxmlformats.org/officeDocument/2006/customXml" ds:itemID="{C6FE8F90-0EC5-42EE-A96E-E8FDE77EC9CA}">
  <ds:schemaRefs>
    <ds:schemaRef ds:uri="http://macabacus.com"/>
  </ds:schemaRefs>
</ds:datastoreItem>
</file>

<file path=customXml/itemProps115.xml><?xml version="1.0" encoding="utf-8"?>
<ds:datastoreItem xmlns:ds="http://schemas.openxmlformats.org/officeDocument/2006/customXml" ds:itemID="{D4CE0D74-51D8-4935-96E3-E94815FD372F}">
  <ds:schemaRefs>
    <ds:schemaRef ds:uri="http://macabacus.com"/>
  </ds:schemaRefs>
</ds:datastoreItem>
</file>

<file path=customXml/itemProps116.xml><?xml version="1.0" encoding="utf-8"?>
<ds:datastoreItem xmlns:ds="http://schemas.openxmlformats.org/officeDocument/2006/customXml" ds:itemID="{F1E614D4-EFE9-43AE-9DE1-D0A67D6BB1F4}">
  <ds:schemaRefs>
    <ds:schemaRef ds:uri="http://macabacus.com"/>
  </ds:schemaRefs>
</ds:datastoreItem>
</file>

<file path=customXml/itemProps117.xml><?xml version="1.0" encoding="utf-8"?>
<ds:datastoreItem xmlns:ds="http://schemas.openxmlformats.org/officeDocument/2006/customXml" ds:itemID="{FF53D666-BCA9-4939-B85D-F850F488C154}">
  <ds:schemaRefs>
    <ds:schemaRef ds:uri="http://macabacus.com"/>
  </ds:schemaRefs>
</ds:datastoreItem>
</file>

<file path=customXml/itemProps118.xml><?xml version="1.0" encoding="utf-8"?>
<ds:datastoreItem xmlns:ds="http://schemas.openxmlformats.org/officeDocument/2006/customXml" ds:itemID="{695A3544-8374-4B68-8B56-9376732D7327}">
  <ds:schemaRefs>
    <ds:schemaRef ds:uri="http://macabacus.com"/>
  </ds:schemaRefs>
</ds:datastoreItem>
</file>

<file path=customXml/itemProps119.xml><?xml version="1.0" encoding="utf-8"?>
<ds:datastoreItem xmlns:ds="http://schemas.openxmlformats.org/officeDocument/2006/customXml" ds:itemID="{04A274B0-93FC-47F0-870B-502F2F0F7326}">
  <ds:schemaRefs>
    <ds:schemaRef ds:uri="http://macabacus.com"/>
  </ds:schemaRefs>
</ds:datastoreItem>
</file>

<file path=customXml/itemProps120.xml><?xml version="1.0" encoding="utf-8"?>
<ds:datastoreItem xmlns:ds="http://schemas.openxmlformats.org/officeDocument/2006/customXml" ds:itemID="{21D6C46F-170C-4F46-AF8C-B5348FCFC490}">
  <ds:schemaRefs>
    <ds:schemaRef ds:uri="http://macabacus.com"/>
  </ds:schemaRefs>
</ds:datastoreItem>
</file>

<file path=customXml/itemProps121.xml><?xml version="1.0" encoding="utf-8"?>
<ds:datastoreItem xmlns:ds="http://schemas.openxmlformats.org/officeDocument/2006/customXml" ds:itemID="{5E380FEB-070E-4283-8187-4B93836E0F74}">
  <ds:schemaRefs>
    <ds:schemaRef ds:uri="http://macabacus.com"/>
  </ds:schemaRefs>
</ds:datastoreItem>
</file>

<file path=customXml/itemProps122.xml><?xml version="1.0" encoding="utf-8"?>
<ds:datastoreItem xmlns:ds="http://schemas.openxmlformats.org/officeDocument/2006/customXml" ds:itemID="{52778C26-298A-42D0-A002-BFD67249CC89}">
  <ds:schemaRefs>
    <ds:schemaRef ds:uri="http://macabacus.com"/>
  </ds:schemaRefs>
</ds:datastoreItem>
</file>

<file path=customXml/itemProps123.xml><?xml version="1.0" encoding="utf-8"?>
<ds:datastoreItem xmlns:ds="http://schemas.openxmlformats.org/officeDocument/2006/customXml" ds:itemID="{C9D376EA-5B2C-48DC-ADAC-7A4A4950557F}">
  <ds:schemaRefs>
    <ds:schemaRef ds:uri="http://macabacus.com"/>
  </ds:schemaRefs>
</ds:datastoreItem>
</file>

<file path=customXml/itemProps124.xml><?xml version="1.0" encoding="utf-8"?>
<ds:datastoreItem xmlns:ds="http://schemas.openxmlformats.org/officeDocument/2006/customXml" ds:itemID="{326E4EF2-6C1C-4D86-9022-5819E0A56E05}">
  <ds:schemaRefs>
    <ds:schemaRef ds:uri="http://macabacus.com"/>
  </ds:schemaRefs>
</ds:datastoreItem>
</file>

<file path=customXml/itemProps125.xml><?xml version="1.0" encoding="utf-8"?>
<ds:datastoreItem xmlns:ds="http://schemas.openxmlformats.org/officeDocument/2006/customXml" ds:itemID="{21E72A72-0F4B-4A03-BBA3-6A27C826890C}">
  <ds:schemaRefs>
    <ds:schemaRef ds:uri="http://macabacus.com"/>
  </ds:schemaRefs>
</ds:datastoreItem>
</file>

<file path=customXml/itemProps126.xml><?xml version="1.0" encoding="utf-8"?>
<ds:datastoreItem xmlns:ds="http://schemas.openxmlformats.org/officeDocument/2006/customXml" ds:itemID="{84176A60-C5CE-4096-A469-0ABB795F69FC}">
  <ds:schemaRefs>
    <ds:schemaRef ds:uri="http://macabacus.com"/>
  </ds:schemaRefs>
</ds:datastoreItem>
</file>

<file path=customXml/itemProps127.xml><?xml version="1.0" encoding="utf-8"?>
<ds:datastoreItem xmlns:ds="http://schemas.openxmlformats.org/officeDocument/2006/customXml" ds:itemID="{B78937B7-6CED-4967-98F1-9C295EB845E6}">
  <ds:schemaRefs>
    <ds:schemaRef ds:uri="http://macabacus.com"/>
  </ds:schemaRefs>
</ds:datastoreItem>
</file>

<file path=customXml/itemProps128.xml><?xml version="1.0" encoding="utf-8"?>
<ds:datastoreItem xmlns:ds="http://schemas.openxmlformats.org/officeDocument/2006/customXml" ds:itemID="{4E49E78D-54E1-4A7E-AA90-39082CD5CBA2}">
  <ds:schemaRefs>
    <ds:schemaRef ds:uri="http://macabacus.com"/>
  </ds:schemaRefs>
</ds:datastoreItem>
</file>

<file path=customXml/itemProps129.xml><?xml version="1.0" encoding="utf-8"?>
<ds:datastoreItem xmlns:ds="http://schemas.openxmlformats.org/officeDocument/2006/customXml" ds:itemID="{B9979C64-7404-453B-8375-CBD269CA82DF}">
  <ds:schemaRefs>
    <ds:schemaRef ds:uri="http://macabacus.com"/>
  </ds:schemaRefs>
</ds:datastoreItem>
</file>

<file path=customXml/itemProps130.xml><?xml version="1.0" encoding="utf-8"?>
<ds:datastoreItem xmlns:ds="http://schemas.openxmlformats.org/officeDocument/2006/customXml" ds:itemID="{04BC8FFF-6C5B-4312-8C37-24B43E601E01}">
  <ds:schemaRefs>
    <ds:schemaRef ds:uri="http://macabacus.com"/>
  </ds:schemaRefs>
</ds:datastoreItem>
</file>

<file path=customXml/itemProps131.xml><?xml version="1.0" encoding="utf-8"?>
<ds:datastoreItem xmlns:ds="http://schemas.openxmlformats.org/officeDocument/2006/customXml" ds:itemID="{9E9D5AF6-EDD7-4950-BDCC-2FED30665885}">
  <ds:schemaRefs>
    <ds:schemaRef ds:uri="http://macabacus.com"/>
  </ds:schemaRefs>
</ds:datastoreItem>
</file>

<file path=customXml/itemProps132.xml><?xml version="1.0" encoding="utf-8"?>
<ds:datastoreItem xmlns:ds="http://schemas.openxmlformats.org/officeDocument/2006/customXml" ds:itemID="{3F306767-4664-4B14-B975-A5683092E94C}">
  <ds:schemaRefs>
    <ds:schemaRef ds:uri="http://macabacus.com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1662</TotalTime>
  <Words>2577</Words>
  <Application>Microsoft Office PowerPoint</Application>
  <PresentationFormat>On-screen Show (4:3)</PresentationFormat>
  <Paragraphs>391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Segoe UI</vt:lpstr>
      <vt:lpstr>Century Gothic</vt:lpstr>
      <vt:lpstr>Arial</vt:lpstr>
      <vt:lpstr>Palatino Linotype</vt:lpstr>
      <vt:lpstr>Wingdings</vt:lpstr>
      <vt:lpstr>Corbel</vt:lpstr>
      <vt:lpstr>Calibri</vt:lpstr>
      <vt:lpstr>Aharoni</vt:lpstr>
      <vt:lpstr>Office Theme</vt:lpstr>
      <vt:lpstr>4_Custom Design</vt:lpstr>
      <vt:lpstr>PowerPoint Presentation</vt:lpstr>
      <vt:lpstr>Executive Summary</vt:lpstr>
      <vt:lpstr>INFOR Financial Inc. Overview </vt:lpstr>
      <vt:lpstr>Canada’s Top Independent M&amp;A Advisor</vt:lpstr>
      <vt:lpstr>INFOR Key Highlights</vt:lpstr>
      <vt:lpstr>PowerPoint Presentation</vt:lpstr>
      <vt:lpstr>Introduction to Propel Holdings Inc.</vt:lpstr>
      <vt:lpstr>PowerPoint Presentation</vt:lpstr>
      <vt:lpstr>Ownership</vt:lpstr>
      <vt:lpstr>Potential Perceived Acquiror Considerations and Mitigants</vt:lpstr>
      <vt:lpstr>Comparable Companies Analysis</vt:lpstr>
      <vt:lpstr>Precedent Transactions Analysis</vt:lpstr>
      <vt:lpstr>Key Investment Highlights</vt:lpstr>
      <vt:lpstr>Potential Mexico Market Entry Targets (1 of 4)</vt:lpstr>
      <vt:lpstr>Potential Mexico Market Entry Targets (2 of 4)</vt:lpstr>
      <vt:lpstr>Potential Mexico Market Entry Targets (3 of 4)</vt:lpstr>
      <vt:lpstr>Potential Mexico Market Entry Targets (4 of 4)</vt:lpstr>
      <vt:lpstr>Disclaimer</vt:lpstr>
      <vt:lpstr>Contact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Joey Shaw</dc:creator>
  <cp:lastModifiedBy>Tate Wilson</cp:lastModifiedBy>
  <cp:revision>66</cp:revision>
  <cp:lastPrinted>2022-07-27T14:27:48Z</cp:lastPrinted>
  <dcterms:created xsi:type="dcterms:W3CDTF">2017-07-31T13:36:44Z</dcterms:created>
  <dcterms:modified xsi:type="dcterms:W3CDTF">2026-07-10T13:20:01Z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0x0101001CC90450323BF944A056C05D9632F2E1</vt:lpwstr>
  </property>
</Properties>
</file>