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autoCompressPictures="0" bookmarkIdSeed="2">
  <p:sldMasterIdLst>
    <p:sldMasterId id="2147483718" r:id="rId133"/>
    <p:sldMasterId id="2147483732" r:id="rId134"/>
  </p:sldMasterIdLst>
  <p:notesMasterIdLst>
    <p:notesMasterId r:id="rId150"/>
  </p:notesMasterIdLst>
  <p:handoutMasterIdLst>
    <p:handoutMasterId r:id="rId151"/>
  </p:handoutMasterIdLst>
  <p:sldIdLst>
    <p:sldId id="3958" r:id="rId135"/>
    <p:sldId id="3956" r:id="rId141"/>
    <p:sldId id="3814" r:id="rId142"/>
    <p:sldId id="468" r:id="rId148"/>
    <p:sldId id="985" r:id="rId149"/>
  </p:sldIdLst>
  <p:sldSz cx="9144000" cy="6858000" type="screen4x3"/>
  <p:notesSz cx="7010400" cy="9296400"/>
  <p:embeddedFontLst>
    <p:embeddedFont>
      <p:font typeface="Aharoni" panose="02010803020104030203" pitchFamily="2" charset="-79"/>
      <p:bold r:id="rId152"/>
    </p:embeddedFont>
    <p:embeddedFont>
      <p:font typeface="Century Gothic" panose="020B0502020202020204" pitchFamily="34" charset="0"/>
      <p:regular r:id="rId153"/>
      <p:bold r:id="rId154"/>
      <p:italic r:id="rId155"/>
      <p:boldItalic r:id="rId156"/>
    </p:embeddedFont>
    <p:embeddedFont>
      <p:font typeface="Corbel" panose="020B0503020204020204" pitchFamily="34" charset="0"/>
      <p:regular r:id="rId157"/>
      <p:bold r:id="rId158"/>
      <p:italic r:id="rId159"/>
      <p:boldItalic r:id="rId160"/>
    </p:embeddedFont>
    <p:embeddedFont>
      <p:font typeface="Palatino Linotype" panose="02040502050505030304" pitchFamily="18" charset="0"/>
      <p:regular r:id="rId161"/>
      <p:bold r:id="rId162"/>
      <p:italic r:id="rId163"/>
      <p:boldItalic r:id="rId164"/>
    </p:embeddedFont>
    <p:embeddedFont>
      <p:font typeface="Segoe UI" panose="020B0502040204020203" pitchFamily="34" charset="0"/>
      <p:regular r:id="rId165"/>
      <p:bold r:id="rId166"/>
      <p:italic r:id="rId167"/>
      <p:boldItalic r:id="rId168"/>
    </p:embeddedFont>
  </p:embeddedFontLst>
  <p:custDataLst>
    <p:tags r:id="rId16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952" userDrawn="1">
          <p15:clr>
            <a:srgbClr val="A4A3A4"/>
          </p15:clr>
        </p15:guide>
        <p15:guide id="3" pos="816" userDrawn="1">
          <p15:clr>
            <a:srgbClr val="A4A3A4"/>
          </p15:clr>
        </p15:guide>
        <p15:guide id="4" pos="216" userDrawn="1">
          <p15:clr>
            <a:srgbClr val="A4A3A4"/>
          </p15:clr>
        </p15:guide>
        <p15:guide id="6" pos="5544" userDrawn="1">
          <p15:clr>
            <a:srgbClr val="A4A3A4"/>
          </p15:clr>
        </p15:guide>
        <p15:guide id="7" pos="5424" userDrawn="1">
          <p15:clr>
            <a:srgbClr val="A4A3A4"/>
          </p15:clr>
        </p15:guide>
        <p15:guide id="8" pos="363" userDrawn="1">
          <p15:clr>
            <a:srgbClr val="A4A3A4"/>
          </p15:clr>
        </p15:guide>
        <p15:guide id="10" orient="horz" pos="3317" userDrawn="1">
          <p15:clr>
            <a:srgbClr val="A4A3A4"/>
          </p15:clr>
        </p15:guide>
        <p15:guide id="11" orient="horz" pos="1797" userDrawn="1">
          <p15:clr>
            <a:srgbClr val="A4A3A4"/>
          </p15:clr>
        </p15:guide>
        <p15:guide id="13" orient="horz" pos="390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F5F306-4ED6-795C-C3B7-FA8047F68CA0}" name="Petar Mijacevic" initials="PM" userId="S::pmijacevic@inforfg.com::87170486-a460-4fab-9bb6-4fe79e90bab6" providerId="AD"/>
  <p188:author id="{5FF8D615-BFCE-EE3F-8A36-3336454C3871}" name="Joey Shaw" initials="JS" userId="S::jshaw@inforfg.com::06bdb8e4-7545-463a-95a2-3a9f011cefd4" providerId="AD"/>
  <p188:author id="{F65E286F-26DC-E4EA-0386-DBCAA223FCB6}" name="Tate Wilson" initials="TW" userId="S::twilson@inforfg.com::dd715062-ed57-4058-a014-95cd6b7000da" providerId="AD"/>
  <p188:author id="{84C68970-5F03-B2E7-DD34-AD5666F5BE71}" name="Joe Winnitoy" initials="JW" userId="S::jwinnitoy@inforfg.com::59a0b5f6-ccff-44a7-b378-e7509c28860a" providerId="AD"/>
  <p188:author id="{26379496-5BC4-1D91-490E-6ACADF49F87B}" name="Matthew Buckles" initials="MB" userId="S::mbuckles@inforfg.com::241cfb4c-4deb-4fbf-93e8-634796df9da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bastian McKinlay" initials="SM" lastIdx="1" clrIdx="0"/>
  <p:cmAuthor id="2" name="Greg Lewis" initials="GL" lastIdx="1" clrIdx="1"/>
  <p:cmAuthor id="3" name="Nick Matta" initials="NM" lastIdx="2" clrIdx="2">
    <p:extLst>
      <p:ext uri="{19B8F6BF-5375-455C-9EA6-DF929625EA0E}">
        <p15:presenceInfo xmlns:p15="http://schemas.microsoft.com/office/powerpoint/2012/main" userId="S::nmatta@inforfg.com::9700b57c-2069-47c2-812e-fa76cd19aacb" providerId="AD"/>
      </p:ext>
    </p:extLst>
  </p:cmAuthor>
  <p:cmAuthor id="4" name="Sukhmun Dosanjh" initials="SD" lastIdx="1" clrIdx="3">
    <p:extLst>
      <p:ext uri="{19B8F6BF-5375-455C-9EA6-DF929625EA0E}">
        <p15:presenceInfo xmlns:p15="http://schemas.microsoft.com/office/powerpoint/2012/main" userId="S::Sdosanjh@inforfg.com::38ac0071-4363-43cd-b57b-c27ed8897e3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FFFFF"/>
    <a:srgbClr val="46566E"/>
    <a:srgbClr val="E7E8E8"/>
    <a:srgbClr val="CCCCCE"/>
    <a:srgbClr val="83531E"/>
    <a:srgbClr val="00B050"/>
    <a:srgbClr val="0E213F"/>
    <a:srgbClr val="ADB9CA"/>
    <a:srgbClr val="022E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0F59F3-BCA3-431D-89A5-11C8C00A8470}" v="89" dt="2026-05-28T20:47:23.7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pos="2952"/>
        <p:guide pos="816"/>
        <p:guide pos="216"/>
        <p:guide pos="5544"/>
        <p:guide pos="5424"/>
        <p:guide pos="363"/>
        <p:guide orient="horz" pos="3317"/>
        <p:guide orient="horz" pos="1797"/>
        <p:guide orient="horz" pos="3906"/>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customXml" Target="../customXml/item76.xml"/><Relationship Id="rId77" Type="http://schemas.openxmlformats.org/officeDocument/2006/relationships/customXml" Target="../customXml/item77.xml"/><Relationship Id="rId78" Type="http://schemas.openxmlformats.org/officeDocument/2006/relationships/customXml" Target="../customXml/item78.xml"/><Relationship Id="rId79" Type="http://schemas.openxmlformats.org/officeDocument/2006/relationships/customXml" Target="../customXml/item79.xml"/><Relationship Id="rId80" Type="http://schemas.openxmlformats.org/officeDocument/2006/relationships/customXml" Target="../customXml/item80.xml"/><Relationship Id="rId81" Type="http://schemas.openxmlformats.org/officeDocument/2006/relationships/customXml" Target="../customXml/item81.xml"/><Relationship Id="rId82" Type="http://schemas.openxmlformats.org/officeDocument/2006/relationships/customXml" Target="../customXml/item82.xml"/><Relationship Id="rId83" Type="http://schemas.openxmlformats.org/officeDocument/2006/relationships/customXml" Target="../customXml/item83.xml"/><Relationship Id="rId84" Type="http://schemas.openxmlformats.org/officeDocument/2006/relationships/customXml" Target="../customXml/item84.xml"/><Relationship Id="rId85" Type="http://schemas.openxmlformats.org/officeDocument/2006/relationships/customXml" Target="../customXml/item85.xml"/><Relationship Id="rId86" Type="http://schemas.openxmlformats.org/officeDocument/2006/relationships/customXml" Target="../customXml/item86.xml"/><Relationship Id="rId87" Type="http://schemas.openxmlformats.org/officeDocument/2006/relationships/customXml" Target="../customXml/item87.xml"/><Relationship Id="rId88" Type="http://schemas.openxmlformats.org/officeDocument/2006/relationships/customXml" Target="../customXml/item88.xml"/><Relationship Id="rId89" Type="http://schemas.openxmlformats.org/officeDocument/2006/relationships/customXml" Target="../customXml/item89.xml"/><Relationship Id="rId90" Type="http://schemas.openxmlformats.org/officeDocument/2006/relationships/customXml" Target="../customXml/item90.xml"/><Relationship Id="rId91" Type="http://schemas.openxmlformats.org/officeDocument/2006/relationships/customXml" Target="../customXml/item91.xml"/><Relationship Id="rId92" Type="http://schemas.openxmlformats.org/officeDocument/2006/relationships/customXml" Target="../customXml/item92.xml"/><Relationship Id="rId93" Type="http://schemas.openxmlformats.org/officeDocument/2006/relationships/customXml" Target="../customXml/item93.xml"/><Relationship Id="rId94" Type="http://schemas.openxmlformats.org/officeDocument/2006/relationships/customXml" Target="../customXml/item94.xml"/><Relationship Id="rId95" Type="http://schemas.openxmlformats.org/officeDocument/2006/relationships/customXml" Target="../customXml/item95.xml"/><Relationship Id="rId96" Type="http://schemas.openxmlformats.org/officeDocument/2006/relationships/customXml" Target="../customXml/item96.xml"/><Relationship Id="rId97" Type="http://schemas.openxmlformats.org/officeDocument/2006/relationships/customXml" Target="../customXml/item97.xml"/><Relationship Id="rId98" Type="http://schemas.openxmlformats.org/officeDocument/2006/relationships/customXml" Target="../customXml/item98.xml"/><Relationship Id="rId99" Type="http://schemas.openxmlformats.org/officeDocument/2006/relationships/customXml" Target="../customXml/item99.xml"/><Relationship Id="rId100" Type="http://schemas.openxmlformats.org/officeDocument/2006/relationships/customXml" Target="../customXml/item100.xml"/><Relationship Id="rId101" Type="http://schemas.openxmlformats.org/officeDocument/2006/relationships/customXml" Target="../customXml/item101.xml"/><Relationship Id="rId102" Type="http://schemas.openxmlformats.org/officeDocument/2006/relationships/customXml" Target="../customXml/item102.xml"/><Relationship Id="rId103" Type="http://schemas.openxmlformats.org/officeDocument/2006/relationships/customXml" Target="../customXml/item103.xml"/><Relationship Id="rId104" Type="http://schemas.openxmlformats.org/officeDocument/2006/relationships/customXml" Target="../customXml/item104.xml"/><Relationship Id="rId105" Type="http://schemas.openxmlformats.org/officeDocument/2006/relationships/customXml" Target="../customXml/item105.xml"/><Relationship Id="rId106" Type="http://schemas.openxmlformats.org/officeDocument/2006/relationships/customXml" Target="../customXml/item106.xml"/><Relationship Id="rId107" Type="http://schemas.openxmlformats.org/officeDocument/2006/relationships/customXml" Target="../customXml/item107.xml"/><Relationship Id="rId108" Type="http://schemas.openxmlformats.org/officeDocument/2006/relationships/customXml" Target="../customXml/item108.xml"/><Relationship Id="rId109" Type="http://schemas.openxmlformats.org/officeDocument/2006/relationships/customXml" Target="../customXml/item109.xml"/><Relationship Id="rId110" Type="http://schemas.openxmlformats.org/officeDocument/2006/relationships/customXml" Target="../customXml/item110.xml"/><Relationship Id="rId111" Type="http://schemas.openxmlformats.org/officeDocument/2006/relationships/customXml" Target="../customXml/item111.xml"/><Relationship Id="rId112" Type="http://schemas.openxmlformats.org/officeDocument/2006/relationships/customXml" Target="../customXml/item112.xml"/><Relationship Id="rId113" Type="http://schemas.openxmlformats.org/officeDocument/2006/relationships/customXml" Target="../customXml/item113.xml"/><Relationship Id="rId114" Type="http://schemas.openxmlformats.org/officeDocument/2006/relationships/customXml" Target="../customXml/item114.xml"/><Relationship Id="rId115" Type="http://schemas.openxmlformats.org/officeDocument/2006/relationships/customXml" Target="../customXml/item115.xml"/><Relationship Id="rId116" Type="http://schemas.openxmlformats.org/officeDocument/2006/relationships/customXml" Target="../customXml/item116.xml"/><Relationship Id="rId117" Type="http://schemas.openxmlformats.org/officeDocument/2006/relationships/customXml" Target="../customXml/item117.xml"/><Relationship Id="rId118" Type="http://schemas.openxmlformats.org/officeDocument/2006/relationships/customXml" Target="../customXml/item118.xml"/><Relationship Id="rId119" Type="http://schemas.openxmlformats.org/officeDocument/2006/relationships/customXml" Target="../customXml/item119.xml"/><Relationship Id="rId120" Type="http://schemas.openxmlformats.org/officeDocument/2006/relationships/customXml" Target="../customXml/item120.xml"/><Relationship Id="rId121" Type="http://schemas.openxmlformats.org/officeDocument/2006/relationships/customXml" Target="../customXml/item121.xml"/><Relationship Id="rId122" Type="http://schemas.openxmlformats.org/officeDocument/2006/relationships/customXml" Target="../customXml/item122.xml"/><Relationship Id="rId123" Type="http://schemas.openxmlformats.org/officeDocument/2006/relationships/customXml" Target="../customXml/item123.xml"/><Relationship Id="rId124" Type="http://schemas.openxmlformats.org/officeDocument/2006/relationships/customXml" Target="../customXml/item124.xml"/><Relationship Id="rId125" Type="http://schemas.openxmlformats.org/officeDocument/2006/relationships/customXml" Target="../customXml/item125.xml"/><Relationship Id="rId126" Type="http://schemas.openxmlformats.org/officeDocument/2006/relationships/customXml" Target="../customXml/item126.xml"/><Relationship Id="rId127" Type="http://schemas.openxmlformats.org/officeDocument/2006/relationships/customXml" Target="../customXml/item127.xml"/><Relationship Id="rId128" Type="http://schemas.openxmlformats.org/officeDocument/2006/relationships/customXml" Target="../customXml/item128.xml"/><Relationship Id="rId129" Type="http://schemas.openxmlformats.org/officeDocument/2006/relationships/customXml" Target="../customXml/item129.xml"/><Relationship Id="rId130" Type="http://schemas.openxmlformats.org/officeDocument/2006/relationships/customXml" Target="../customXml/item130.xml"/><Relationship Id="rId131" Type="http://schemas.openxmlformats.org/officeDocument/2006/relationships/customXml" Target="../customXml/item131.xml"/><Relationship Id="rId132" Type="http://schemas.openxmlformats.org/officeDocument/2006/relationships/customXml" Target="../customXml/item132.xml"/><Relationship Id="rId133" Type="http://schemas.openxmlformats.org/officeDocument/2006/relationships/slideMaster" Target="slideMasters/slideMaster1.xml"/><Relationship Id="rId134" Type="http://schemas.openxmlformats.org/officeDocument/2006/relationships/slideMaster" Target="slideMasters/slideMaster2.xml"/><Relationship Id="rId135" Type="http://schemas.openxmlformats.org/officeDocument/2006/relationships/slide" Target="slides/slide1.xml"/><Relationship Id="rId141" Type="http://schemas.openxmlformats.org/officeDocument/2006/relationships/slide" Target="slides/slide2.xml"/><Relationship Id="rId142" Type="http://schemas.openxmlformats.org/officeDocument/2006/relationships/slide" Target="slides/slide3.xml"/><Relationship Id="rId148" Type="http://schemas.openxmlformats.org/officeDocument/2006/relationships/slide" Target="slides/slide4.xml"/><Relationship Id="rId149" Type="http://schemas.openxmlformats.org/officeDocument/2006/relationships/slide" Target="slides/slide5.xml"/><Relationship Id="rId150" Type="http://schemas.openxmlformats.org/officeDocument/2006/relationships/notesMaster" Target="notesMasters/notesMaster1.xml"/><Relationship Id="rId151" Type="http://schemas.openxmlformats.org/officeDocument/2006/relationships/handoutMaster" Target="handoutMasters/handoutMaster1.xml"/><Relationship Id="rId152" Type="http://schemas.openxmlformats.org/officeDocument/2006/relationships/font" Target="fonts/font1.fntdata"/><Relationship Id="rId153" Type="http://schemas.openxmlformats.org/officeDocument/2006/relationships/font" Target="fonts/font2.fntdata"/><Relationship Id="rId154" Type="http://schemas.openxmlformats.org/officeDocument/2006/relationships/font" Target="fonts/font3.fntdata"/><Relationship Id="rId155" Type="http://schemas.openxmlformats.org/officeDocument/2006/relationships/font" Target="fonts/font4.fntdata"/><Relationship Id="rId156" Type="http://schemas.openxmlformats.org/officeDocument/2006/relationships/font" Target="fonts/font5.fntdata"/><Relationship Id="rId157" Type="http://schemas.openxmlformats.org/officeDocument/2006/relationships/font" Target="fonts/font6.fntdata"/><Relationship Id="rId158" Type="http://schemas.openxmlformats.org/officeDocument/2006/relationships/font" Target="fonts/font7.fntdata"/><Relationship Id="rId159" Type="http://schemas.openxmlformats.org/officeDocument/2006/relationships/font" Target="fonts/font8.fntdata"/><Relationship Id="rId160" Type="http://schemas.openxmlformats.org/officeDocument/2006/relationships/font" Target="fonts/font9.fntdata"/><Relationship Id="rId161" Type="http://schemas.openxmlformats.org/officeDocument/2006/relationships/font" Target="fonts/font10.fntdata"/><Relationship Id="rId162" Type="http://schemas.openxmlformats.org/officeDocument/2006/relationships/font" Target="fonts/font11.fntdata"/><Relationship Id="rId163" Type="http://schemas.openxmlformats.org/officeDocument/2006/relationships/font" Target="fonts/font12.fntdata"/><Relationship Id="rId164" Type="http://schemas.openxmlformats.org/officeDocument/2006/relationships/font" Target="fonts/font13.fntdata"/><Relationship Id="rId165" Type="http://schemas.openxmlformats.org/officeDocument/2006/relationships/font" Target="fonts/font14.fntdata"/><Relationship Id="rId166" Type="http://schemas.openxmlformats.org/officeDocument/2006/relationships/font" Target="fonts/font15.fntdata"/><Relationship Id="rId167" Type="http://schemas.openxmlformats.org/officeDocument/2006/relationships/font" Target="fonts/font16.fntdata"/><Relationship Id="rId168" Type="http://schemas.openxmlformats.org/officeDocument/2006/relationships/font" Target="fonts/font17.fntdata"/><Relationship Id="rId169" Type="http://schemas.openxmlformats.org/officeDocument/2006/relationships/tags" Target="tags/tag1.xml"/><Relationship Id="rId170" Type="http://schemas.openxmlformats.org/officeDocument/2006/relationships/commentAuthors" Target="commentAuthors.xml"/><Relationship Id="rId171" Type="http://schemas.openxmlformats.org/officeDocument/2006/relationships/presProps" Target="presProps.xml"/><Relationship Id="rId172" Type="http://schemas.openxmlformats.org/officeDocument/2006/relationships/viewProps" Target="viewProps.xml"/><Relationship Id="rId173" Type="http://schemas.openxmlformats.org/officeDocument/2006/relationships/theme" Target="theme/theme1.xml"/><Relationship Id="rId174" Type="http://schemas.openxmlformats.org/officeDocument/2006/relationships/tableStyles" Target="tableStyles.xml"/><Relationship Id="rId175" Type="http://schemas.microsoft.com/office/2016/11/relationships/changesInfo" Target="changesInfos/changesInfo1.xml"/><Relationship Id="rId176" Type="http://schemas.microsoft.com/office/2015/10/relationships/revisionInfo" Target="revisionInfo.xml"/><Relationship Id="rId17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te Wilson" userId="dd715062-ed57-4058-a014-95cd6b7000da" providerId="ADAL" clId="{ECC2427A-958D-48F4-91B3-1A337BB0DFE3}"/>
    <pc:docChg chg="modSld">
      <pc:chgData name="Tate Wilson" userId="dd715062-ed57-4058-a014-95cd6b7000da" providerId="ADAL" clId="{ECC2427A-958D-48F4-91B3-1A337BB0DFE3}" dt="2026-05-28T23:57:20.780" v="0" actId="167"/>
      <pc:docMkLst>
        <pc:docMk/>
      </pc:docMkLst>
      <pc:sldChg chg="modSp mod">
        <pc:chgData name="Tate Wilson" userId="dd715062-ed57-4058-a014-95cd6b7000da" providerId="ADAL" clId="{ECC2427A-958D-48F4-91B3-1A337BB0DFE3}" dt="2026-05-28T23:57:20.780" v="0" actId="167"/>
        <pc:sldMkLst>
          <pc:docMk/>
          <pc:sldMk cId="2957093444" sldId="3956"/>
        </pc:sldMkLst>
        <pc:spChg chg="ord">
          <ac:chgData name="Tate Wilson" userId="dd715062-ed57-4058-a014-95cd6b7000da" providerId="ADAL" clId="{ECC2427A-958D-48F4-91B3-1A337BB0DFE3}" dt="2026-05-28T23:57:20.780" v="0" actId="167"/>
          <ac:spMkLst>
            <pc:docMk/>
            <pc:sldMk cId="2957093444" sldId="3956"/>
            <ac:spMk id="16" creationId="{94657DC8-6BF9-3A95-3AD3-77AF93FAFED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4"/>
            <a:ext cx="3037455" cy="465940"/>
          </a:xfrm>
          <a:prstGeom prst="rect">
            <a:avLst/>
          </a:prstGeom>
        </p:spPr>
        <p:txBody>
          <a:bodyPr vert="horz" lIns="91332" tIns="45668" rIns="91332" bIns="45668" rtlCol="0"/>
          <a:lstStyle>
            <a:lvl1pPr algn="l">
              <a:defRPr sz="1200"/>
            </a:lvl1pPr>
          </a:lstStyle>
          <a:p>
            <a:endParaRPr lang="en-CA"/>
          </a:p>
        </p:txBody>
      </p:sp>
      <p:sp>
        <p:nvSpPr>
          <p:cNvPr id="3" name="Date Placeholder 2"/>
          <p:cNvSpPr>
            <a:spLocks noGrp="1"/>
          </p:cNvSpPr>
          <p:nvPr>
            <p:ph type="dt" sz="quarter" idx="1"/>
          </p:nvPr>
        </p:nvSpPr>
        <p:spPr>
          <a:xfrm>
            <a:off x="3971296" y="4"/>
            <a:ext cx="3037454" cy="465940"/>
          </a:xfrm>
          <a:prstGeom prst="rect">
            <a:avLst/>
          </a:prstGeom>
        </p:spPr>
        <p:txBody>
          <a:bodyPr vert="horz" lIns="91332" tIns="45668" rIns="91332" bIns="45668" rtlCol="0"/>
          <a:lstStyle>
            <a:lvl1pPr algn="r">
              <a:defRPr sz="1200"/>
            </a:lvl1pPr>
          </a:lstStyle>
          <a:p>
            <a:fld id="{9C8B1C08-F1AA-4564-9AA0-B0428DFEBCC3}" type="datetimeFigureOut">
              <a:rPr lang="en-CA" smtClean="0"/>
              <a:t>2026-05-28</a:t>
            </a:fld>
            <a:endParaRPr lang="en-CA"/>
          </a:p>
        </p:txBody>
      </p:sp>
      <p:sp>
        <p:nvSpPr>
          <p:cNvPr id="4" name="Footer Placeholder 3"/>
          <p:cNvSpPr>
            <a:spLocks noGrp="1"/>
          </p:cNvSpPr>
          <p:nvPr>
            <p:ph type="ftr" sz="quarter" idx="2"/>
          </p:nvPr>
        </p:nvSpPr>
        <p:spPr>
          <a:xfrm>
            <a:off x="8" y="8830462"/>
            <a:ext cx="3037455" cy="465940"/>
          </a:xfrm>
          <a:prstGeom prst="rect">
            <a:avLst/>
          </a:prstGeom>
        </p:spPr>
        <p:txBody>
          <a:bodyPr vert="horz" lIns="91332" tIns="45668" rIns="91332" bIns="45668" rtlCol="0" anchor="b"/>
          <a:lstStyle>
            <a:lvl1pPr algn="l">
              <a:defRPr sz="1200"/>
            </a:lvl1pPr>
          </a:lstStyle>
          <a:p>
            <a:endParaRPr lang="en-CA"/>
          </a:p>
        </p:txBody>
      </p:sp>
      <p:sp>
        <p:nvSpPr>
          <p:cNvPr id="5" name="Slide Number Placeholder 4"/>
          <p:cNvSpPr>
            <a:spLocks noGrp="1"/>
          </p:cNvSpPr>
          <p:nvPr>
            <p:ph type="sldNum" sz="quarter" idx="3"/>
          </p:nvPr>
        </p:nvSpPr>
        <p:spPr>
          <a:xfrm>
            <a:off x="3971296" y="8830462"/>
            <a:ext cx="3037454" cy="465940"/>
          </a:xfrm>
          <a:prstGeom prst="rect">
            <a:avLst/>
          </a:prstGeom>
        </p:spPr>
        <p:txBody>
          <a:bodyPr vert="horz" lIns="91332" tIns="45668" rIns="91332" bIns="45668" rtlCol="0" anchor="b"/>
          <a:lstStyle>
            <a:lvl1pPr algn="r">
              <a:defRPr sz="1200"/>
            </a:lvl1pPr>
          </a:lstStyle>
          <a:p>
            <a:fld id="{845DC737-5FD1-46B5-83FD-B0B914E42D7E}" type="slidenum">
              <a:rPr lang="en-CA" smtClean="0"/>
              <a:t>‹#›</a:t>
            </a:fld>
            <a:endParaRPr lang="en-CA"/>
          </a:p>
        </p:txBody>
      </p:sp>
    </p:spTree>
    <p:extLst>
      <p:ext uri="{BB962C8B-B14F-4D97-AF65-F5344CB8AC3E}">
        <p14:creationId xmlns:p14="http://schemas.microsoft.com/office/powerpoint/2010/main" val="3747162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8"/>
            <a:ext cx="3037840" cy="466435"/>
          </a:xfrm>
          <a:prstGeom prst="rect">
            <a:avLst/>
          </a:prstGeom>
        </p:spPr>
        <p:txBody>
          <a:bodyPr vert="horz" lIns="91332" tIns="45668" rIns="91332" bIns="45668" rtlCol="0"/>
          <a:lstStyle>
            <a:lvl1pPr algn="l">
              <a:defRPr sz="1200"/>
            </a:lvl1pPr>
          </a:lstStyle>
          <a:p>
            <a:endParaRPr lang="en-GB"/>
          </a:p>
        </p:txBody>
      </p:sp>
      <p:sp>
        <p:nvSpPr>
          <p:cNvPr id="3" name="Date Placeholder 2"/>
          <p:cNvSpPr>
            <a:spLocks noGrp="1"/>
          </p:cNvSpPr>
          <p:nvPr>
            <p:ph type="dt" idx="1"/>
          </p:nvPr>
        </p:nvSpPr>
        <p:spPr>
          <a:xfrm>
            <a:off x="3970940" y="8"/>
            <a:ext cx="3037840" cy="466435"/>
          </a:xfrm>
          <a:prstGeom prst="rect">
            <a:avLst/>
          </a:prstGeom>
        </p:spPr>
        <p:txBody>
          <a:bodyPr vert="horz" lIns="91332" tIns="45668" rIns="91332" bIns="45668" rtlCol="0"/>
          <a:lstStyle>
            <a:lvl1pPr algn="r">
              <a:defRPr sz="1200"/>
            </a:lvl1pPr>
          </a:lstStyle>
          <a:p>
            <a:fld id="{FFADE769-198B-4FAE-A652-4630BFFFA7EA}" type="datetimeFigureOut">
              <a:rPr lang="en-GB" smtClean="0"/>
              <a:t>28/05/2026</a:t>
            </a:fld>
            <a:endParaRPr lang="en-GB"/>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332" tIns="45668" rIns="91332" bIns="45668" rtlCol="0" anchor="ctr"/>
          <a:lstStyle/>
          <a:p>
            <a:endParaRPr lang="en-GB"/>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1332" tIns="45668" rIns="91332" bIns="456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4"/>
          </a:xfrm>
          <a:prstGeom prst="rect">
            <a:avLst/>
          </a:prstGeom>
        </p:spPr>
        <p:txBody>
          <a:bodyPr vert="horz" lIns="91332" tIns="45668" rIns="91332" bIns="45668" rtlCol="0" anchor="b"/>
          <a:lstStyle>
            <a:lvl1pPr algn="l">
              <a:defRPr sz="1200"/>
            </a:lvl1pPr>
          </a:lstStyle>
          <a:p>
            <a:endParaRPr lang="en-GB"/>
          </a:p>
        </p:txBody>
      </p:sp>
      <p:sp>
        <p:nvSpPr>
          <p:cNvPr id="7" name="Slide Number Placeholder 6"/>
          <p:cNvSpPr>
            <a:spLocks noGrp="1"/>
          </p:cNvSpPr>
          <p:nvPr>
            <p:ph type="sldNum" sz="quarter" idx="5"/>
          </p:nvPr>
        </p:nvSpPr>
        <p:spPr>
          <a:xfrm>
            <a:off x="3970940" y="8829967"/>
            <a:ext cx="3037840" cy="466434"/>
          </a:xfrm>
          <a:prstGeom prst="rect">
            <a:avLst/>
          </a:prstGeom>
        </p:spPr>
        <p:txBody>
          <a:bodyPr vert="horz" lIns="91332" tIns="45668" rIns="91332" bIns="45668" rtlCol="0" anchor="b"/>
          <a:lstStyle>
            <a:lvl1pPr algn="r">
              <a:defRPr sz="1200"/>
            </a:lvl1pPr>
          </a:lstStyle>
          <a:p>
            <a:fld id="{5BE1016A-D413-403C-A974-2E06FD2162DF}" type="slidenum">
              <a:rPr lang="en-GB" smtClean="0"/>
              <a:t>‹#›</a:t>
            </a:fld>
            <a:endParaRPr lang="en-GB"/>
          </a:p>
        </p:txBody>
      </p:sp>
    </p:spTree>
    <p:extLst>
      <p:ext uri="{BB962C8B-B14F-4D97-AF65-F5344CB8AC3E}">
        <p14:creationId xmlns:p14="http://schemas.microsoft.com/office/powerpoint/2010/main" val="213267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5BE1016A-D413-403C-A974-2E06FD2162DF}" type="slidenum">
              <a:rPr lang="en-GB" smtClean="0"/>
              <a:t>0</a:t>
            </a:fld>
            <a:endParaRPr lang="en-GB"/>
          </a:p>
        </p:txBody>
      </p:sp>
    </p:spTree>
    <p:extLst>
      <p:ext uri="{BB962C8B-B14F-4D97-AF65-F5344CB8AC3E}">
        <p14:creationId xmlns:p14="http://schemas.microsoft.com/office/powerpoint/2010/main" val="2042736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Arr 2021 March: $20.963</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1016A-D413-403C-A974-2E06FD2162D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574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A817-5322-47DA-EDEB-8AC82340D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BA69E-3F7C-5290-EA1F-6BD3BB6CDAF8}"/>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1E137C5E-BA08-3B2A-FFFA-8F087BCC20D8}"/>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ED9EABF1-ED24-F5DC-91F5-2844DFE1FAA8}"/>
              </a:ext>
            </a:extLst>
          </p:cNvPr>
          <p:cNvSpPr>
            <a:spLocks noGrp="1"/>
          </p:cNvSpPr>
          <p:nvPr>
            <p:ph type="sldNum" sz="quarter" idx="5"/>
          </p:nvPr>
        </p:nvSpPr>
        <p:spPr/>
        <p:txBody>
          <a:bodyPr/>
          <a:lstStyle/>
          <a:p>
            <a:fld id="{5BE1016A-D413-403C-A974-2E06FD2162DF}" type="slidenum">
              <a:rPr lang="en-GB" smtClean="0"/>
              <a:t>7</a:t>
            </a:fld>
            <a:endParaRPr lang="en-GB" dirty="0"/>
          </a:p>
        </p:txBody>
      </p:sp>
    </p:spTree>
    <p:extLst>
      <p:ext uri="{BB962C8B-B14F-4D97-AF65-F5344CB8AC3E}">
        <p14:creationId xmlns:p14="http://schemas.microsoft.com/office/powerpoint/2010/main" val="2157314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F53A69D-F6AE-4E2B-BE32-1F80AC2C1B92}"/>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atin typeface="Corbel" panose="020B0503020204020204" pitchFamily="34" charset="0"/>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atin typeface="Aharoni" panose="02010803020104030203" pitchFamily="2" charset="-79"/>
                <a:cs typeface="Aharoni" panose="02010803020104030203" pitchFamily="2" charset="-79"/>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39660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Mai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C354CE9-ECB8-4308-7F3B-2CD677C2A3D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title"/>
          </p:nvPr>
        </p:nvSpPr>
        <p:spPr/>
        <p:txBody>
          <a:bodyPr/>
          <a:lstStyle/>
          <a:p>
            <a:r>
              <a:rPr lang="en-US" dirty="0"/>
              <a:t>Click to edit Master title style</a:t>
            </a:r>
            <a:endParaRPr lang="en-CA" dirty="0"/>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7" name="Do not remove" hidden="1">
            <a:extLst>
              <a:ext uri="{FF2B5EF4-FFF2-40B4-BE49-F238E27FC236}">
                <a16:creationId xmlns:a16="http://schemas.microsoft.com/office/drawing/2014/main" id="{E466B689-69FE-43AE-8ED6-B69399E87DB2}"/>
              </a:ext>
            </a:extLst>
          </p:cNvPr>
          <p:cNvSpPr/>
          <p:nvPr userDrawn="1">
            <p:custDataLst>
              <p:tags r:id="rId2"/>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993184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No Logo With Strap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A4E07880-3323-655B-4623-79B6F8B3012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marL="0" indent="0" algn="l" defTabSz="914400" rtl="0" eaLnBrk="1" latinLnBrk="0" hangingPunct="1">
              <a:lnSpc>
                <a:spcPct val="85000"/>
              </a:lnSpc>
              <a:spcBef>
                <a:spcPct val="0"/>
              </a:spcBef>
              <a:buFont typeface="Arial" panose="020B0604020202020204" pitchFamily="34" charset="0"/>
              <a:buNone/>
              <a:defRPr lang="en-CA" sz="700" b="0" kern="1200" baseline="0" dirty="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97696"/>
            <a:ext cx="8408988" cy="432642"/>
          </a:xfrm>
          <a:prstGeom prst="rect">
            <a:avLst/>
          </a:prstGeom>
        </p:spPr>
        <p:txBody>
          <a:bodyPr vert="horz" lIns="91440" tIns="45720" rIns="91440" bIns="45720" rtlCol="0" anchor="ctr">
            <a:noAutofit/>
          </a:bodyPr>
          <a:lstStyle>
            <a:lvl1pPr algn="ctr">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58005"/>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4900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7742205-BCB3-FDCA-D69A-80038ABB63C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defRPr sz="2200"/>
            </a:lvl1pPr>
          </a:lstStyle>
          <a:p>
            <a:r>
              <a:rPr lang="en-US" dirty="0"/>
              <a:t>Click to edit Master title style</a:t>
            </a:r>
            <a:endParaRPr lang="en-CA" dirty="0"/>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2"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4" name="Straight Connector 13"/>
          <p:cNvCxnSpPr>
            <a:cxnSpLocks/>
          </p:cNvCxnSpPr>
          <p:nvPr/>
        </p:nvCxnSpPr>
        <p:spPr>
          <a:xfrm>
            <a:off x="1565128" y="6453241"/>
            <a:ext cx="0" cy="344205"/>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211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ith Taglin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C2CA8E89-00EF-C267-8379-76E2A2A85AE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55606"/>
            <a:ext cx="8408988" cy="492150"/>
          </a:xfrm>
          <a:prstGeom prst="rect">
            <a:avLst/>
          </a:prstGeom>
        </p:spPr>
        <p:txBody>
          <a:bodyPr vert="horz" lIns="91440" tIns="45720" rIns="91440" bIns="45720" rtlCol="0" anchor="ctr">
            <a:noAutofit/>
          </a:bodyPr>
          <a:lstStyle>
            <a:lvl1pPr algn="ctr">
              <a:lnSpc>
                <a:spcPct val="110000"/>
              </a:lnSpc>
              <a:spcBef>
                <a:spcPts val="600"/>
              </a:spcBef>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14460"/>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587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No Logo With Strap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26B8C178-DAEB-60E1-BECD-C223885D665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marL="0" indent="0" algn="l" defTabSz="914400" rtl="0" eaLnBrk="1" latinLnBrk="0" hangingPunct="1">
              <a:lnSpc>
                <a:spcPct val="85000"/>
              </a:lnSpc>
              <a:spcBef>
                <a:spcPct val="0"/>
              </a:spcBef>
              <a:buFont typeface="Arial" panose="020B0604020202020204" pitchFamily="34" charset="0"/>
              <a:buNone/>
              <a:defRPr lang="en-CA" sz="700" b="0" kern="1200" baseline="0" dirty="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97696"/>
            <a:ext cx="8408988" cy="432642"/>
          </a:xfrm>
          <a:prstGeom prst="rect">
            <a:avLst/>
          </a:prstGeom>
        </p:spPr>
        <p:txBody>
          <a:bodyPr vert="horz" lIns="91440" tIns="45720" rIns="91440" bIns="45720" rtlCol="0" anchor="ctr">
            <a:noAutofit/>
          </a:bodyPr>
          <a:lstStyle>
            <a:lvl1pPr algn="ctr">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58005"/>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286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9024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961EF2-D691-475A-8925-921775980BFF}" type="slidenum">
              <a:rPr lang="en-US" smtClean="0"/>
              <a:t>‹#›</a:t>
            </a:fld>
            <a:endParaRPr lang="en-US"/>
          </a:p>
        </p:txBody>
      </p:sp>
      <p:sp>
        <p:nvSpPr>
          <p:cNvPr id="7" name="Rounded Rectangle 6"/>
          <p:cNvSpPr/>
          <p:nvPr/>
        </p:nvSpPr>
        <p:spPr>
          <a:xfrm>
            <a:off x="324000" y="1730374"/>
            <a:ext cx="8496000" cy="106362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p:cNvCxnSpPr/>
          <p:nvPr/>
        </p:nvCxnSpPr>
        <p:spPr>
          <a:xfrm>
            <a:off x="341070" y="6237923"/>
            <a:ext cx="8496000" cy="0"/>
          </a:xfrm>
          <a:prstGeom prst="line">
            <a:avLst/>
          </a:prstGeom>
          <a:ln w="44450" cmpd="dbl">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551492"/>
      </p:ext>
    </p:extLst>
  </p:cSld>
  <p:clrMap bg1="lt1" tx1="dk1" bg2="lt2" tx2="dk2" accent1="accent1" accent2="accent2" accent3="accent3" accent4="accent4" accent5="accent5" accent6="accent6" hlink="hlink" folHlink="folHlink"/>
  <p:sldLayoutIdLst>
    <p:sldLayoutId id="2147483719" r:id="rId1"/>
    <p:sldLayoutId id="2147483739" r:id="rId2"/>
    <p:sldLayoutId id="2147483740" r:id="rId3"/>
  </p:sldLayoutIdLst>
  <p:hf hdr="0" ftr="0" dt="0"/>
  <p:txStyles>
    <p:titleStyle>
      <a:lvl1pPr algn="l" defTabSz="914400" rtl="0" eaLnBrk="1" latinLnBrk="0" hangingPunct="1">
        <a:lnSpc>
          <a:spcPct val="90000"/>
        </a:lnSpc>
        <a:spcBef>
          <a:spcPct val="0"/>
        </a:spcBef>
        <a:buNone/>
        <a:defRPr sz="3600" kern="1200">
          <a:solidFill>
            <a:schemeClr val="bg2">
              <a:lumMod val="25000"/>
            </a:schemeClr>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832" y="116475"/>
            <a:ext cx="8577386" cy="878890"/>
          </a:xfrm>
          <a:prstGeom prst="rect">
            <a:avLst/>
          </a:prstGeom>
        </p:spPr>
        <p:txBody>
          <a:bodyPr vert="horz" lIns="91440" tIns="45720" rIns="91440" bIns="45720" rtlCol="0" anchor="b">
            <a:normAutofit/>
          </a:bodyPr>
          <a:lstStyle/>
          <a:p>
            <a:r>
              <a:rPr lang="en-US" dirty="0"/>
              <a:t>Click to edit Master title style</a:t>
            </a:r>
            <a:endParaRPr lang="en-CA" dirty="0"/>
          </a:p>
        </p:txBody>
      </p:sp>
      <p:sp>
        <p:nvSpPr>
          <p:cNvPr id="6" name="Slide Number Placeholder 5"/>
          <p:cNvSpPr>
            <a:spLocks noGrp="1"/>
          </p:cNvSpPr>
          <p:nvPr>
            <p:ph type="sldNum" sz="quarter" idx="4"/>
          </p:nvPr>
        </p:nvSpPr>
        <p:spPr>
          <a:xfrm>
            <a:off x="6829184" y="6453241"/>
            <a:ext cx="2057400" cy="365125"/>
          </a:xfrm>
          <a:prstGeom prst="rect">
            <a:avLst/>
          </a:prstGeom>
        </p:spPr>
        <p:txBody>
          <a:bodyPr vert="horz" lIns="91440" tIns="45720" rIns="91440" bIns="45720" rtlCol="0" anchor="ctr" anchorCtr="0"/>
          <a:lstStyle>
            <a:lvl1pPr algn="r">
              <a:defRPr sz="1200">
                <a:solidFill>
                  <a:schemeClr val="tx1"/>
                </a:solidFill>
                <a:latin typeface="Palatino Linotype" panose="02040502050505030304" pitchFamily="18" charset="0"/>
              </a:defRPr>
            </a:lvl1pPr>
          </a:lstStyle>
          <a:p>
            <a:fld id="{B0BBF262-6B1A-47DC-B7A7-A92B0DCA2A1B}" type="slidenum">
              <a:rPr lang="en-CA" smtClean="0"/>
              <a:pPr/>
              <a:t>‹#›</a:t>
            </a:fld>
            <a:endParaRPr lang="en-CA"/>
          </a:p>
        </p:txBody>
      </p:sp>
      <p:cxnSp>
        <p:nvCxnSpPr>
          <p:cNvPr id="7" name="Straight Connector 6"/>
          <p:cNvCxnSpPr/>
          <p:nvPr/>
        </p:nvCxnSpPr>
        <p:spPr>
          <a:xfrm>
            <a:off x="324000" y="6380163"/>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4000" y="979322"/>
            <a:ext cx="8496000" cy="0"/>
          </a:xfrm>
          <a:prstGeom prst="line">
            <a:avLst/>
          </a:prstGeom>
          <a:ln w="19050" cmpd="sng">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5"/>
          <a:srcRect/>
          <a:stretch/>
        </p:blipFill>
        <p:spPr>
          <a:xfrm>
            <a:off x="344180" y="6498666"/>
            <a:ext cx="1155537" cy="270527"/>
          </a:xfrm>
          <a:prstGeom prst="rect">
            <a:avLst/>
          </a:prstGeom>
        </p:spPr>
      </p:pic>
      <p:sp>
        <p:nvSpPr>
          <p:cNvPr id="9" name="TextBox 8">
            <a:extLst>
              <a:ext uri="{FF2B5EF4-FFF2-40B4-BE49-F238E27FC236}">
                <a16:creationId xmlns:a16="http://schemas.microsoft.com/office/drawing/2014/main" id="{6E4CABA8-7974-4CAD-96D6-FF89732A1BF1}"/>
              </a:ext>
            </a:extLst>
          </p:cNvPr>
          <p:cNvSpPr txBox="1"/>
          <p:nvPr/>
        </p:nvSpPr>
        <p:spPr>
          <a:xfrm>
            <a:off x="3399817" y="144618"/>
            <a:ext cx="2344366" cy="276999"/>
          </a:xfrm>
          <a:prstGeom prst="rect">
            <a:avLst/>
          </a:prstGeom>
          <a:noFill/>
        </p:spPr>
        <p:txBody>
          <a:bodyPr wrap="square" rtlCol="0">
            <a:spAutoFit/>
          </a:bodyPr>
          <a:lstStyle/>
          <a:p>
            <a:pPr algn="ctr"/>
            <a:r>
              <a:rPr lang="en-CA" sz="1200" i="1">
                <a:solidFill>
                  <a:schemeClr val="tx1"/>
                </a:solidFill>
                <a:latin typeface="Palatino Linotype" panose="02040502050505030304" pitchFamily="18" charset="0"/>
                <a:cs typeface="Arial" panose="020B0604020202020204" pitchFamily="34" charset="0"/>
              </a:rPr>
              <a:t>Private &amp; Confidential</a:t>
            </a:r>
          </a:p>
        </p:txBody>
      </p:sp>
      <p:cxnSp>
        <p:nvCxnSpPr>
          <p:cNvPr id="3" name="Straight Connector 2">
            <a:extLst>
              <a:ext uri="{FF2B5EF4-FFF2-40B4-BE49-F238E27FC236}">
                <a16:creationId xmlns:a16="http://schemas.microsoft.com/office/drawing/2014/main" id="{158B65CF-88AB-1F68-463F-3AC88A44BBA2}"/>
              </a:ext>
            </a:extLst>
          </p:cNvPr>
          <p:cNvCxnSpPr>
            <a:cxnSpLocks/>
          </p:cNvCxnSpPr>
          <p:nvPr userDrawn="1"/>
        </p:nvCxnSpPr>
        <p:spPr>
          <a:xfrm>
            <a:off x="1565128" y="6453241"/>
            <a:ext cx="0" cy="344205"/>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6917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41" r:id="rId3"/>
  </p:sldLayoutIdLst>
  <p:txStyles>
    <p:titleStyle>
      <a:lvl1pPr algn="l" defTabSz="914400" rtl="0" eaLnBrk="1" latinLnBrk="0" hangingPunct="1">
        <a:lnSpc>
          <a:spcPct val="90000"/>
        </a:lnSpc>
        <a:spcBef>
          <a:spcPct val="0"/>
        </a:spcBef>
        <a:buNone/>
        <a:defRPr sz="2200" b="1" kern="1200" baseline="0">
          <a:solidFill>
            <a:schemeClr val="tx1"/>
          </a:solidFill>
          <a:latin typeface="Palatino Linotype" panose="02040502050505030304" pitchFamily="18"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4.xml"/><Relationship Id="rId3" Type="http://schemas.openxmlformats.org/officeDocument/2006/relationships/notesSlide" Target="../notesSlides/notesSlide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8.jpeg"/></Relationships>
</file>

<file path=ppt/slides/_rels/slide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4.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50519" y="1817756"/>
            <a:ext cx="8471649" cy="893763"/>
          </a:xfrm>
          <a:prstGeom prst="rect">
            <a:avLst/>
          </a:prstGeom>
        </p:spPr>
        <p:txBody>
          <a:bodyPr anchor="t" anchorCtr="0">
            <a:noAutofit/>
          </a:bodyPr>
          <a:lstStyle>
            <a:lvl1pPr algn="ctr" defTabSz="914400" rtl="0" eaLnBrk="1" latinLnBrk="0" hangingPunct="1">
              <a:lnSpc>
                <a:spcPct val="90000"/>
              </a:lnSpc>
              <a:spcBef>
                <a:spcPct val="0"/>
              </a:spcBef>
              <a:buNone/>
              <a:defRPr sz="6000" kern="1200">
                <a:solidFill>
                  <a:schemeClr val="bg2">
                    <a:lumMod val="25000"/>
                  </a:schemeClr>
                </a:solidFill>
                <a:latin typeface="Corbel" panose="020B0503020204020204" pitchFamily="34" charset="0"/>
                <a:ea typeface="+mj-ea"/>
                <a:cs typeface="+mj-cs"/>
              </a:defRPr>
            </a:lvl1pPr>
          </a:lstStyle>
          <a:p>
            <a:pPr algn="l">
              <a:spcAft>
                <a:spcPts val="300"/>
              </a:spcAft>
            </a:pPr>
            <a:r>
              <a:rPr lang="en-US" sz="3000" b="1" dirty="0">
                <a:solidFill>
                  <a:schemeClr val="bg1"/>
                </a:solidFill>
                <a:latin typeface="Palatino Linotype" panose="02040502050505030304" pitchFamily="18" charset="0"/>
              </a:rPr>
              <a:t>Open Text Corporation</a:t>
            </a:r>
          </a:p>
          <a:p>
            <a:pPr algn="l">
              <a:spcAft>
                <a:spcPts val="300"/>
              </a:spcAft>
            </a:pPr>
            <a:r>
              <a:rPr lang="en-US" sz="3000" i="1" dirty="0">
                <a:solidFill>
                  <a:schemeClr val="bg1"/>
                </a:solidFill>
                <a:latin typeface="Palatino Linotype" panose="02040502050505030304" pitchFamily="18" charset="0"/>
              </a:rPr>
              <a:t>Q3 2026 Earnings Update</a:t>
            </a:r>
          </a:p>
        </p:txBody>
      </p:sp>
      <p:pic>
        <p:nvPicPr>
          <p:cNvPr id="2" name="Picture 1"/>
          <p:cNvPicPr>
            <a:picLocks noChangeAspect="1"/>
          </p:cNvPicPr>
          <p:nvPr/>
        </p:nvPicPr>
        <p:blipFill>
          <a:blip r:embed="rId3"/>
          <a:srcRect/>
          <a:stretch/>
        </p:blipFill>
        <p:spPr>
          <a:xfrm>
            <a:off x="6995886" y="5678372"/>
            <a:ext cx="1822672" cy="426079"/>
          </a:xfrm>
          <a:prstGeom prst="rect">
            <a:avLst/>
          </a:prstGeom>
        </p:spPr>
      </p:pic>
      <p:sp>
        <p:nvSpPr>
          <p:cNvPr id="9" name="Subtitle 2"/>
          <p:cNvSpPr txBox="1">
            <a:spLocks/>
          </p:cNvSpPr>
          <p:nvPr/>
        </p:nvSpPr>
        <p:spPr>
          <a:xfrm>
            <a:off x="238759" y="6347009"/>
            <a:ext cx="3256747" cy="350202"/>
          </a:xfrm>
          <a:prstGeom prst="rect">
            <a:avLst/>
          </a:prstGeom>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2">
                    <a:lumMod val="50000"/>
                  </a:schemeClr>
                </a:solidFill>
                <a:latin typeface="Aharoni" panose="02010803020104030203" pitchFamily="2" charset="-79"/>
                <a:ea typeface="+mn-ea"/>
                <a:cs typeface="Aharoni" panose="02010803020104030203" pitchFamily="2" charset="-79"/>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i="1">
                <a:latin typeface="Palatino Linotype" panose="02040502050505030304" pitchFamily="18" charset="0"/>
              </a:rPr>
              <a:t>Private and Confidential</a:t>
            </a:r>
          </a:p>
        </p:txBody>
      </p:sp>
      <p:sp>
        <p:nvSpPr>
          <p:cNvPr id="8" name="Subtitle 2">
            <a:extLst>
              <a:ext uri="{FF2B5EF4-FFF2-40B4-BE49-F238E27FC236}">
                <a16:creationId xmlns:a16="http://schemas.microsoft.com/office/drawing/2014/main" id="{EAB097C7-814D-0B34-891A-561B5B6C6799}"/>
              </a:ext>
            </a:extLst>
          </p:cNvPr>
          <p:cNvSpPr>
            <a:spLocks noGrp="1"/>
          </p:cNvSpPr>
          <p:nvPr>
            <p:ph type="subTitle" idx="1"/>
          </p:nvPr>
        </p:nvSpPr>
        <p:spPr>
          <a:xfrm>
            <a:off x="6114633" y="6347009"/>
            <a:ext cx="2784213" cy="350202"/>
          </a:xfrm>
        </p:spPr>
        <p:txBody>
          <a:bodyPr anchor="ctr" anchorCtr="0">
            <a:noAutofit/>
          </a:bodyPr>
          <a:lstStyle/>
          <a:p>
            <a:pPr algn="r"/>
            <a:r>
              <a:rPr lang="en-US" sz="1800" dirty="0">
                <a:latin typeface="Palatino Linotype" panose="02040502050505030304" pitchFamily="18" charset="0"/>
              </a:rPr>
              <a:t>May 2026</a:t>
            </a:r>
          </a:p>
        </p:txBody>
      </p:sp>
    </p:spTree>
    <p:extLst>
      <p:ext uri="{BB962C8B-B14F-4D97-AF65-F5344CB8AC3E}">
        <p14:creationId xmlns:p14="http://schemas.microsoft.com/office/powerpoint/2010/main" val="321668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4657DC8-6BF9-3A95-3AD3-77AF93FAFED0}"/>
              </a:ext>
            </a:extLst>
          </p:cNvPr>
          <p:cNvSpPr/>
          <p:nvPr/>
        </p:nvSpPr>
        <p:spPr>
          <a:xfrm>
            <a:off x="333369" y="4341067"/>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Palatino Linotype"/>
                <a:ea typeface="+mn-ea"/>
                <a:cs typeface="+mn-cs"/>
              </a:rPr>
              <a:t>LTM Revenue Breakdown</a:t>
            </a:r>
            <a:endParaRPr kumimoji="0" lang="en-CA" sz="1400" b="1" i="0" u="none" strike="noStrike" kern="0" cap="none" spc="0" normalizeH="0" baseline="0" noProof="0">
              <a:ln>
                <a:noFill/>
              </a:ln>
              <a:solidFill>
                <a:prstClr val="white"/>
              </a:solidFill>
              <a:effectLst/>
              <a:uLnTx/>
              <a:uFillTx/>
              <a:latin typeface="Palatino Linotype"/>
              <a:ea typeface="+mn-ea"/>
              <a:cs typeface="+mn-cs"/>
            </a:endParaRPr>
          </a:p>
        </p:txBody>
      </p:sp>
      <p:sp>
        <p:nvSpPr>
          <p:cNvPr id="7" name="Title 6"/>
          <p:cNvSpPr>
            <a:spLocks noGrp="1"/>
          </p:cNvSpPr>
          <p:nvPr>
            <p:ph type="title"/>
          </p:nvPr>
        </p:nvSpPr>
        <p:spPr/>
        <p:txBody>
          <a:bodyPr/>
          <a:lstStyle/>
          <a:p>
            <a:r>
              <a:rPr lang="en-CA" dirty="0"/>
              <a:t>Introduction to Open Text Corporation</a:t>
            </a:r>
          </a:p>
        </p:txBody>
      </p:sp>
      <p:sp>
        <p:nvSpPr>
          <p:cNvPr id="11" name="Slide Number Placeholder 3">
            <a:extLst>
              <a:ext uri="{FF2B5EF4-FFF2-40B4-BE49-F238E27FC236}">
                <a16:creationId xmlns:a16="http://schemas.microsoft.com/office/drawing/2014/main" id="{0F3B92E3-EC76-4193-B557-E9779AA327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2" name="Text Placeholder 1"/>
          <p:cNvSpPr>
            <a:spLocks noGrp="1"/>
          </p:cNvSpPr>
          <p:nvPr>
            <p:ph type="body" sz="quarter" idx="13"/>
          </p:nvPr>
        </p:nvSpPr>
        <p:spPr>
          <a:xfrm>
            <a:off x="1570011" y="6426533"/>
            <a:ext cx="8012528" cy="409085"/>
          </a:xfrm>
        </p:spPr>
        <p:txBody>
          <a:bodyPr numCol="2"/>
          <a:lstStyle/>
          <a:p>
            <a:r>
              <a:rPr lang="en-US" dirty="0"/>
              <a:t>Source: Company filings, S&amp;P Capital IQ</a:t>
            </a:r>
          </a:p>
          <a:p>
            <a:r>
              <a:rPr lang="en-US" dirty="0"/>
              <a:t>Note: All figures in US$MM, except per share figures and where indicated otherwise</a:t>
            </a:r>
          </a:p>
        </p:txBody>
      </p:sp>
      <p:sp>
        <p:nvSpPr>
          <p:cNvPr id="8" name="Rectangle 7">
            <a:extLst>
              <a:ext uri="{FF2B5EF4-FFF2-40B4-BE49-F238E27FC236}">
                <a16:creationId xmlns:a16="http://schemas.microsoft.com/office/drawing/2014/main" id="{D1431F0D-3455-49D4-9E68-C205A528EE2B}"/>
              </a:ext>
            </a:extLst>
          </p:cNvPr>
          <p:cNvSpPr/>
          <p:nvPr/>
        </p:nvSpPr>
        <p:spPr>
          <a:xfrm>
            <a:off x="4680000" y="103456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ea typeface="+mn-ea"/>
                <a:cs typeface="+mn-cs"/>
              </a:rPr>
              <a:t>Capitalization Summary</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a typeface="+mn-ea"/>
              <a:cs typeface="+mn-cs"/>
            </a:endParaRPr>
          </a:p>
        </p:txBody>
      </p:sp>
      <p:sp>
        <p:nvSpPr>
          <p:cNvPr id="10" name="TextBox 9">
            <a:extLst>
              <a:ext uri="{FF2B5EF4-FFF2-40B4-BE49-F238E27FC236}">
                <a16:creationId xmlns:a16="http://schemas.microsoft.com/office/drawing/2014/main" id="{CA7C8506-5C16-46A9-8B7D-9249112829E8}"/>
              </a:ext>
            </a:extLst>
          </p:cNvPr>
          <p:cNvSpPr txBox="1">
            <a:spLocks/>
          </p:cNvSpPr>
          <p:nvPr/>
        </p:nvSpPr>
        <p:spPr>
          <a:xfrm>
            <a:off x="342899" y="1345241"/>
            <a:ext cx="4121102" cy="2886098"/>
          </a:xfrm>
          <a:prstGeom prst="rect">
            <a:avLst/>
          </a:prstGeom>
          <a:noFill/>
        </p:spPr>
        <p:txBody>
          <a:bodyPr wrap="square" lIns="0" rIns="0" rtlCol="0">
            <a:normAutofit/>
          </a:bodyPr>
          <a:lstStyle/>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sz="1050" b="0">
                <a:latin typeface="Palatino Linotype"/>
              </a:rPr>
              <a:t>Open Text Corporation (“OpenText” or the “Company”) is a leading Information Management software provider serving global enterprises, governments and SMBs</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sz="1050" b="0">
                <a:latin typeface="Palatino Linotype"/>
              </a:rPr>
              <a:t>The Company offers an integrated portfolio across its Content, Cybersecurity, DevOps, Business Network and Analytics clouds, increasingly AI-oriented</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sz="1050" b="0">
                <a:latin typeface="Palatino Linotype"/>
              </a:rPr>
              <a:t>The business is anchored by recurring revenue, with total annual recurring revenue of $1,058MM supporting visible, defensible cash flows</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sz="1050" b="0">
                <a:latin typeface="Palatino Linotype"/>
              </a:rPr>
              <a:t>Enterprise customers contribute approximately 90% of total revenues, underpinning a sticky, diversified base</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sz="1050" b="0">
                <a:latin typeface="Palatino Linotype"/>
              </a:rPr>
              <a:t>Headquartered in Waterloo, Ontario, the Company employs roughly 21,400 people across 42 countries and trades on the NASDAQ and TSX under “OTEX”</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sz="1050" b="0">
                <a:latin typeface="Palatino Linotype"/>
              </a:rPr>
              <a:t>Management is reshaping the portfolio through tuck-in acquisitions and non-core divestitures while returning capital via dividends and buybacks</a:t>
            </a:r>
          </a:p>
        </p:txBody>
      </p:sp>
      <p:sp>
        <p:nvSpPr>
          <p:cNvPr id="15" name="Rectangle 14">
            <a:extLst>
              <a:ext uri="{FF2B5EF4-FFF2-40B4-BE49-F238E27FC236}">
                <a16:creationId xmlns:a16="http://schemas.microsoft.com/office/drawing/2014/main" id="{9A45D7A2-D433-4946-ADA1-546C1387DB0D}"/>
              </a:ext>
            </a:extLst>
          </p:cNvPr>
          <p:cNvSpPr/>
          <p:nvPr/>
        </p:nvSpPr>
        <p:spPr>
          <a:xfrm>
            <a:off x="333369" y="1034568"/>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a:ea typeface="+mn-ea"/>
                <a:cs typeface="+mn-cs"/>
              </a:rPr>
              <a:t>Company Overview</a:t>
            </a:r>
            <a:endParaRPr kumimoji="0" lang="en-CA" sz="1400" b="1" i="0" u="none" strike="noStrike" kern="0" cap="none" spc="0" normalizeH="0" baseline="0" noProof="0" dirty="0">
              <a:ln>
                <a:noFill/>
              </a:ln>
              <a:solidFill>
                <a:prstClr val="white"/>
              </a:solidFill>
              <a:effectLst/>
              <a:uLnTx/>
              <a:uFillTx/>
              <a:latin typeface="Palatino Linotype"/>
              <a:ea typeface="+mn-ea"/>
              <a:cs typeface="+mn-cs"/>
            </a:endParaRPr>
          </a:p>
        </p:txBody>
      </p:sp>
      <p:sp>
        <p:nvSpPr>
          <p:cNvPr id="5" name="Rectangle 4">
            <a:extLst>
              <a:ext uri="{FF2B5EF4-FFF2-40B4-BE49-F238E27FC236}">
                <a16:creationId xmlns:a16="http://schemas.microsoft.com/office/drawing/2014/main" id="{59388312-3067-9D68-3D5A-5FFCBD4691E8}"/>
              </a:ext>
            </a:extLst>
          </p:cNvPr>
          <p:cNvSpPr/>
          <p:nvPr/>
        </p:nvSpPr>
        <p:spPr>
          <a:xfrm>
            <a:off x="342900" y="4691063"/>
            <a:ext cx="4121102" cy="161829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[Pie Chart Placeholder]</a:t>
            </a:r>
          </a:p>
        </p:txBody>
      </p:sp>
      <p:pic>
        <p:nvPicPr>
          <p:cNvPr id="17" name="Picture 16" descr="image.png"/>
          <p:cNvPicPr>
            <a:picLocks noChangeAspect="1"/>
          </p:cNvPicPr>
          <p:nvPr/>
        </p:nvPicPr>
        <p:blipFill>
          <a:blip r:embed="rId4"/>
          <a:stretch>
            <a:fillRect/>
          </a:stretch>
        </p:blipFill>
        <p:spPr>
          <a:xfrm>
            <a:off x="4680000" y="1385387"/>
            <a:ext cx="4137218" cy="4923973"/>
          </a:xfrm>
          <a:prstGeom prst="rect">
            <a:avLst/>
          </a:prstGeom>
        </p:spPr>
      </p:pic>
    </p:spTree>
    <p:custDataLst>
      <p:tags r:id="rId1"/>
    </p:custDataLst>
    <p:extLst>
      <p:ext uri="{BB962C8B-B14F-4D97-AF65-F5344CB8AC3E}">
        <p14:creationId xmlns:p14="http://schemas.microsoft.com/office/powerpoint/2010/main" val="2957093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BE5B-7A51-40E0-AB95-E6F9CAD4F76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E8BECDF-68B2-1AA4-637A-65701752E1F2}"/>
              </a:ext>
            </a:extLst>
          </p:cNvPr>
          <p:cNvGraphicFramePr>
            <a:graphicFrameLocks noGrp="1"/>
          </p:cNvGraphicFramePr>
          <p:nvPr>
            <p:extLst>
              <p:ext uri="{D42A27DB-BD31-4B8C-83A1-F6EECF244321}">
                <p14:modId xmlns:p14="http://schemas.microsoft.com/office/powerpoint/2010/main" val="4102265103"/>
              </p:ext>
            </p:extLst>
          </p:nvPr>
        </p:nvGraphicFramePr>
        <p:xfrm>
          <a:off x="322185" y="4145476"/>
          <a:ext cx="4140000" cy="1508760"/>
        </p:xfrm>
        <a:graphic>
          <a:graphicData uri="http://schemas.openxmlformats.org/drawingml/2006/table">
            <a:tbl>
              <a:tblPr firstRow="1" bandRow="1">
                <a:tableStyleId>{5C22544A-7EE6-4342-B048-85BDC9FD1C3A}</a:tableStyleId>
              </a:tblPr>
              <a:tblGrid>
                <a:gridCol w="1414059">
                  <a:extLst>
                    <a:ext uri="{9D8B030D-6E8A-4147-A177-3AD203B41FA5}">
                      <a16:colId xmlns:a16="http://schemas.microsoft.com/office/drawing/2014/main" val="3223766902"/>
                    </a:ext>
                  </a:extLst>
                </a:gridCol>
                <a:gridCol w="908647">
                  <a:extLst>
                    <a:ext uri="{9D8B030D-6E8A-4147-A177-3AD203B41FA5}">
                      <a16:colId xmlns:a16="http://schemas.microsoft.com/office/drawing/2014/main" val="268978678"/>
                    </a:ext>
                  </a:extLst>
                </a:gridCol>
                <a:gridCol w="908647">
                  <a:extLst>
                    <a:ext uri="{9D8B030D-6E8A-4147-A177-3AD203B41FA5}">
                      <a16:colId xmlns:a16="http://schemas.microsoft.com/office/drawing/2014/main" val="2347857369"/>
                    </a:ext>
                  </a:extLst>
                </a:gridCol>
                <a:gridCol w="908647">
                  <a:extLst>
                    <a:ext uri="{9D8B030D-6E8A-4147-A177-3AD203B41FA5}">
                      <a16:colId xmlns:a16="http://schemas.microsoft.com/office/drawing/2014/main" val="3248819179"/>
                    </a:ext>
                  </a:extLst>
                </a:gridCol>
              </a:tblGrid>
              <a:tr h="337819">
                <a:tc>
                  <a:txBody>
                    <a:bodyPr/>
                    <a:lstStyle/>
                    <a:p>
                      <a:r>
                        <a:rPr sz="900">
                          <a:latin typeface="Palatino Linotype"/>
                        </a:rPr>
                        <a:t>Figures in US$MM</a:t>
                      </a:r>
                      <a:endParaRPr lang="en-US" sz="900" i="1" dirty="0">
                        <a:latin typeface="Palatino Linotype" panose="02040502050505030304" pitchFamily="18" charset="0"/>
                      </a:endParaRP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sz="900">
                          <a:latin typeface="Palatino Linotype"/>
                        </a:rPr>
                        <a:t>Reported</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sz="900">
                          <a:latin typeface="Palatino Linotype"/>
                        </a:rPr>
                        <a:t>Bloomberg Estimate</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sz="900">
                          <a:latin typeface="Palatino Linotype"/>
                        </a:rPr>
                        <a:t>Variance</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837117398"/>
                  </a:ext>
                </a:extLst>
              </a:tr>
              <a:tr h="211137">
                <a:tc>
                  <a:txBody>
                    <a:bodyPr/>
                    <a:lstStyle/>
                    <a:p>
                      <a:r>
                        <a:rPr sz="900">
                          <a:latin typeface="Palatino Linotype"/>
                        </a:rPr>
                        <a:t>Revenue</a:t>
                      </a:r>
                      <a:endParaRPr sz="900" dirty="0">
                        <a:latin typeface="Palatino Linotype"/>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latin typeface="Palatino Linotype"/>
                        </a:rPr>
                        <a:t>$1,283</a:t>
                      </a: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latin typeface="Palatino Linotype"/>
                        </a:rPr>
                        <a:t>$1,272</a:t>
                      </a: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solidFill>
                            <a:srgbClr val="00B050"/>
                          </a:solidFill>
                          <a:latin typeface="Palatino Linotype"/>
                        </a:rPr>
                        <a:t>$11</a:t>
                      </a: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26597359"/>
                  </a:ext>
                </a:extLst>
              </a:tr>
              <a:tr h="211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900">
                          <a:latin typeface="Palatino Linotype"/>
                        </a:rPr>
                        <a:t>Adj. EBITDA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Palatino Linotype"/>
                        </a:rPr>
                        <a:t>$438</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Palatino Linotype"/>
                        </a:rPr>
                        <a:t>$419</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sz="900">
                          <a:solidFill>
                            <a:srgbClr val="00B050"/>
                          </a:solidFill>
                          <a:latin typeface="Palatino Linotype"/>
                        </a:rPr>
                        <a:t>$19</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7869372"/>
                  </a:ext>
                </a:extLst>
              </a:tr>
              <a:tr h="211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900">
                          <a:latin typeface="Palatino Linotype"/>
                        </a:rPr>
                        <a:t>Operating Income (non-GAAP)</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latin typeface="Palatino Linotype"/>
                        </a:rPr>
                        <a:t>$404</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latin typeface="Palatino Linotype"/>
                        </a:rPr>
                        <a:t>$389</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solidFill>
                            <a:srgbClr val="00B050"/>
                          </a:solidFill>
                          <a:latin typeface="Palatino Linotype"/>
                        </a:rPr>
                        <a:t>$15</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37254403"/>
                  </a:ext>
                </a:extLst>
              </a:tr>
              <a:tr h="211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900">
                          <a:latin typeface="Palatino Linotype"/>
                        </a:rPr>
                        <a:t>Net income (Adj.)</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Palatino Linotype"/>
                        </a:rPr>
                        <a:t>$250</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Palatino Linotype"/>
                        </a:rPr>
                        <a:t>$234</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sz="900">
                          <a:solidFill>
                            <a:srgbClr val="00B050"/>
                          </a:solidFill>
                          <a:latin typeface="Palatino Linotype"/>
                        </a:rPr>
                        <a:t>$16</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7743932"/>
                  </a:ext>
                </a:extLst>
              </a:tr>
              <a:tr h="211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900">
                          <a:latin typeface="Palatino Linotype"/>
                        </a:rPr>
                        <a:t>EPS, Adj. (US$)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latin typeface="Palatino Linotype"/>
                        </a:rPr>
                        <a:t>$1.01</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latin typeface="Palatino Linotype"/>
                        </a:rPr>
                        <a:t>$0.92</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sz="900">
                          <a:solidFill>
                            <a:srgbClr val="00B050"/>
                          </a:solidFill>
                          <a:latin typeface="Palatino Linotype"/>
                        </a:rPr>
                        <a:t>$0.09</a:t>
                      </a: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63010781"/>
                  </a:ext>
                </a:extLst>
              </a:tr>
            </a:tbl>
          </a:graphicData>
        </a:graphic>
      </p:graphicFrame>
      <p:sp>
        <p:nvSpPr>
          <p:cNvPr id="11" name="Rectangle 10">
            <a:extLst>
              <a:ext uri="{FF2B5EF4-FFF2-40B4-BE49-F238E27FC236}">
                <a16:creationId xmlns:a16="http://schemas.microsoft.com/office/drawing/2014/main" id="{511F9D52-F123-4B43-3B96-E9CA40879171}"/>
              </a:ext>
            </a:extLst>
          </p:cNvPr>
          <p:cNvSpPr/>
          <p:nvPr/>
        </p:nvSpPr>
        <p:spPr>
          <a:xfrm>
            <a:off x="323997"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Broker Estimates vs Actuals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4" name="Slide Number Placeholder 3">
            <a:extLst>
              <a:ext uri="{FF2B5EF4-FFF2-40B4-BE49-F238E27FC236}">
                <a16:creationId xmlns:a16="http://schemas.microsoft.com/office/drawing/2014/main" id="{AB7B68A8-0D03-D133-481F-577AA926F888}"/>
              </a:ext>
            </a:extLst>
          </p:cNvPr>
          <p:cNvSpPr>
            <a:spLocks noGrp="1"/>
          </p:cNvSpPr>
          <p:nvPr>
            <p:ph type="sldNum" sz="quarter" idx="12"/>
          </p:nvPr>
        </p:nvSpPr>
        <p:spPr/>
        <p:txBody>
          <a:bodyPr/>
          <a:lstStyle/>
          <a:p>
            <a:fld id="{B0BBF262-6B1A-47DC-B7A7-A92B0DCA2A1B}" type="slidenum">
              <a:rPr lang="en-CA" smtClean="0"/>
              <a:pPr/>
              <a:t>7</a:t>
            </a:fld>
            <a:endParaRPr lang="en-CA" dirty="0"/>
          </a:p>
        </p:txBody>
      </p:sp>
      <p:sp>
        <p:nvSpPr>
          <p:cNvPr id="2" name="Text Placeholder 1">
            <a:extLst>
              <a:ext uri="{FF2B5EF4-FFF2-40B4-BE49-F238E27FC236}">
                <a16:creationId xmlns:a16="http://schemas.microsoft.com/office/drawing/2014/main" id="{005C7CFC-DF4F-2409-4550-D9ABBA35C4B0}"/>
              </a:ext>
            </a:extLst>
          </p:cNvPr>
          <p:cNvSpPr>
            <a:spLocks noGrp="1"/>
          </p:cNvSpPr>
          <p:nvPr>
            <p:ph type="body" sz="quarter" idx="13"/>
          </p:nvPr>
        </p:nvSpPr>
        <p:spPr>
          <a:noFill/>
        </p:spPr>
        <p:txBody>
          <a:bodyPr numCol="1"/>
          <a:lstStyle/>
          <a:p>
            <a:r>
              <a:rPr lang="en-US" dirty="0"/>
              <a:t>Source: Company filings, S&amp;P Capital IQ, Bloomberg, equity research </a:t>
            </a:r>
          </a:p>
          <a:p>
            <a:r>
              <a:rPr lang="en-US" dirty="0"/>
              <a:t>Note: All figures in US$MM, except where indicated otherwise</a:t>
            </a:r>
          </a:p>
        </p:txBody>
      </p:sp>
      <p:sp>
        <p:nvSpPr>
          <p:cNvPr id="6" name="Rectangle 5">
            <a:extLst>
              <a:ext uri="{FF2B5EF4-FFF2-40B4-BE49-F238E27FC236}">
                <a16:creationId xmlns:a16="http://schemas.microsoft.com/office/drawing/2014/main" id="{0F11B6BD-D605-5F42-494B-42D514DD3378}"/>
              </a:ext>
            </a:extLst>
          </p:cNvPr>
          <p:cNvSpPr/>
          <p:nvPr/>
        </p:nvSpPr>
        <p:spPr>
          <a:xfrm>
            <a:off x="323997"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Business Updates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8" name="Rectangle 7">
            <a:extLst>
              <a:ext uri="{FF2B5EF4-FFF2-40B4-BE49-F238E27FC236}">
                <a16:creationId xmlns:a16="http://schemas.microsoft.com/office/drawing/2014/main" id="{7FF5F561-DBF4-ACF4-D59E-6B19C548CDEB}"/>
              </a:ext>
            </a:extLst>
          </p:cNvPr>
          <p:cNvSpPr/>
          <p:nvPr/>
        </p:nvSpPr>
        <p:spPr>
          <a:xfrm>
            <a:off x="4681219" y="1019228"/>
            <a:ext cx="4140000" cy="311616"/>
          </a:xfrm>
          <a:prstGeom prst="rect">
            <a:avLst/>
          </a:prstGeom>
          <a:solidFill>
            <a:srgbClr val="0E213F"/>
          </a:solidFill>
          <a:ln w="12700" cap="flat" cmpd="sng" algn="ctr">
            <a:noFill/>
            <a:prstDash val="solid"/>
            <a:miter lim="800000"/>
          </a:ln>
          <a:effectLst/>
        </p:spPr>
        <p:txBody>
          <a:bodyPr rtlCol="0" anchor="ctr"/>
          <a:lstStyle/>
          <a:p>
            <a:pPr algn="ctr"/>
            <a:r>
              <a:rPr lang="en-US" sz="1400" b="1" kern="0" dirty="0">
                <a:solidFill>
                  <a:prstClr val="white"/>
                </a:solidFill>
                <a:latin typeface="Palatino Linotype" panose="02040502050505030304" pitchFamily="18" charset="0"/>
              </a:rPr>
              <a:t>Financial Highlights</a:t>
            </a:r>
            <a:endParaRPr lang="en-CA" sz="1400" b="1" kern="0" dirty="0">
              <a:solidFill>
                <a:prstClr val="white"/>
              </a:solidFill>
              <a:latin typeface="Palatino Linotype" panose="02040502050505030304" pitchFamily="18" charset="0"/>
            </a:endParaRPr>
          </a:p>
        </p:txBody>
      </p:sp>
      <p:sp>
        <p:nvSpPr>
          <p:cNvPr id="51" name="Title 1">
            <a:extLst>
              <a:ext uri="{FF2B5EF4-FFF2-40B4-BE49-F238E27FC236}">
                <a16:creationId xmlns:a16="http://schemas.microsoft.com/office/drawing/2014/main" id="{7DA048D1-81D5-3239-5BDD-00646345C204}"/>
              </a:ext>
            </a:extLst>
          </p:cNvPr>
          <p:cNvSpPr>
            <a:spLocks noGrp="1"/>
          </p:cNvSpPr>
          <p:nvPr>
            <p:ph type="title"/>
          </p:nvPr>
        </p:nvSpPr>
        <p:spPr>
          <a:xfrm>
            <a:off x="239833" y="116475"/>
            <a:ext cx="8577386" cy="878890"/>
          </a:xfrm>
        </p:spPr>
        <p:txBody>
          <a:bodyPr/>
          <a:lstStyle/>
          <a:p>
            <a:r>
              <a:rPr lang="en-CA" dirty="0"/>
              <a:t>Open Text Corporation Q3 2026 Earnings Summary</a:t>
            </a:r>
            <a:endParaRPr lang="en-CA" i="1" dirty="0">
              <a:solidFill>
                <a:schemeClr val="accent2"/>
              </a:solidFill>
            </a:endParaRPr>
          </a:p>
        </p:txBody>
      </p:sp>
      <p:sp>
        <p:nvSpPr>
          <p:cNvPr id="12" name="Rectangle 11">
            <a:extLst>
              <a:ext uri="{FF2B5EF4-FFF2-40B4-BE49-F238E27FC236}">
                <a16:creationId xmlns:a16="http://schemas.microsoft.com/office/drawing/2014/main" id="{857A0024-75A5-1387-0831-C59C6FD5AB66}"/>
              </a:ext>
            </a:extLst>
          </p:cNvPr>
          <p:cNvSpPr/>
          <p:nvPr/>
        </p:nvSpPr>
        <p:spPr>
          <a:xfrm>
            <a:off x="4681219"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Management Guidance</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grpSp>
        <p:nvGrpSpPr>
          <p:cNvPr id="13" name="Group 12">
            <a:extLst>
              <a:ext uri="{FF2B5EF4-FFF2-40B4-BE49-F238E27FC236}">
                <a16:creationId xmlns:a16="http://schemas.microsoft.com/office/drawing/2014/main" id="{F0BE627A-75F2-F503-482F-79964625789A}"/>
              </a:ext>
            </a:extLst>
          </p:cNvPr>
          <p:cNvGrpSpPr/>
          <p:nvPr/>
        </p:nvGrpSpPr>
        <p:grpSpPr>
          <a:xfrm>
            <a:off x="4688657" y="1663255"/>
            <a:ext cx="4140000" cy="496021"/>
            <a:chOff x="4688657" y="1344864"/>
            <a:chExt cx="4140000" cy="545623"/>
          </a:xfrm>
        </p:grpSpPr>
        <p:sp>
          <p:nvSpPr>
            <p:cNvPr id="1033" name="Rectangle 1032">
              <a:extLst>
                <a:ext uri="{FF2B5EF4-FFF2-40B4-BE49-F238E27FC236}">
                  <a16:creationId xmlns:a16="http://schemas.microsoft.com/office/drawing/2014/main" id="{3271E267-EBEE-C600-0E90-E55CA1A0BA3E}"/>
                </a:ext>
              </a:extLst>
            </p:cNvPr>
            <p:cNvSpPr/>
            <p:nvPr/>
          </p:nvSpPr>
          <p:spPr>
            <a:xfrm>
              <a:off x="4688657"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1"/>
                  </a:solidFill>
                  <a:latin typeface="Palatino Linotype" panose="02040502050505030304" pitchFamily="18" charset="0"/>
                </a:rPr>
                <a:t>$1.3B</a:t>
              </a:r>
            </a:p>
            <a:p>
              <a:pPr algn="ctr"/>
              <a:r>
                <a:rPr lang="en-US" sz="900" dirty="0">
                  <a:solidFill>
                    <a:schemeClr val="accent1"/>
                  </a:solidFill>
                  <a:latin typeface="Palatino Linotype" panose="02040502050505030304" pitchFamily="18" charset="0"/>
                </a:rPr>
                <a:t>Total Revenue</a:t>
              </a:r>
            </a:p>
          </p:txBody>
        </p:sp>
        <p:sp>
          <p:nvSpPr>
            <p:cNvPr id="1035" name="Rectangle 1034">
              <a:extLst>
                <a:ext uri="{FF2B5EF4-FFF2-40B4-BE49-F238E27FC236}">
                  <a16:creationId xmlns:a16="http://schemas.microsoft.com/office/drawing/2014/main" id="{F8C35546-9C64-2C8B-1182-DE2B2F37CEAF}"/>
                </a:ext>
              </a:extLst>
            </p:cNvPr>
            <p:cNvSpPr/>
            <p:nvPr/>
          </p:nvSpPr>
          <p:spPr>
            <a:xfrm>
              <a:off x="7513750"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1"/>
                  </a:solidFill>
                  <a:latin typeface="Palatino Linotype" panose="02040502050505030304" pitchFamily="18" charset="0"/>
                </a:rPr>
                <a:t>$1.3B</a:t>
              </a:r>
            </a:p>
            <a:p>
              <a:pPr algn="ctr"/>
              <a:r>
                <a:rPr lang="en-US" sz="900" dirty="0">
                  <a:solidFill>
                    <a:schemeClr val="accent1"/>
                  </a:solidFill>
                  <a:latin typeface="Palatino Linotype" panose="02040502050505030304" pitchFamily="18" charset="0"/>
                </a:rPr>
                <a:t>Total Revenue</a:t>
              </a:r>
            </a:p>
          </p:txBody>
        </p:sp>
        <p:sp>
          <p:nvSpPr>
            <p:cNvPr id="1040" name="Isosceles Triangle 1039">
              <a:extLst>
                <a:ext uri="{FF2B5EF4-FFF2-40B4-BE49-F238E27FC236}">
                  <a16:creationId xmlns:a16="http://schemas.microsoft.com/office/drawing/2014/main" id="{0891B236-9BC7-9943-8F0C-7F15A78EC842}"/>
                </a:ext>
              </a:extLst>
            </p:cNvPr>
            <p:cNvSpPr/>
            <p:nvPr/>
          </p:nvSpPr>
          <p:spPr>
            <a:xfrm rot="5400000">
              <a:off x="5922593"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1" name="Isosceles Triangle 1040">
              <a:extLst>
                <a:ext uri="{FF2B5EF4-FFF2-40B4-BE49-F238E27FC236}">
                  <a16:creationId xmlns:a16="http://schemas.microsoft.com/office/drawing/2014/main" id="{CFBB4655-2A6A-A87C-BBCD-57A34C1BBD70}"/>
                </a:ext>
              </a:extLst>
            </p:cNvPr>
            <p:cNvSpPr/>
            <p:nvPr/>
          </p:nvSpPr>
          <p:spPr>
            <a:xfrm rot="5400000">
              <a:off x="7049097"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2" name="Rectangle 1041">
              <a:extLst>
                <a:ext uri="{FF2B5EF4-FFF2-40B4-BE49-F238E27FC236}">
                  <a16:creationId xmlns:a16="http://schemas.microsoft.com/office/drawing/2014/main" id="{DF747CFB-62CB-3697-072D-86F8DBFA26C1}"/>
                </a:ext>
              </a:extLst>
            </p:cNvPr>
            <p:cNvSpPr/>
            <p:nvPr/>
          </p:nvSpPr>
          <p:spPr>
            <a:xfrm>
              <a:off x="6244645" y="1354302"/>
              <a:ext cx="1028023"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00B050"/>
                  </a:solidFill>
                  <a:latin typeface="Palatino Linotype" panose="02040502050505030304" pitchFamily="18" charset="0"/>
                </a:rPr>
                <a:t>2.2%</a:t>
              </a:r>
            </a:p>
          </p:txBody>
        </p:sp>
      </p:grpSp>
      <p:grpSp>
        <p:nvGrpSpPr>
          <p:cNvPr id="10" name="Group 9">
            <a:extLst>
              <a:ext uri="{FF2B5EF4-FFF2-40B4-BE49-F238E27FC236}">
                <a16:creationId xmlns:a16="http://schemas.microsoft.com/office/drawing/2014/main" id="{642A324F-D8E1-4366-136A-81F4CBAC0DE0}"/>
              </a:ext>
            </a:extLst>
          </p:cNvPr>
          <p:cNvGrpSpPr/>
          <p:nvPr/>
        </p:nvGrpSpPr>
        <p:grpSpPr>
          <a:xfrm>
            <a:off x="4688657" y="2202484"/>
            <a:ext cx="4140000" cy="497385"/>
            <a:chOff x="4688657" y="1972538"/>
            <a:chExt cx="4140000" cy="547124"/>
          </a:xfrm>
        </p:grpSpPr>
        <p:sp>
          <p:nvSpPr>
            <p:cNvPr id="1038" name="Rectangle 1037">
              <a:extLst>
                <a:ext uri="{FF2B5EF4-FFF2-40B4-BE49-F238E27FC236}">
                  <a16:creationId xmlns:a16="http://schemas.microsoft.com/office/drawing/2014/main" id="{058CDC41-2C7C-DFA1-C891-3F4FF3BEC767}"/>
                </a:ext>
              </a:extLst>
            </p:cNvPr>
            <p:cNvSpPr/>
            <p:nvPr/>
          </p:nvSpPr>
          <p:spPr>
            <a:xfrm>
              <a:off x="7513750"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1"/>
                  </a:solidFill>
                  <a:latin typeface="Palatino Linotype" panose="02040502050505030304" pitchFamily="18" charset="0"/>
                </a:rPr>
                <a:t>$493MM</a:t>
              </a:r>
            </a:p>
            <a:p>
              <a:pPr algn="ctr"/>
              <a:r>
                <a:rPr lang="en-US" sz="700" dirty="0">
                  <a:solidFill>
                    <a:schemeClr val="accent1"/>
                  </a:solidFill>
                  <a:latin typeface="Palatino Linotype" panose="02040502050505030304" pitchFamily="18" charset="0"/>
                </a:rPr>
                <a:t>Cloud Services &amp; Subscriptions Rev.</a:t>
              </a:r>
            </a:p>
          </p:txBody>
        </p:sp>
        <p:sp>
          <p:nvSpPr>
            <p:cNvPr id="1043" name="Rectangle 1042">
              <a:extLst>
                <a:ext uri="{FF2B5EF4-FFF2-40B4-BE49-F238E27FC236}">
                  <a16:creationId xmlns:a16="http://schemas.microsoft.com/office/drawing/2014/main" id="{608014EB-520D-C9B0-D63B-B8C01AA39342}"/>
                </a:ext>
              </a:extLst>
            </p:cNvPr>
            <p:cNvSpPr/>
            <p:nvPr/>
          </p:nvSpPr>
          <p:spPr>
            <a:xfrm>
              <a:off x="6228224" y="1972538"/>
              <a:ext cx="997715"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00B050"/>
                  </a:solidFill>
                  <a:latin typeface="Palatino Linotype" panose="02040502050505030304" pitchFamily="18" charset="0"/>
                </a:rPr>
                <a:t>6.6%</a:t>
              </a:r>
            </a:p>
          </p:txBody>
        </p:sp>
        <p:sp>
          <p:nvSpPr>
            <p:cNvPr id="1044" name="Rectangle 1043">
              <a:extLst>
                <a:ext uri="{FF2B5EF4-FFF2-40B4-BE49-F238E27FC236}">
                  <a16:creationId xmlns:a16="http://schemas.microsoft.com/office/drawing/2014/main" id="{983FB226-B6F4-5AB4-8552-0AF68244051F}"/>
                </a:ext>
              </a:extLst>
            </p:cNvPr>
            <p:cNvSpPr/>
            <p:nvPr/>
          </p:nvSpPr>
          <p:spPr>
            <a:xfrm>
              <a:off x="4688657"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1"/>
                  </a:solidFill>
                  <a:latin typeface="Palatino Linotype" panose="02040502050505030304" pitchFamily="18" charset="0"/>
                </a:rPr>
                <a:t>$463MM</a:t>
              </a:r>
            </a:p>
            <a:p>
              <a:pPr algn="ctr"/>
              <a:r>
                <a:rPr lang="en-US" sz="700" dirty="0">
                  <a:solidFill>
                    <a:schemeClr val="accent1"/>
                  </a:solidFill>
                  <a:latin typeface="Palatino Linotype" panose="02040502050505030304" pitchFamily="18" charset="0"/>
                </a:rPr>
                <a:t>Cloud Services &amp; Subscriptions Rev.</a:t>
              </a:r>
            </a:p>
          </p:txBody>
        </p:sp>
        <p:sp>
          <p:nvSpPr>
            <p:cNvPr id="1046" name="Isosceles Triangle 1045">
              <a:extLst>
                <a:ext uri="{FF2B5EF4-FFF2-40B4-BE49-F238E27FC236}">
                  <a16:creationId xmlns:a16="http://schemas.microsoft.com/office/drawing/2014/main" id="{FA43A4E2-B93A-B073-0600-AB5EAAD1B678}"/>
                </a:ext>
              </a:extLst>
            </p:cNvPr>
            <p:cNvSpPr/>
            <p:nvPr/>
          </p:nvSpPr>
          <p:spPr>
            <a:xfrm rot="5400000">
              <a:off x="5922593"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7" name="Isosceles Triangle 1046">
              <a:extLst>
                <a:ext uri="{FF2B5EF4-FFF2-40B4-BE49-F238E27FC236}">
                  <a16:creationId xmlns:a16="http://schemas.microsoft.com/office/drawing/2014/main" id="{1586F809-212A-B922-2D6A-C62738CD2969}"/>
                </a:ext>
              </a:extLst>
            </p:cNvPr>
            <p:cNvSpPr/>
            <p:nvPr/>
          </p:nvSpPr>
          <p:spPr>
            <a:xfrm rot="5400000">
              <a:off x="7049097"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cxnSp>
        <p:nvCxnSpPr>
          <p:cNvPr id="1060" name="Straight Connector 1059">
            <a:extLst>
              <a:ext uri="{FF2B5EF4-FFF2-40B4-BE49-F238E27FC236}">
                <a16:creationId xmlns:a16="http://schemas.microsoft.com/office/drawing/2014/main" id="{BBDD365C-5E2B-5388-01DB-D988BA03F6CD}"/>
              </a:ext>
            </a:extLst>
          </p:cNvPr>
          <p:cNvCxnSpPr>
            <a:cxnSpLocks/>
          </p:cNvCxnSpPr>
          <p:nvPr/>
        </p:nvCxnSpPr>
        <p:spPr>
          <a:xfrm>
            <a:off x="4688656" y="3270024"/>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DB4CEC1-2820-6CAD-8F00-3D13EE2B7B8D}"/>
              </a:ext>
            </a:extLst>
          </p:cNvPr>
          <p:cNvGrpSpPr/>
          <p:nvPr/>
        </p:nvGrpSpPr>
        <p:grpSpPr>
          <a:xfrm>
            <a:off x="4688657" y="2743077"/>
            <a:ext cx="4147415" cy="505343"/>
            <a:chOff x="4688657" y="2604399"/>
            <a:chExt cx="4147415" cy="555877"/>
          </a:xfrm>
        </p:grpSpPr>
        <p:sp>
          <p:nvSpPr>
            <p:cNvPr id="1036" name="Rectangle 1035">
              <a:extLst>
                <a:ext uri="{FF2B5EF4-FFF2-40B4-BE49-F238E27FC236}">
                  <a16:creationId xmlns:a16="http://schemas.microsoft.com/office/drawing/2014/main" id="{092CE947-C040-0DBD-63A2-4F8FEFAE157C}"/>
                </a:ext>
              </a:extLst>
            </p:cNvPr>
            <p:cNvSpPr/>
            <p:nvPr/>
          </p:nvSpPr>
          <p:spPr>
            <a:xfrm>
              <a:off x="4688657"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1"/>
                  </a:solidFill>
                  <a:latin typeface="Palatino Linotype" panose="02040502050505030304" pitchFamily="18" charset="0"/>
                </a:rPr>
                <a:t>$395MM</a:t>
              </a:r>
            </a:p>
            <a:p>
              <a:pPr algn="ctr"/>
              <a:r>
                <a:rPr lang="en-US" sz="900" dirty="0">
                  <a:solidFill>
                    <a:schemeClr val="accent1"/>
                  </a:solidFill>
                  <a:latin typeface="Palatino Linotype" panose="02040502050505030304" pitchFamily="18" charset="0"/>
                </a:rPr>
                <a:t>Adj. EBITDA</a:t>
              </a:r>
            </a:p>
          </p:txBody>
        </p:sp>
        <p:sp>
          <p:nvSpPr>
            <p:cNvPr id="1037" name="Rectangle 1036">
              <a:extLst>
                <a:ext uri="{FF2B5EF4-FFF2-40B4-BE49-F238E27FC236}">
                  <a16:creationId xmlns:a16="http://schemas.microsoft.com/office/drawing/2014/main" id="{DED029C2-D4EE-B37A-5FA7-E601EAE36B00}"/>
                </a:ext>
              </a:extLst>
            </p:cNvPr>
            <p:cNvSpPr/>
            <p:nvPr/>
          </p:nvSpPr>
          <p:spPr>
            <a:xfrm>
              <a:off x="7521165"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1"/>
                  </a:solidFill>
                  <a:latin typeface="Palatino Linotype" panose="02040502050505030304" pitchFamily="18" charset="0"/>
                </a:rPr>
                <a:t>$438MM</a:t>
              </a:r>
            </a:p>
            <a:p>
              <a:pPr algn="ctr"/>
              <a:r>
                <a:rPr lang="en-US" sz="900" dirty="0">
                  <a:solidFill>
                    <a:schemeClr val="accent1"/>
                  </a:solidFill>
                  <a:latin typeface="Palatino Linotype" panose="02040502050505030304" pitchFamily="18" charset="0"/>
                </a:rPr>
                <a:t>Adj. EBITDA</a:t>
              </a:r>
            </a:p>
          </p:txBody>
        </p:sp>
        <p:sp>
          <p:nvSpPr>
            <p:cNvPr id="1062" name="Rectangle 1061">
              <a:extLst>
                <a:ext uri="{FF2B5EF4-FFF2-40B4-BE49-F238E27FC236}">
                  <a16:creationId xmlns:a16="http://schemas.microsoft.com/office/drawing/2014/main" id="{C4756C2A-CCA3-3FE4-64A7-7FD92895440D}"/>
                </a:ext>
              </a:extLst>
            </p:cNvPr>
            <p:cNvSpPr/>
            <p:nvPr/>
          </p:nvSpPr>
          <p:spPr>
            <a:xfrm>
              <a:off x="6291373" y="2613152"/>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00B050"/>
                  </a:solidFill>
                  <a:latin typeface="Palatino Linotype" panose="02040502050505030304" pitchFamily="18" charset="0"/>
                </a:rPr>
                <a:t>10.8%</a:t>
              </a:r>
            </a:p>
          </p:txBody>
        </p:sp>
        <p:sp>
          <p:nvSpPr>
            <p:cNvPr id="1063" name="Isosceles Triangle 1062">
              <a:extLst>
                <a:ext uri="{FF2B5EF4-FFF2-40B4-BE49-F238E27FC236}">
                  <a16:creationId xmlns:a16="http://schemas.microsoft.com/office/drawing/2014/main" id="{8CA68590-10AB-A606-8702-7D9B3E05ACA0}"/>
                </a:ext>
              </a:extLst>
            </p:cNvPr>
            <p:cNvSpPr/>
            <p:nvPr/>
          </p:nvSpPr>
          <p:spPr>
            <a:xfrm rot="5400000">
              <a:off x="5922593"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4" name="Isosceles Triangle 1063">
              <a:extLst>
                <a:ext uri="{FF2B5EF4-FFF2-40B4-BE49-F238E27FC236}">
                  <a16:creationId xmlns:a16="http://schemas.microsoft.com/office/drawing/2014/main" id="{15640D8C-A57A-68ED-C338-AB4233682F7E}"/>
                </a:ext>
              </a:extLst>
            </p:cNvPr>
            <p:cNvSpPr/>
            <p:nvPr/>
          </p:nvSpPr>
          <p:spPr>
            <a:xfrm rot="5400000">
              <a:off x="7049097"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3" name="Group 2">
            <a:extLst>
              <a:ext uri="{FF2B5EF4-FFF2-40B4-BE49-F238E27FC236}">
                <a16:creationId xmlns:a16="http://schemas.microsoft.com/office/drawing/2014/main" id="{C39B0122-0CE7-DD6D-2F3C-6B109EEF5CD4}"/>
              </a:ext>
            </a:extLst>
          </p:cNvPr>
          <p:cNvGrpSpPr/>
          <p:nvPr/>
        </p:nvGrpSpPr>
        <p:grpSpPr>
          <a:xfrm>
            <a:off x="4688657" y="3291629"/>
            <a:ext cx="4147415" cy="497385"/>
            <a:chOff x="4688657" y="3215959"/>
            <a:chExt cx="4147415" cy="547124"/>
          </a:xfrm>
        </p:grpSpPr>
        <p:sp>
          <p:nvSpPr>
            <p:cNvPr id="1058" name="Rectangle 1057">
              <a:extLst>
                <a:ext uri="{FF2B5EF4-FFF2-40B4-BE49-F238E27FC236}">
                  <a16:creationId xmlns:a16="http://schemas.microsoft.com/office/drawing/2014/main" id="{0184E092-F4B8-0DE1-7AF0-15E041377EB9}"/>
                </a:ext>
              </a:extLst>
            </p:cNvPr>
            <p:cNvSpPr/>
            <p:nvPr/>
          </p:nvSpPr>
          <p:spPr>
            <a:xfrm>
              <a:off x="4688657"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1"/>
                  </a:solidFill>
                  <a:latin typeface="Palatino Linotype" panose="02040502050505030304" pitchFamily="18" charset="0"/>
                </a:rPr>
                <a:t>$216MM</a:t>
              </a:r>
            </a:p>
            <a:p>
              <a:pPr algn="ctr"/>
              <a:r>
                <a:rPr lang="en-US" sz="900" dirty="0">
                  <a:solidFill>
                    <a:schemeClr val="accent1"/>
                  </a:solidFill>
                  <a:latin typeface="Palatino Linotype" panose="02040502050505030304" pitchFamily="18" charset="0"/>
                </a:rPr>
                <a:t>Non-GAAP Net Income</a:t>
              </a:r>
            </a:p>
          </p:txBody>
        </p:sp>
        <p:sp>
          <p:nvSpPr>
            <p:cNvPr id="1059" name="Rectangle 1058">
              <a:extLst>
                <a:ext uri="{FF2B5EF4-FFF2-40B4-BE49-F238E27FC236}">
                  <a16:creationId xmlns:a16="http://schemas.microsoft.com/office/drawing/2014/main" id="{C614A5DF-7BF8-15F2-2D8B-D797F4019930}"/>
                </a:ext>
              </a:extLst>
            </p:cNvPr>
            <p:cNvSpPr/>
            <p:nvPr/>
          </p:nvSpPr>
          <p:spPr>
            <a:xfrm>
              <a:off x="7521165"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1"/>
                  </a:solidFill>
                  <a:latin typeface="Palatino Linotype" panose="02040502050505030304" pitchFamily="18" charset="0"/>
                </a:rPr>
                <a:t>$250MM</a:t>
              </a:r>
            </a:p>
            <a:p>
              <a:pPr algn="ctr"/>
              <a:r>
                <a:rPr lang="en-US" sz="900" dirty="0">
                  <a:solidFill>
                    <a:schemeClr val="accent1"/>
                  </a:solidFill>
                  <a:latin typeface="Palatino Linotype" panose="02040502050505030304" pitchFamily="18" charset="0"/>
                </a:rPr>
                <a:t>Non-GAAP Net Income</a:t>
              </a:r>
            </a:p>
          </p:txBody>
        </p:sp>
        <p:sp>
          <p:nvSpPr>
            <p:cNvPr id="1065" name="Rectangle 1064">
              <a:extLst>
                <a:ext uri="{FF2B5EF4-FFF2-40B4-BE49-F238E27FC236}">
                  <a16:creationId xmlns:a16="http://schemas.microsoft.com/office/drawing/2014/main" id="{017AD4F8-FE8A-7617-5AE2-09F17ADE445C}"/>
                </a:ext>
              </a:extLst>
            </p:cNvPr>
            <p:cNvSpPr/>
            <p:nvPr/>
          </p:nvSpPr>
          <p:spPr>
            <a:xfrm>
              <a:off x="6291373" y="3215959"/>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00B050"/>
                  </a:solidFill>
                  <a:latin typeface="Palatino Linotype" panose="02040502050505030304" pitchFamily="18" charset="0"/>
                </a:rPr>
                <a:t>15.9%</a:t>
              </a:r>
            </a:p>
          </p:txBody>
        </p:sp>
        <p:sp>
          <p:nvSpPr>
            <p:cNvPr id="1066" name="Isosceles Triangle 1065">
              <a:extLst>
                <a:ext uri="{FF2B5EF4-FFF2-40B4-BE49-F238E27FC236}">
                  <a16:creationId xmlns:a16="http://schemas.microsoft.com/office/drawing/2014/main" id="{15EF89E2-5BE1-CF80-BC94-91DC757835B2}"/>
                </a:ext>
              </a:extLst>
            </p:cNvPr>
            <p:cNvSpPr/>
            <p:nvPr/>
          </p:nvSpPr>
          <p:spPr>
            <a:xfrm rot="5400000">
              <a:off x="5922593"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7" name="Isosceles Triangle 1066">
              <a:extLst>
                <a:ext uri="{FF2B5EF4-FFF2-40B4-BE49-F238E27FC236}">
                  <a16:creationId xmlns:a16="http://schemas.microsoft.com/office/drawing/2014/main" id="{FBACFD52-D724-EC87-9191-2CFA1E3A2007}"/>
                </a:ext>
              </a:extLst>
            </p:cNvPr>
            <p:cNvSpPr/>
            <p:nvPr/>
          </p:nvSpPr>
          <p:spPr>
            <a:xfrm rot="5400000">
              <a:off x="7049097"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1071" name="Group 1070">
            <a:extLst>
              <a:ext uri="{FF2B5EF4-FFF2-40B4-BE49-F238E27FC236}">
                <a16:creationId xmlns:a16="http://schemas.microsoft.com/office/drawing/2014/main" id="{E61D6DEC-94C1-696C-BF93-77F67A8BEEE4}"/>
              </a:ext>
            </a:extLst>
          </p:cNvPr>
          <p:cNvGrpSpPr/>
          <p:nvPr/>
        </p:nvGrpSpPr>
        <p:grpSpPr>
          <a:xfrm>
            <a:off x="4696070" y="4161281"/>
            <a:ext cx="4121148" cy="1056432"/>
            <a:chOff x="4649224" y="1951418"/>
            <a:chExt cx="4140000" cy="877380"/>
          </a:xfrm>
        </p:grpSpPr>
        <p:sp>
          <p:nvSpPr>
            <p:cNvPr id="1072" name="Freeform 7">
              <a:extLst>
                <a:ext uri="{FF2B5EF4-FFF2-40B4-BE49-F238E27FC236}">
                  <a16:creationId xmlns:a16="http://schemas.microsoft.com/office/drawing/2014/main" id="{3C6A5F6D-C8B8-C4D9-95DF-9363709B95A0}"/>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73" name="TextBox 1072">
              <a:extLst>
                <a:ext uri="{FF2B5EF4-FFF2-40B4-BE49-F238E27FC236}">
                  <a16:creationId xmlns:a16="http://schemas.microsoft.com/office/drawing/2014/main" id="{7DE337D3-2D2C-D032-7AD5-9C7AC5815146}"/>
                </a:ext>
              </a:extLst>
            </p:cNvPr>
            <p:cNvSpPr txBox="1"/>
            <p:nvPr/>
          </p:nvSpPr>
          <p:spPr>
            <a:xfrm>
              <a:off x="4758776" y="2342287"/>
              <a:ext cx="3920896" cy="210880"/>
            </a:xfrm>
            <a:prstGeom prst="rect">
              <a:avLst/>
            </a:prstGeom>
            <a:noFill/>
          </p:spPr>
          <p:txBody>
            <a:bodyPr wrap="square" rtlCol="0" anchor="ctr">
              <a:spAutoFit/>
            </a:bodyPr>
            <a:lstStyle/>
            <a:p>
              <a:pPr algn="just"/>
              <a:r>
                <a:rPr lang="en-US" sz="1050" i="1" dirty="0">
                  <a:latin typeface="Palatino Linotype" panose="02040502050505030304" pitchFamily="18" charset="0"/>
                </a:rPr>
                <a:t>“We continue to focus on our three strategic priorities: expanding our competitive advantage, driving total revenue growth and achieving operational excellence”</a:t>
              </a:r>
            </a:p>
          </p:txBody>
        </p:sp>
        <p:sp>
          <p:nvSpPr>
            <p:cNvPr id="1074" name="TextBox 1073">
              <a:extLst>
                <a:ext uri="{FF2B5EF4-FFF2-40B4-BE49-F238E27FC236}">
                  <a16:creationId xmlns:a16="http://schemas.microsoft.com/office/drawing/2014/main" id="{BAF59BD9-CEF3-DD89-09ED-5F94076E1259}"/>
                </a:ext>
              </a:extLst>
            </p:cNvPr>
            <p:cNvSpPr txBox="1"/>
            <p:nvPr/>
          </p:nvSpPr>
          <p:spPr>
            <a:xfrm>
              <a:off x="4758776" y="1951418"/>
              <a:ext cx="3920896" cy="226271"/>
            </a:xfrm>
            <a:prstGeom prst="rect">
              <a:avLst/>
            </a:prstGeom>
            <a:noFill/>
          </p:spPr>
          <p:txBody>
            <a:bodyPr wrap="square" rtlCol="0" anchor="ctr">
              <a:spAutoFit/>
            </a:bodyPr>
            <a:lstStyle/>
            <a:p>
              <a:pPr algn="just">
                <a:lnSpc>
                  <a:spcPct val="119000"/>
                </a:lnSpc>
                <a:spcBef>
                  <a:spcPts val="100"/>
                </a:spcBef>
                <a:spcAft>
                  <a:spcPts val="100"/>
                </a:spcAft>
              </a:pPr>
              <a:r>
                <a:rPr lang="en-US" sz="1050" b="1" u="sng" dirty="0">
                  <a:latin typeface="Palatino Linotype" panose="02040502050505030304" pitchFamily="18" charset="0"/>
                </a:rPr>
                <a:t>Ayman Antoun – CEO</a:t>
              </a:r>
            </a:p>
          </p:txBody>
        </p:sp>
      </p:grpSp>
      <p:grpSp>
        <p:nvGrpSpPr>
          <p:cNvPr id="1087" name="Group 1086">
            <a:extLst>
              <a:ext uri="{FF2B5EF4-FFF2-40B4-BE49-F238E27FC236}">
                <a16:creationId xmlns:a16="http://schemas.microsoft.com/office/drawing/2014/main" id="{877CAD62-1E81-DC1F-ED73-334CE8C7F381}"/>
              </a:ext>
            </a:extLst>
          </p:cNvPr>
          <p:cNvGrpSpPr/>
          <p:nvPr/>
        </p:nvGrpSpPr>
        <p:grpSpPr>
          <a:xfrm>
            <a:off x="4649222" y="5227514"/>
            <a:ext cx="4140002" cy="1081434"/>
            <a:chOff x="4649224" y="1930653"/>
            <a:chExt cx="4140000" cy="898145"/>
          </a:xfrm>
        </p:grpSpPr>
        <p:sp>
          <p:nvSpPr>
            <p:cNvPr id="1088" name="Freeform 7">
              <a:extLst>
                <a:ext uri="{FF2B5EF4-FFF2-40B4-BE49-F238E27FC236}">
                  <a16:creationId xmlns:a16="http://schemas.microsoft.com/office/drawing/2014/main" id="{15D904C5-E698-2DB8-5633-69E3BF69082A}"/>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89" name="TextBox 1088">
              <a:extLst>
                <a:ext uri="{FF2B5EF4-FFF2-40B4-BE49-F238E27FC236}">
                  <a16:creationId xmlns:a16="http://schemas.microsoft.com/office/drawing/2014/main" id="{5E1CEA0A-73D5-DB5B-D64B-AA54AC232116}"/>
                </a:ext>
              </a:extLst>
            </p:cNvPr>
            <p:cNvSpPr txBox="1"/>
            <p:nvPr/>
          </p:nvSpPr>
          <p:spPr>
            <a:xfrm>
              <a:off x="4758776" y="2354816"/>
              <a:ext cx="3920896" cy="210881"/>
            </a:xfrm>
            <a:prstGeom prst="rect">
              <a:avLst/>
            </a:prstGeom>
            <a:noFill/>
          </p:spPr>
          <p:txBody>
            <a:bodyPr wrap="square" rtlCol="0" anchor="ctr">
              <a:spAutoFit/>
            </a:bodyPr>
            <a:lstStyle/>
            <a:p>
              <a:pPr algn="just"/>
              <a:r>
                <a:rPr lang="en-US" sz="1050" i="1" dirty="0">
                  <a:latin typeface="Palatino Linotype" panose="02040502050505030304" pitchFamily="18" charset="0"/>
                </a:rPr>
                <a:t>“We are advancing our AI-first Information Management offerings, well positioned for Agentic AI, while redeploying capital from non-core assets toward our core business”</a:t>
              </a:r>
            </a:p>
          </p:txBody>
        </p:sp>
        <p:sp>
          <p:nvSpPr>
            <p:cNvPr id="1090" name="TextBox 1089">
              <a:extLst>
                <a:ext uri="{FF2B5EF4-FFF2-40B4-BE49-F238E27FC236}">
                  <a16:creationId xmlns:a16="http://schemas.microsoft.com/office/drawing/2014/main" id="{ECC69798-7E1E-627A-CB7B-1ED86EEC6132}"/>
                </a:ext>
              </a:extLst>
            </p:cNvPr>
            <p:cNvSpPr txBox="1"/>
            <p:nvPr/>
          </p:nvSpPr>
          <p:spPr>
            <a:xfrm>
              <a:off x="4758776" y="1930653"/>
              <a:ext cx="3920896" cy="233353"/>
            </a:xfrm>
            <a:prstGeom prst="rect">
              <a:avLst/>
            </a:prstGeom>
            <a:noFill/>
          </p:spPr>
          <p:txBody>
            <a:bodyPr wrap="square" rtlCol="0" anchor="ctr">
              <a:spAutoFit/>
            </a:bodyPr>
            <a:lstStyle/>
            <a:p>
              <a:pPr algn="just">
                <a:lnSpc>
                  <a:spcPct val="119000"/>
                </a:lnSpc>
                <a:spcBef>
                  <a:spcPts val="100"/>
                </a:spcBef>
                <a:spcAft>
                  <a:spcPts val="100"/>
                </a:spcAft>
              </a:pPr>
              <a:r>
                <a:rPr lang="en-US" sz="1100" b="1" u="sng" dirty="0">
                  <a:latin typeface="Palatino Linotype" panose="02040502050505030304" pitchFamily="18" charset="0"/>
                </a:rPr>
                <a:t>Open Text Corporation – Management</a:t>
              </a:r>
            </a:p>
          </p:txBody>
        </p:sp>
      </p:grpSp>
      <p:sp>
        <p:nvSpPr>
          <p:cNvPr id="1112" name="Rectangle 1111">
            <a:extLst>
              <a:ext uri="{FF2B5EF4-FFF2-40B4-BE49-F238E27FC236}">
                <a16:creationId xmlns:a16="http://schemas.microsoft.com/office/drawing/2014/main" id="{1A4517D6-DBB5-A9F5-D1FE-FC647C20410D}"/>
              </a:ext>
            </a:extLst>
          </p:cNvPr>
          <p:cNvSpPr/>
          <p:nvPr/>
        </p:nvSpPr>
        <p:spPr>
          <a:xfrm>
            <a:off x="324000" y="5688544"/>
            <a:ext cx="4140000" cy="574799"/>
          </a:xfrm>
          <a:prstGeom prst="rect">
            <a:avLst/>
          </a:prstGeom>
          <a:solidFill>
            <a:srgbClr val="EEE7DA">
              <a:alpha val="45098"/>
            </a:srgbClr>
          </a:solidFill>
          <a:ln w="12700" cap="flat" cmpd="sng" algn="ctr">
            <a:solidFill>
              <a:schemeClr val="accent4"/>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u="none" strike="noStrike" kern="0" cap="none" spc="0" normalizeH="0" baseline="0" noProof="0" dirty="0">
                <a:ln>
                  <a:noFill/>
                </a:ln>
                <a:solidFill>
                  <a:schemeClr val="accent4"/>
                </a:solidFill>
                <a:effectLst/>
                <a:uLnTx/>
                <a:uFillTx/>
                <a:latin typeface="Palatino Linotype" panose="02040502050505030304" pitchFamily="18" charset="0"/>
                <a:ea typeface="+mn-ea"/>
                <a:cs typeface="+mn-cs"/>
              </a:rPr>
              <a:t>OpenText delivered Q3 2026 revenue of $1,283MM, up 2.2%, with Adj. EBITDA up 10.8% to $438MM, ahead of consensus</a:t>
            </a:r>
          </a:p>
        </p:txBody>
      </p:sp>
      <p:sp>
        <p:nvSpPr>
          <p:cNvPr id="7" name="TextBox 6">
            <a:extLst>
              <a:ext uri="{FF2B5EF4-FFF2-40B4-BE49-F238E27FC236}">
                <a16:creationId xmlns:a16="http://schemas.microsoft.com/office/drawing/2014/main" id="{2623FF35-4715-4CE5-E397-C3A417A1C9F6}"/>
              </a:ext>
            </a:extLst>
          </p:cNvPr>
          <p:cNvSpPr txBox="1">
            <a:spLocks/>
          </p:cNvSpPr>
          <p:nvPr/>
        </p:nvSpPr>
        <p:spPr>
          <a:xfrm>
            <a:off x="342899" y="1345241"/>
            <a:ext cx="4121102" cy="253916"/>
          </a:xfrm>
          <a:prstGeom prst="rect">
            <a:avLst/>
          </a:prstGeom>
          <a:noFill/>
        </p:spPr>
        <p:txBody>
          <a:bodyPr wrap="square" lIns="0" rIns="0" rtlCol="0">
            <a:normAutofit/>
          </a:bodyPr>
          <a:lstStyle/>
          <a:p>
            <a:pPr marL="180975" indent="-180975">
              <a:spcBef>
                <a:spcPts val="100"/>
              </a:spcBef>
              <a:spcAft>
                <a:spcPts val="100"/>
              </a:spcAft>
              <a:buSzPct val="100000"/>
              <a:buFont typeface="Wingdings" panose="05000000000000000000" pitchFamily="2" charset="2"/>
              <a:buChar char="§"/>
            </a:pPr>
            <a:r>
              <a:rPr sz="1050" b="0">
                <a:latin typeface="Palatino Linotype"/>
              </a:rPr>
              <a:t>Effective April 20, 2026, Ayman Antoun was appointed Chief Executive Officer, succeeding James McGourlay, who served as Interim CEO and was named President and Chief Client Officer</a:t>
            </a:r>
            <a:endParaRPr lang="en-US" sz="1050" dirty="0">
              <a:latin typeface="Palatino Linotype" panose="02040502050505030304" pitchFamily="18" charset="0"/>
            </a:endParaRPr>
          </a:p>
          <a:p>
            <a:pPr marL="180975" indent="-180975">
              <a:spcBef>
                <a:spcPts val="100"/>
              </a:spcBef>
              <a:spcAft>
                <a:spcPts val="100"/>
              </a:spcAft>
              <a:buSzPct val="100000"/>
              <a:buFont typeface="Wingdings" panose="05000000000000000000" pitchFamily="2" charset="2"/>
              <a:buChar char="§"/>
            </a:pPr>
            <a:r>
              <a:rPr sz="1050" b="0">
                <a:latin typeface="Palatino Linotype"/>
              </a:rPr>
              <a:t>Enterprise cloud bookings reached $196MM, up from $151MM a year ago, with 41 cloud services contracts greater than $1MM closing in the quarter</a:t>
            </a:r>
          </a:p>
          <a:p>
            <a:pPr marL="180975" indent="-180975">
              <a:spcBef>
                <a:spcPts val="100"/>
              </a:spcBef>
              <a:spcAft>
                <a:spcPts val="100"/>
              </a:spcAft>
              <a:buSzPct val="100000"/>
              <a:buFont typeface="Wingdings" panose="05000000000000000000" pitchFamily="2" charset="2"/>
              <a:buChar char="§"/>
            </a:pPr>
            <a:r>
              <a:rPr sz="1050" b="0">
                <a:latin typeface="Palatino Linotype"/>
              </a:rPr>
              <a:t>On February 2, 2026 the Company agreed to divest Vertica to Rocket Software for $150MM, with proceeds earmarked to reduce debt; closing is expected in Fiscal 2026</a:t>
            </a:r>
          </a:p>
          <a:p>
            <a:pPr marL="180975" indent="-180975">
              <a:spcBef>
                <a:spcPts val="100"/>
              </a:spcBef>
              <a:spcAft>
                <a:spcPts val="100"/>
              </a:spcAft>
              <a:buSzPct val="100000"/>
              <a:buFont typeface="Wingdings" panose="05000000000000000000" pitchFamily="2" charset="2"/>
              <a:buChar char="§"/>
            </a:pPr>
            <a:r>
              <a:rPr sz="1050" b="0">
                <a:latin typeface="Palatino Linotype"/>
              </a:rPr>
              <a:t>The Company completed the eDOCS divestiture to NetDocuments on January 12, 2026 for $163MM, applying proceeds to prepay the Acquisition Term Loan</a:t>
            </a:r>
          </a:p>
          <a:p>
            <a:pPr marL="180975" indent="-180975">
              <a:spcBef>
                <a:spcPts val="100"/>
              </a:spcBef>
              <a:spcAft>
                <a:spcPts val="100"/>
              </a:spcAft>
              <a:buSzPct val="100000"/>
              <a:buFont typeface="Wingdings" panose="05000000000000000000" pitchFamily="2" charset="2"/>
              <a:buChar char="§"/>
            </a:pPr>
            <a:r>
              <a:rPr sz="1050" b="0">
                <a:latin typeface="Palatino Linotype"/>
              </a:rPr>
              <a:t>The Company repurchased and cancelled 9.7MM common shares for $252MM, well above the prior-year quarter</a:t>
            </a:r>
          </a:p>
          <a:p>
            <a:pPr marL="180975" indent="-180975">
              <a:spcBef>
                <a:spcPts val="100"/>
              </a:spcBef>
              <a:spcAft>
                <a:spcPts val="100"/>
              </a:spcAft>
              <a:buSzPct val="100000"/>
              <a:buFont typeface="Wingdings" panose="05000000000000000000" pitchFamily="2" charset="2"/>
              <a:buChar char="§"/>
            </a:pPr>
            <a:r>
              <a:rPr sz="1050" b="0">
                <a:latin typeface="Palatino Linotype"/>
              </a:rPr>
              <a:t>On May 7, 2026 Management raised its full-year Fiscal 2026 outlook for cloud revenue, free cash flow and enterprise cloud bookings growth</a:t>
            </a:r>
          </a:p>
        </p:txBody>
      </p:sp>
      <p:cxnSp>
        <p:nvCxnSpPr>
          <p:cNvPr id="14" name="Straight Connector 13">
            <a:extLst>
              <a:ext uri="{FF2B5EF4-FFF2-40B4-BE49-F238E27FC236}">
                <a16:creationId xmlns:a16="http://schemas.microsoft.com/office/drawing/2014/main" id="{6C6A4182-FCE2-684A-4D1D-AC6D624AB3AC}"/>
              </a:ext>
            </a:extLst>
          </p:cNvPr>
          <p:cNvCxnSpPr>
            <a:cxnSpLocks/>
          </p:cNvCxnSpPr>
          <p:nvPr/>
        </p:nvCxnSpPr>
        <p:spPr>
          <a:xfrm>
            <a:off x="4688656" y="2721473"/>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E108F5F-56FB-953D-D16B-77BE0B5E2BAF}"/>
              </a:ext>
            </a:extLst>
          </p:cNvPr>
          <p:cNvCxnSpPr>
            <a:cxnSpLocks/>
          </p:cNvCxnSpPr>
          <p:nvPr/>
        </p:nvCxnSpPr>
        <p:spPr>
          <a:xfrm>
            <a:off x="4688656" y="2180880"/>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633D496-3DE0-FF38-489D-15611785C247}"/>
              </a:ext>
            </a:extLst>
          </p:cNvPr>
          <p:cNvSpPr/>
          <p:nvPr/>
        </p:nvSpPr>
        <p:spPr>
          <a:xfrm>
            <a:off x="4681219" y="1363749"/>
            <a:ext cx="1322344" cy="257534"/>
          </a:xfrm>
          <a:prstGeom prst="rect">
            <a:avLst/>
          </a:prstGeom>
          <a:solidFill>
            <a:schemeClr val="accent2"/>
          </a:solidFill>
          <a:ln w="12700" cap="flat" cmpd="sng" algn="ctr">
            <a:noFill/>
            <a:prstDash val="solid"/>
            <a:miter lim="800000"/>
          </a:ln>
          <a:effectLst/>
        </p:spPr>
        <p:txBody>
          <a:bodyPr rtlCol="0" anchor="ctr"/>
          <a:lstStyle/>
          <a:p>
            <a:pPr algn="ctr"/>
            <a:r>
              <a:rPr lang="en-US" sz="1200" b="1" kern="0" dirty="0">
                <a:solidFill>
                  <a:prstClr val="white"/>
                </a:solidFill>
                <a:latin typeface="Palatino Linotype" panose="02040502050505030304" pitchFamily="18" charset="0"/>
              </a:rPr>
              <a:t>Q3 2025</a:t>
            </a:r>
            <a:endParaRPr lang="en-CA" sz="1200" b="1" kern="0" dirty="0">
              <a:solidFill>
                <a:prstClr val="white"/>
              </a:solidFill>
              <a:latin typeface="Palatino Linotype" panose="02040502050505030304" pitchFamily="18" charset="0"/>
            </a:endParaRPr>
          </a:p>
        </p:txBody>
      </p:sp>
      <p:sp>
        <p:nvSpPr>
          <p:cNvPr id="22" name="Rectangle 21">
            <a:extLst>
              <a:ext uri="{FF2B5EF4-FFF2-40B4-BE49-F238E27FC236}">
                <a16:creationId xmlns:a16="http://schemas.microsoft.com/office/drawing/2014/main" id="{F369E056-B85F-2E8B-B0CF-B3F78EBA4438}"/>
              </a:ext>
            </a:extLst>
          </p:cNvPr>
          <p:cNvSpPr/>
          <p:nvPr/>
        </p:nvSpPr>
        <p:spPr>
          <a:xfrm>
            <a:off x="7498875" y="1363749"/>
            <a:ext cx="1322344" cy="257534"/>
          </a:xfrm>
          <a:prstGeom prst="rect">
            <a:avLst/>
          </a:prstGeom>
          <a:solidFill>
            <a:schemeClr val="accent2"/>
          </a:solidFill>
          <a:ln w="12700" cap="flat" cmpd="sng" algn="ctr">
            <a:noFill/>
            <a:prstDash val="solid"/>
            <a:miter lim="800000"/>
          </a:ln>
          <a:effectLst/>
        </p:spPr>
        <p:txBody>
          <a:bodyPr rtlCol="0" anchor="ctr"/>
          <a:lstStyle/>
          <a:p>
            <a:pPr algn="ctr"/>
            <a:r>
              <a:rPr lang="en-US" sz="1200" b="1" kern="0" dirty="0">
                <a:solidFill>
                  <a:prstClr val="white"/>
                </a:solidFill>
                <a:latin typeface="Palatino Linotype" panose="02040502050505030304" pitchFamily="18" charset="0"/>
              </a:rPr>
              <a:t>Q3 2026</a:t>
            </a:r>
            <a:endParaRPr lang="en-CA" sz="1200" b="1" kern="0" dirty="0">
              <a:solidFill>
                <a:prstClr val="white"/>
              </a:solidFill>
              <a:latin typeface="Palatino Linotype" panose="02040502050505030304" pitchFamily="18" charset="0"/>
            </a:endParaRPr>
          </a:p>
        </p:txBody>
      </p:sp>
      <p:sp>
        <p:nvSpPr>
          <p:cNvPr id="23" name="Rectangle 22">
            <a:extLst>
              <a:ext uri="{FF2B5EF4-FFF2-40B4-BE49-F238E27FC236}">
                <a16:creationId xmlns:a16="http://schemas.microsoft.com/office/drawing/2014/main" id="{D95E6DF1-251B-AC0B-2E4B-3F7CF168C46D}"/>
              </a:ext>
            </a:extLst>
          </p:cNvPr>
          <p:cNvSpPr/>
          <p:nvPr/>
        </p:nvSpPr>
        <p:spPr>
          <a:xfrm>
            <a:off x="6090047" y="1363749"/>
            <a:ext cx="1322344" cy="257534"/>
          </a:xfrm>
          <a:prstGeom prst="rect">
            <a:avLst/>
          </a:prstGeom>
          <a:solidFill>
            <a:schemeClr val="accent2"/>
          </a:solidFill>
          <a:ln w="12700" cap="flat" cmpd="sng" algn="ctr">
            <a:noFill/>
            <a:prstDash val="solid"/>
            <a:miter lim="800000"/>
          </a:ln>
          <a:effectLst/>
        </p:spPr>
        <p:txBody>
          <a:bodyPr rtlCol="0" anchor="ctr"/>
          <a:lstStyle/>
          <a:p>
            <a:pPr algn="ctr"/>
            <a:r>
              <a:rPr lang="en-US" sz="1200" b="1" kern="0" dirty="0">
                <a:solidFill>
                  <a:prstClr val="white"/>
                </a:solidFill>
                <a:latin typeface="Palatino Linotype" panose="02040502050505030304" pitchFamily="18" charset="0"/>
              </a:rPr>
              <a:t>Variance</a:t>
            </a:r>
            <a:endParaRPr lang="en-CA" sz="1200" b="1" kern="0" dirty="0">
              <a:solidFill>
                <a:prstClr val="white"/>
              </a:solidFill>
              <a:latin typeface="Palatino Linotype" panose="02040502050505030304" pitchFamily="18" charset="0"/>
            </a:endParaRPr>
          </a:p>
        </p:txBody>
      </p:sp>
    </p:spTree>
    <p:extLst>
      <p:ext uri="{BB962C8B-B14F-4D97-AF65-F5344CB8AC3E}">
        <p14:creationId xmlns:p14="http://schemas.microsoft.com/office/powerpoint/2010/main" val="4127311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Disclaimer</a:t>
            </a:r>
            <a:endParaRPr lang="en-CA" sz="2200" dirty="0"/>
          </a:p>
        </p:txBody>
      </p:sp>
      <p:sp>
        <p:nvSpPr>
          <p:cNvPr id="6" name="Slide Number Placeholder 1">
            <a:extLst>
              <a:ext uri="{FF2B5EF4-FFF2-40B4-BE49-F238E27FC236}">
                <a16:creationId xmlns:a16="http://schemas.microsoft.com/office/drawing/2014/main" id="{25E521DA-3961-4266-8E9E-CA1B875B70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CA"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45528576-AE45-E97C-EBC1-B75BE9D4E42A}"/>
              </a:ext>
            </a:extLst>
          </p:cNvPr>
          <p:cNvSpPr>
            <a:spLocks noGrp="1"/>
          </p:cNvSpPr>
          <p:nvPr>
            <p:ph type="body" sz="quarter" idx="13"/>
          </p:nvPr>
        </p:nvSpPr>
        <p:spPr/>
        <p:txBody>
          <a:bodyPr/>
          <a:lstStyle/>
          <a:p>
            <a:endParaRPr lang="en-US"/>
          </a:p>
        </p:txBody>
      </p:sp>
      <p:sp>
        <p:nvSpPr>
          <p:cNvPr id="5" name="TextBox 4"/>
          <p:cNvSpPr txBox="1"/>
          <p:nvPr/>
        </p:nvSpPr>
        <p:spPr>
          <a:xfrm>
            <a:off x="324000" y="1023670"/>
            <a:ext cx="8496000" cy="2296160"/>
          </a:xfrm>
          <a:prstGeom prst="rect">
            <a:avLst/>
          </a:prstGeom>
          <a:noFill/>
        </p:spPr>
        <p:txBody>
          <a:bodyPr wrap="square" lIns="36000" tIns="36000" rIns="36000" bIns="36000" rtlCol="0">
            <a:noAutofit/>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These materials are confidential and proprietary to, and may not be reproduced, disseminated or referred to, in whole or in part without the prior consent of INFOR Financial Inc. (“INFOR Financial”). These materials have been prepared exclusively for the INFOR Financial client or potential client to which such materials are delivered and may not be used for any purpose other than as authorized in writing by INFOR Financial. INFOR Financial assumes no responsibility for verification of the information in these materials, and no representation or warranty is made as to the accuracy or completeness of such information. INFOR Financial assumes no obligation to correct or update these materials. These materials do not contain all information that may be required to evaluate, and do not constitute a recommendation with respect to, any transaction or matter. Any recipient of these materials should conduct its own independent analysis of the matters referred to herein. </a:t>
            </a:r>
          </a:p>
          <a:p>
            <a:pPr marL="0" marR="0" lvl="0" indent="0" algn="just" defTabSz="914400" rtl="0" eaLnBrk="1" fontAlgn="auto" latinLnBrk="0" hangingPunct="1">
              <a:lnSpc>
                <a:spcPct val="150000"/>
              </a:lnSpc>
              <a:spcBef>
                <a:spcPts val="0"/>
              </a:spcBef>
              <a:spcAft>
                <a:spcPts val="120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 Financial does not provide tax or legal advice. Any discussion of tax matters in these materials (i) is not intended to be used, and cannot be used or relied upon, for the purposes of avoiding any tax penalties and (ii) may have been written in connection with the “promotion or marketing” of the transaction or matter described herein. Accordingly, the recipient should seek advice based on its particular circumstances from an independent tax advisor. </a:t>
            </a:r>
          </a:p>
        </p:txBody>
      </p:sp>
    </p:spTree>
    <p:custDataLst>
      <p:tags r:id="rId1"/>
    </p:custDataLst>
    <p:extLst>
      <p:ext uri="{BB962C8B-B14F-4D97-AF65-F5344CB8AC3E}">
        <p14:creationId xmlns:p14="http://schemas.microsoft.com/office/powerpoint/2010/main" val="3552526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CA" dirty="0"/>
              <a:t>Contact </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srgbClr val="0E213F"/>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CA" sz="1200" b="0" i="0" u="none" strike="noStrike" kern="1200" cap="none" spc="0" normalizeH="0" baseline="0" noProof="0" dirty="0">
              <a:ln>
                <a:noFill/>
              </a:ln>
              <a:solidFill>
                <a:srgbClr val="0E213F"/>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E21B5470-253D-5853-D8CD-FA4A9CE09688}"/>
              </a:ext>
            </a:extLst>
          </p:cNvPr>
          <p:cNvSpPr>
            <a:spLocks noGrp="1"/>
          </p:cNvSpPr>
          <p:nvPr>
            <p:ph type="body" sz="quarter" idx="13"/>
          </p:nvPr>
        </p:nvSpPr>
        <p:spPr/>
        <p:txBody>
          <a:bodyPr/>
          <a:lstStyle/>
          <a:p>
            <a:endParaRPr lang="en-US"/>
          </a:p>
        </p:txBody>
      </p:sp>
      <p:graphicFrame>
        <p:nvGraphicFramePr>
          <p:cNvPr id="8" name="Table 7"/>
          <p:cNvGraphicFramePr>
            <a:graphicFrameLocks noGrp="1"/>
          </p:cNvGraphicFramePr>
          <p:nvPr/>
        </p:nvGraphicFramePr>
        <p:xfrm>
          <a:off x="1586096"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Neil Selfe,</a:t>
                      </a:r>
                      <a:r>
                        <a:rPr lang="en-CA" sz="1200" baseline="0" dirty="0">
                          <a:latin typeface="Palatino Linotype" panose="02040502050505030304" pitchFamily="18" charset="0"/>
                        </a:rPr>
                        <a:t> Managing Principal</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(416) 560-5551</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nselfe@inforfg.com</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2772000" y="1957287"/>
          <a:ext cx="3600000" cy="70104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tblGrid>
              <a:tr h="43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000" b="0" dirty="0">
                          <a:solidFill>
                            <a:schemeClr val="tx1"/>
                          </a:solidFill>
                          <a:latin typeface="Palatino Linotype" panose="02040502050505030304" pitchFamily="18" charset="0"/>
                        </a:rPr>
                        <a:t>200 Bay</a:t>
                      </a:r>
                      <a:r>
                        <a:rPr lang="en-CA" sz="1000" b="0" baseline="0" dirty="0">
                          <a:solidFill>
                            <a:schemeClr val="tx1"/>
                          </a:solidFill>
                          <a:latin typeface="Palatino Linotype" panose="02040502050505030304" pitchFamily="18" charset="0"/>
                        </a:rPr>
                        <a:t> Street, Suite 2350</a:t>
                      </a:r>
                      <a:endParaRPr lang="en-CA" sz="1000" b="0" dirty="0">
                        <a:solidFill>
                          <a:schemeClr val="tx1"/>
                        </a:solidFill>
                        <a:latin typeface="Palatino Linotype" panose="02040502050505030304" pitchFamily="18" charset="0"/>
                      </a:endParaRPr>
                    </a:p>
                    <a:p>
                      <a:pPr algn="ctr"/>
                      <a:r>
                        <a:rPr lang="en-CA" sz="1000" b="0" baseline="0" dirty="0">
                          <a:solidFill>
                            <a:schemeClr val="tx1"/>
                          </a:solidFill>
                          <a:latin typeface="Palatino Linotype" panose="02040502050505030304" pitchFamily="18" charset="0"/>
                        </a:rPr>
                        <a:t> Toronto, Ontario</a:t>
                      </a:r>
                    </a:p>
                    <a:p>
                      <a:pPr algn="ctr"/>
                      <a:r>
                        <a:rPr lang="en-CA" sz="1000" b="0" baseline="0" dirty="0">
                          <a:solidFill>
                            <a:schemeClr val="tx1"/>
                          </a:solidFill>
                          <a:latin typeface="Palatino Linotype" panose="02040502050505030304" pitchFamily="18" charset="0"/>
                        </a:rPr>
                        <a:t>Canada</a:t>
                      </a:r>
                    </a:p>
                    <a:p>
                      <a:pPr algn="ctr"/>
                      <a:r>
                        <a:rPr lang="en-CA" sz="1000" b="0" baseline="0" dirty="0">
                          <a:solidFill>
                            <a:schemeClr val="tx1"/>
                          </a:solidFill>
                          <a:latin typeface="Palatino Linotype" panose="02040502050505030304" pitchFamily="18" charset="0"/>
                        </a:rPr>
                        <a:t>M5J 2J2</a:t>
                      </a:r>
                    </a:p>
                  </a:txBody>
                  <a:tcPr anchor="ctr">
                    <a:no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39143466"/>
              </p:ext>
            </p:extLst>
          </p:nvPr>
        </p:nvGraphicFramePr>
        <p:xfrm>
          <a:off x="4683540"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735964480"/>
              </p:ext>
            </p:extLst>
          </p:nvPr>
        </p:nvGraphicFramePr>
        <p:xfrm>
          <a:off x="4683540"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8CD15C93-32F7-46B1-AF13-51A761CECBB9}"/>
              </a:ext>
            </a:extLst>
          </p:cNvPr>
          <p:cNvGraphicFramePr>
            <a:graphicFrameLocks noGrp="1"/>
          </p:cNvGraphicFramePr>
          <p:nvPr>
            <p:extLst>
              <p:ext uri="{D42A27DB-BD31-4B8C-83A1-F6EECF244321}">
                <p14:modId xmlns:p14="http://schemas.microsoft.com/office/powerpoint/2010/main" val="2469579282"/>
              </p:ext>
            </p:extLst>
          </p:nvPr>
        </p:nvGraphicFramePr>
        <p:xfrm>
          <a:off x="1586096"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pic>
        <p:nvPicPr>
          <p:cNvPr id="16" name="Picture 15">
            <a:extLst>
              <a:ext uri="{FF2B5EF4-FFF2-40B4-BE49-F238E27FC236}">
                <a16:creationId xmlns:a16="http://schemas.microsoft.com/office/drawing/2014/main" id="{09784AAF-10B1-4C90-8D99-3A9F1617039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12408" y="1334432"/>
            <a:ext cx="2319185" cy="542724"/>
          </a:xfrm>
          <a:prstGeom prst="rect">
            <a:avLst/>
          </a:prstGeom>
        </p:spPr>
      </p:pic>
    </p:spTree>
    <p:custDataLst>
      <p:tags r:id="rId1"/>
    </p:custDataLst>
    <p:extLst>
      <p:ext uri="{BB962C8B-B14F-4D97-AF65-F5344CB8AC3E}">
        <p14:creationId xmlns:p14="http://schemas.microsoft.com/office/powerpoint/2010/main" val="25089274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MM_STAMP_CONVERTED" val="True"/>
  <p:tag name="MM_SECTION_CONVERTED" val="True"/>
  <p:tag name="DH_TOC_SUBSECTIONS" val="0"/>
  <p:tag name="DH_AGENDA_COLLAPSE" val="1"/>
  <p:tag name="DH_AGENDA_OMIT" val="0"/>
  <p:tag name="DH_AGENDA_SKIP"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8d38a7.pptx]]&gt;&lt;/Source&gt;&lt;SourceModified&gt;2026-04-20 17:37:52&lt;/SourceModified&gt;&lt;ParentId&gt;&lt;/ParentId&gt;&lt;LinkId&gt;b77aefcb5f13e4a8&lt;/LinkId&gt;&lt;FriendlyName&gt;&lt;/FriendlyName&gt;&lt;Type&gt;10&lt;/Type&gt;&lt;Address&gt;&lt;/Address&gt;&lt;LastUpdate&gt;2026-04-20 14:22:49&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8d38a7.pptx]]&gt;&lt;/ContentPath&gt;&lt;ContentType&gt;1&lt;/ContentType&gt;&lt;ContentId&gt;b77aefcb5f13e4a8&lt;/ContentId&gt;&lt;Title&gt;Company Overview&lt;/Title&gt;&lt;CurrentVersion&gt;2&lt;/CurrentVersion&gt;&lt;IgnoredVersion /&gt;&lt;KeepSrcFormatting&gt;True&lt;/KeepSrcFormatting&gt;&lt;ModifiedAt&gt;2026-04-20 18:22:48&lt;/ModifiedAt&gt;&lt;ModifiedBy&gt;Joey Shaw&lt;/ModifiedBy&gt;&lt;/LibraryInfo&gt;"/>
</p:tagLst>
</file>

<file path=ppt/tags/tag14.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291b03.pptx]]&gt;&lt;/Source&gt;&lt;SourceModified&gt;2026-04-20 16:45:22&lt;/SourceModified&gt;&lt;ParentId&gt;&lt;/ParentId&gt;&lt;LinkId&gt;c3f28da82746ffd7&lt;/LinkId&gt;&lt;FriendlyName&gt;&lt;/FriendlyName&gt;&lt;Type&gt;10&lt;/Type&gt;&lt;Address&gt;&lt;/Address&gt;&lt;LastUpdate&gt;2026-04-20 14:25:20&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291b03.pptx]]&gt;&lt;/ContentPath&gt;&lt;ContentType&gt;1&lt;/ContentType&gt;&lt;ContentId&gt;c3f28da82746ffd7&lt;/ContentId&gt;&lt;Title&gt;Disclaimer&lt;/Title&gt;&lt;CurrentVersion&gt;1&lt;/CurrentVersion&gt;&lt;IgnoredVersion /&gt;&lt;KeepSrcFormatting&gt;True&lt;/KeepSrcFormatting&gt;&lt;ModifiedAt&gt;2026-04-20 18:25:20&lt;/ModifiedAt&gt;&lt;ModifiedBy&gt;Joey Shaw&lt;/ModifiedBy&gt;&lt;/LibraryInfo&gt;"/>
</p:tagLst>
</file>

<file path=ppt/tags/tag15.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847dea.pptx]]&gt;&lt;/Source&gt;&lt;SourceModified&gt;2026-04-20 16:44:07&lt;/SourceModified&gt;&lt;ParentId&gt;&lt;/ParentId&gt;&lt;LinkId&gt;0b0f474c00910741&lt;/LinkId&gt;&lt;FriendlyName&gt;&lt;/FriendlyName&gt;&lt;Type&gt;10&lt;/Type&gt;&lt;Address&gt;&lt;/Address&gt;&lt;LastUpdate&gt;2026-04-20 14:25:37&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847dea.pptx]]&gt;&lt;/ContentPath&gt;&lt;ContentType&gt;1&lt;/ContentType&gt;&lt;ContentId&gt;0b0f474c00910741&lt;/ContentId&gt;&lt;Title&gt;Master Contact Slides (April 2026)&lt;/Title&gt;&lt;CurrentVersion&gt;1&lt;/CurrentVersion&gt;&lt;IgnoredVersion /&gt;&lt;KeepSrcFormatting&gt;True&lt;/KeepSrcFormatting&gt;&lt;ModifiedAt&gt;2026-04-20 18:25:36&lt;/ModifiedAt&gt;&lt;ModifiedBy&gt;Joey Shaw&lt;/ModifiedBy&gt;&lt;/LibraryInfo&gt;"/>
</p:tagLst>
</file>

<file path=ppt/theme/theme1.xml><?xml version="1.0" encoding="utf-8"?>
<a:theme xmlns:a="http://schemas.openxmlformats.org/drawingml/2006/main" name="Office Theme">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dirty="0" smtClean="0"/>
        </a:defPPr>
      </a:lstStyle>
    </a:txDef>
  </a:objectDefaults>
  <a:extraClrSchemeLst/>
  <a:extLst>
    <a:ext uri="{05A4C25C-085E-4340-85A3-A5531E510DB2}">
      <thm15:themeFamily xmlns:thm15="http://schemas.microsoft.com/office/thememl/2012/main" name="INFOR Master Slide Template [Read-Only]" id="{A28BFA56-E9F4-4E5C-AF69-0DACACC32728}" vid="{01A3D815-FE74-4684-A7FD-184B6D201BC0}"/>
    </a:ext>
  </a:extLst>
</a:theme>
</file>

<file path=ppt/theme/theme2.xml><?xml version="1.0" encoding="utf-8"?>
<a:theme xmlns:a="http://schemas.openxmlformats.org/drawingml/2006/main" name="4_Custom Design">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 Master Slide Template [Read-Only]" id="{A28BFA56-E9F4-4E5C-AF69-0DACACC32728}" vid="{656B5F5D-0BBD-4C1C-BF00-B7AEB2D774B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item1.xml>��
</file>

<file path=customXml/item2.xml>��
</file>

<file path=customXml/item3.xml>��
</file>

<file path=customXml/item4.xml>��
</file>

<file path=customXml/item5.xml>��
</file>

<file path=customXml/item6.xml>��
</file>

<file path=customXml/item7.xml>��
</file>

<file path=customXml/item8.xml>��
</file>

<file path=customXml/item9.xml>��
</file>

<file path=customXml/item10.xml>��
</file>

<file path=customXml/item11.xml>��
</file>

<file path=customXml/item12.xml>��
</file>

<file path=customXml/item13.xml>��
</file>

<file path=customXml/item14.xml>��
</file>

<file path=customXml/item15.xml>��
</file>

<file path=customXml/item16.xml>��
</file>

<file path=customXml/item17.xml>��
</file>

<file path=customXml/item18.xml>��
</file>

<file path=customXml/item19.xml>��
</file>

<file path=customXml/item20.xml>��
</file>

<file path=customXml/item21.xml>��
</file>

<file path=customXml/item22.xml>��
</file>

<file path=customXml/item23.xml>��
</file>

<file path=customXml/item24.xml>��
</file>

<file path=customXml/item25.xml>��
</file>

<file path=customXml/item26.xml>��
</file>

<file path=customXml/item27.xml>��
</file>

<file path=customXml/item28.xml>��
</file>

<file path=customXml/item29.xml>��
</file>

<file path=customXml/item30.xml>��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
</file>

<file path=customXml/item48.xml>��
</file>

<file path=customXml/item49.xml>��
</file>

<file path=customXml/item50.xml>��
</file>

<file path=customXml/item51.xml>��
</file>

<file path=customXml/item52.xml>��
</file>

<file path=customXml/item53.xml>��
</file>

<file path=customXml/item54.xml>��
</file>

<file path=customXml/item55.xml>��
</file>

<file path=customXml/item56.xml>��
</file>

<file path=customXml/item57.xml>��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xml version="1.0" encoding="utf-8"?>
<p:properties xmlns:p="http://schemas.microsoft.com/office/2006/metadata/properties" xmlns:xsi="http://www.w3.org/2001/XMLSchema-instance" xmlns:pc="http://schemas.microsoft.com/office/infopath/2007/PartnerControls">
  <documentManagement/>
</p:properties>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
</file>

<file path=customXml/item82.xml>��
</file>

<file path=customXml/item83.xml>��
</file>

<file path=customXml/item84.xml>��
</file>

<file path=customXml/item85.xml><?xml version="1.0" encoding="utf-8"?>
<ct:contentTypeSchema xmlns:ct="http://schemas.microsoft.com/office/2006/metadata/contentType" xmlns:ma="http://schemas.microsoft.com/office/2006/metadata/properties/metaAttributes" ct:_="" ma:_="" ma:contentTypeName="Document" ma:contentTypeID="0x0101001CC90450323BF944A056C05D9632F2E1" ma:contentTypeVersion="6" ma:contentTypeDescription="Create a new document." ma:contentTypeScope="" ma:versionID="8ad0cff02f8856c8d358cfd7a8c4d22b">
  <xsd:schema xmlns:xsd="http://www.w3.org/2001/XMLSchema" xmlns:xs="http://www.w3.org/2001/XMLSchema" xmlns:p="http://schemas.microsoft.com/office/2006/metadata/properties" xmlns:ns2="32a12548-025c-4113-be0a-5de40f156b7f" xmlns:ns3="ad0c4147-2d43-4434-966d-a4e58ac9e85a" targetNamespace="http://schemas.microsoft.com/office/2006/metadata/properties" ma:root="true" ma:fieldsID="128fac691a6137bf2e25af61c0b4437e" ns2:_="" ns3:_="">
    <xsd:import namespace="32a12548-025c-4113-be0a-5de40f156b7f"/>
    <xsd:import namespace="ad0c4147-2d43-4434-966d-a4e58ac9e85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a12548-025c-4113-be0a-5de40f156b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d0c4147-2d43-4434-966d-a4e58ac9e85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6.xml>��
</file>

<file path=customXml/item87.xml>��
</file>

<file path=customXml/item88.xml>��
</file>

<file path=customXml/item89.xml>��
</file>

<file path=customXml/item90.xml>��
</file>

<file path=customXml/item91.xml>��
</file>

<file path=customXml/item92.xml>��
</file>

<file path=customXml/item93.xml>��
</file>

<file path=customXml/item94.xml>��
</file>

<file path=customXml/item95.xml><?xml version="1.0" encoding="utf-8"?>
<?mso-contentType ?>
<FormTemplates xmlns="http://schemas.microsoft.com/sharepoint/v3/contenttype/forms">
  <Display>DocumentLibraryForm</Display>
  <Edit>DocumentLibraryForm</Edit>
  <New>DocumentLibraryForm</New>
</FormTemplates>
</file>

<file path=customXml/item96.xml>��
</file>

<file path=customXml/item97.xml>��
</file>

<file path=customXml/item98.xml>��
</file>

<file path=customXml/item99.xml>��
</file>

<file path=customXml/item100.xml>��
</file>

<file path=customXml/item101.xml>��
</file>

<file path=customXml/item102.xml>��
</file>

<file path=customXml/item103.xml>��
</file>

<file path=customXml/item104.xml>��
</file>

<file path=customXml/item105.xml>��
</file>

<file path=customXml/item106.xml>��
</file>

<file path=customXml/item107.xml>��
</file>

<file path=customXml/item108.xml>��
</file>

<file path=customXml/item109.xml>��
</file>

<file path=customXml/item110.xml>��
</file>

<file path=customXml/item111.xml>��
</file>

<file path=customXml/item112.xml>��
</file>

<file path=customXml/item113.xml>��
</file>

<file path=customXml/item114.xml>��
</file>

<file path=customXml/item115.xml>��
</file>

<file path=customXml/item116.xml>��
</file>

<file path=customXml/item117.xml>��
</file>

<file path=customXml/item118.xml>��
</file>

<file path=customXml/item119.xml>��
</file>

<file path=customXml/item120.xml>��
</file>

<file path=customXml/item121.xml>��
</file>

<file path=customXml/item122.xml>��
</file>

<file path=customXml/item123.xml>��
</file>

<file path=customXml/item124.xml>��
</file>

<file path=customXml/item125.xml>��
</file>

<file path=customXml/item126.xml>��
</file>

<file path=customXml/item127.xml>��
</file>

<file path=customXml/item128.xml>��
</file>

<file path=customXml/item129.xml>��
</file>

<file path=customXml/item130.xml>��
</file>

<file path=customXml/item131.xml>��
</file>

<file path=customXml/item132.xml>��
</file>

<file path=customXml/itemProps1.xml><?xml version="1.0" encoding="utf-8"?>
<ds:datastoreItem xmlns:ds="http://schemas.openxmlformats.org/officeDocument/2006/customXml" ds:itemID="{550D905A-1840-4CB8-B248-18B4A80B80D6}">
  <ds:schemaRefs>
    <ds:schemaRef ds:uri="http://macabacus.com"/>
  </ds:schemaRefs>
</ds:datastoreItem>
</file>

<file path=customXml/itemProps2.xml><?xml version="1.0" encoding="utf-8"?>
<ds:datastoreItem xmlns:ds="http://schemas.openxmlformats.org/officeDocument/2006/customXml" ds:itemID="{30A181CB-C4A9-4042-9ABF-5A445AE688A4}">
  <ds:schemaRefs>
    <ds:schemaRef ds:uri="http://macabacus.com"/>
  </ds:schemaRefs>
</ds:datastoreItem>
</file>

<file path=customXml/itemProps3.xml><?xml version="1.0" encoding="utf-8"?>
<ds:datastoreItem xmlns:ds="http://schemas.openxmlformats.org/officeDocument/2006/customXml" ds:itemID="{4E49E78D-54E1-4A7E-AA90-39082CD5CBA2}">
  <ds:schemaRefs>
    <ds:schemaRef ds:uri="http://macabacus.com"/>
  </ds:schemaRefs>
</ds:datastoreItem>
</file>

<file path=customXml/itemProps4.xml><?xml version="1.0" encoding="utf-8"?>
<ds:datastoreItem xmlns:ds="http://schemas.openxmlformats.org/officeDocument/2006/customXml" ds:itemID="{653109CF-558B-4EDB-AF2E-1C87DE3D1396}">
  <ds:schemaRefs>
    <ds:schemaRef ds:uri="http://macabacus.com"/>
  </ds:schemaRefs>
</ds:datastoreItem>
</file>

<file path=customXml/itemProps5.xml><?xml version="1.0" encoding="utf-8"?>
<ds:datastoreItem xmlns:ds="http://schemas.openxmlformats.org/officeDocument/2006/customXml" ds:itemID="{9BBAE588-F412-4A99-B99D-83F512F6C267}">
  <ds:schemaRefs>
    <ds:schemaRef ds:uri="http://macabacus.com"/>
  </ds:schemaRefs>
</ds:datastoreItem>
</file>

<file path=customXml/itemProps6.xml><?xml version="1.0" encoding="utf-8"?>
<ds:datastoreItem xmlns:ds="http://schemas.openxmlformats.org/officeDocument/2006/customXml" ds:itemID="{79517373-9F58-42BE-A4F1-0098EF5D4D0C}">
  <ds:schemaRefs>
    <ds:schemaRef ds:uri="http://macabacus.com"/>
  </ds:schemaRefs>
</ds:datastoreItem>
</file>

<file path=customXml/itemProps7.xml><?xml version="1.0" encoding="utf-8"?>
<ds:datastoreItem xmlns:ds="http://schemas.openxmlformats.org/officeDocument/2006/customXml" ds:itemID="{B66B62CF-60AD-46A3-AA4B-E25ECC580B08}">
  <ds:schemaRefs>
    <ds:schemaRef ds:uri="http://macabacus.com"/>
  </ds:schemaRefs>
</ds:datastoreItem>
</file>

<file path=customXml/itemProps8.xml><?xml version="1.0" encoding="utf-8"?>
<ds:datastoreItem xmlns:ds="http://schemas.openxmlformats.org/officeDocument/2006/customXml" ds:itemID="{D8700D8D-62CA-481B-B998-7BE282AEF742}">
  <ds:schemaRefs>
    <ds:schemaRef ds:uri="http://macabacus.com"/>
  </ds:schemaRefs>
</ds:datastoreItem>
</file>

<file path=customXml/itemProps9.xml><?xml version="1.0" encoding="utf-8"?>
<ds:datastoreItem xmlns:ds="http://schemas.openxmlformats.org/officeDocument/2006/customXml" ds:itemID="{366104C4-CC19-40E5-9BBE-368DA0B50B87}">
  <ds:schemaRefs>
    <ds:schemaRef ds:uri="http://macabacus.com"/>
  </ds:schemaRefs>
</ds:datastoreItem>
</file>

<file path=customXml/itemProps10.xml><?xml version="1.0" encoding="utf-8"?>
<ds:datastoreItem xmlns:ds="http://schemas.openxmlformats.org/officeDocument/2006/customXml" ds:itemID="{E9A9520D-252E-47D5-AE22-67DF5E6D8E89}">
  <ds:schemaRefs>
    <ds:schemaRef ds:uri="http://macabacus.com"/>
  </ds:schemaRefs>
</ds:datastoreItem>
</file>

<file path=customXml/itemProps11.xml><?xml version="1.0" encoding="utf-8"?>
<ds:datastoreItem xmlns:ds="http://schemas.openxmlformats.org/officeDocument/2006/customXml" ds:itemID="{2BE2369D-0F51-490B-967A-E772A297543D}">
  <ds:schemaRefs>
    <ds:schemaRef ds:uri="http://macabacus.com"/>
  </ds:schemaRefs>
</ds:datastoreItem>
</file>

<file path=customXml/itemProps12.xml><?xml version="1.0" encoding="utf-8"?>
<ds:datastoreItem xmlns:ds="http://schemas.openxmlformats.org/officeDocument/2006/customXml" ds:itemID="{C6FE8F90-0EC5-42EE-A96E-E8FDE77EC9CA}">
  <ds:schemaRefs>
    <ds:schemaRef ds:uri="http://macabacus.com"/>
  </ds:schemaRefs>
</ds:datastoreItem>
</file>

<file path=customXml/itemProps13.xml><?xml version="1.0" encoding="utf-8"?>
<ds:datastoreItem xmlns:ds="http://schemas.openxmlformats.org/officeDocument/2006/customXml" ds:itemID="{1A6767FF-8AAD-4940-8281-2C6331C33D96}">
  <ds:schemaRefs>
    <ds:schemaRef ds:uri="http://macabacus.com"/>
  </ds:schemaRefs>
</ds:datastoreItem>
</file>

<file path=customXml/itemProps14.xml><?xml version="1.0" encoding="utf-8"?>
<ds:datastoreItem xmlns:ds="http://schemas.openxmlformats.org/officeDocument/2006/customXml" ds:itemID="{453648E7-00C6-44CE-8CCF-B935E9B1F836}">
  <ds:schemaRefs>
    <ds:schemaRef ds:uri="http://macabacus.com"/>
  </ds:schemaRefs>
</ds:datastoreItem>
</file>

<file path=customXml/itemProps15.xml><?xml version="1.0" encoding="utf-8"?>
<ds:datastoreItem xmlns:ds="http://schemas.openxmlformats.org/officeDocument/2006/customXml" ds:itemID="{6FD65DFD-96EE-47DE-9ECE-92962A30AE8E}">
  <ds:schemaRefs>
    <ds:schemaRef ds:uri="http://macabacus.com"/>
  </ds:schemaRefs>
</ds:datastoreItem>
</file>

<file path=customXml/itemProps16.xml><?xml version="1.0" encoding="utf-8"?>
<ds:datastoreItem xmlns:ds="http://schemas.openxmlformats.org/officeDocument/2006/customXml" ds:itemID="{2947A6FC-801D-4412-81BD-980A26BD6B9E}">
  <ds:schemaRefs>
    <ds:schemaRef ds:uri="http://macabacus.com"/>
  </ds:schemaRefs>
</ds:datastoreItem>
</file>

<file path=customXml/itemProps17.xml><?xml version="1.0" encoding="utf-8"?>
<ds:datastoreItem xmlns:ds="http://schemas.openxmlformats.org/officeDocument/2006/customXml" ds:itemID="{2957749B-F412-42E5-AF9C-8EFBB7EDFCFF}">
  <ds:schemaRefs>
    <ds:schemaRef ds:uri="http://macabacus.com"/>
  </ds:schemaRefs>
</ds:datastoreItem>
</file>

<file path=customXml/itemProps18.xml><?xml version="1.0" encoding="utf-8"?>
<ds:datastoreItem xmlns:ds="http://schemas.openxmlformats.org/officeDocument/2006/customXml" ds:itemID="{74A2F58B-1863-463B-9A17-9FD6002DF3EA}">
  <ds:schemaRefs>
    <ds:schemaRef ds:uri="http://macabacus.com"/>
  </ds:schemaRefs>
</ds:datastoreItem>
</file>

<file path=customXml/itemProps19.xml><?xml version="1.0" encoding="utf-8"?>
<ds:datastoreItem xmlns:ds="http://schemas.openxmlformats.org/officeDocument/2006/customXml" ds:itemID="{149A8EE8-FAF9-4F0F-A58D-DE805C526F65}">
  <ds:schemaRefs>
    <ds:schemaRef ds:uri="http://macabacus.com"/>
  </ds:schemaRefs>
</ds:datastoreItem>
</file>

<file path=customXml/itemProps20.xml><?xml version="1.0" encoding="utf-8"?>
<ds:datastoreItem xmlns:ds="http://schemas.openxmlformats.org/officeDocument/2006/customXml" ds:itemID="{671443EC-75C3-4544-A289-D9D428578426}">
  <ds:schemaRefs>
    <ds:schemaRef ds:uri="http://macabacus.com"/>
  </ds:schemaRefs>
</ds:datastoreItem>
</file>

<file path=customXml/itemProps21.xml><?xml version="1.0" encoding="utf-8"?>
<ds:datastoreItem xmlns:ds="http://schemas.openxmlformats.org/officeDocument/2006/customXml" ds:itemID="{D4CE0D74-51D8-4935-96E3-E94815FD372F}">
  <ds:schemaRefs>
    <ds:schemaRef ds:uri="http://macabacus.com"/>
  </ds:schemaRefs>
</ds:datastoreItem>
</file>

<file path=customXml/itemProps22.xml><?xml version="1.0" encoding="utf-8"?>
<ds:datastoreItem xmlns:ds="http://schemas.openxmlformats.org/officeDocument/2006/customXml" ds:itemID="{F268AA44-7F72-4408-9F14-9C65699ED944}">
  <ds:schemaRefs>
    <ds:schemaRef ds:uri="http://macabacus.com"/>
  </ds:schemaRefs>
</ds:datastoreItem>
</file>

<file path=customXml/itemProps23.xml><?xml version="1.0" encoding="utf-8"?>
<ds:datastoreItem xmlns:ds="http://schemas.openxmlformats.org/officeDocument/2006/customXml" ds:itemID="{C6570A7B-ECCB-43C6-B7D2-0928F7217E2E}">
  <ds:schemaRefs>
    <ds:schemaRef ds:uri="http://macabacus.com"/>
  </ds:schemaRefs>
</ds:datastoreItem>
</file>

<file path=customXml/itemProps24.xml><?xml version="1.0" encoding="utf-8"?>
<ds:datastoreItem xmlns:ds="http://schemas.openxmlformats.org/officeDocument/2006/customXml" ds:itemID="{5056A744-3AA2-41D9-9520-DA4884EEB787}">
  <ds:schemaRefs>
    <ds:schemaRef ds:uri="http://macabacus.com"/>
  </ds:schemaRefs>
</ds:datastoreItem>
</file>

<file path=customXml/itemProps25.xml><?xml version="1.0" encoding="utf-8"?>
<ds:datastoreItem xmlns:ds="http://schemas.openxmlformats.org/officeDocument/2006/customXml" ds:itemID="{91EEAC99-15C0-42ED-AD86-D2686EBF1DA2}">
  <ds:schemaRefs>
    <ds:schemaRef ds:uri="http://macabacus.com"/>
  </ds:schemaRefs>
</ds:datastoreItem>
</file>

<file path=customXml/itemProps26.xml><?xml version="1.0" encoding="utf-8"?>
<ds:datastoreItem xmlns:ds="http://schemas.openxmlformats.org/officeDocument/2006/customXml" ds:itemID="{4AA0FDB8-0E01-4690-A96C-E8AA4B17154D}">
  <ds:schemaRefs>
    <ds:schemaRef ds:uri="http://macabacus.com"/>
  </ds:schemaRefs>
</ds:datastoreItem>
</file>

<file path=customXml/itemProps27.xml><?xml version="1.0" encoding="utf-8"?>
<ds:datastoreItem xmlns:ds="http://schemas.openxmlformats.org/officeDocument/2006/customXml" ds:itemID="{B15DC8DE-4E41-49F2-BEB1-4C5F782A05C4}">
  <ds:schemaRefs>
    <ds:schemaRef ds:uri="http://macabacus.com"/>
  </ds:schemaRefs>
</ds:datastoreItem>
</file>

<file path=customXml/itemProps28.xml><?xml version="1.0" encoding="utf-8"?>
<ds:datastoreItem xmlns:ds="http://schemas.openxmlformats.org/officeDocument/2006/customXml" ds:itemID="{AFDAF6D5-468B-4C41-BB33-F8C62B0740C6}">
  <ds:schemaRefs>
    <ds:schemaRef ds:uri="http://macabacus.com"/>
  </ds:schemaRefs>
</ds:datastoreItem>
</file>

<file path=customXml/itemProps29.xml><?xml version="1.0" encoding="utf-8"?>
<ds:datastoreItem xmlns:ds="http://schemas.openxmlformats.org/officeDocument/2006/customXml" ds:itemID="{48A0D701-53B6-4964-BFAD-B8FCAB125AF3}">
  <ds:schemaRefs>
    <ds:schemaRef ds:uri="http://macabacus.com"/>
  </ds:schemaRefs>
</ds:datastoreItem>
</file>

<file path=customXml/itemProps30.xml><?xml version="1.0" encoding="utf-8"?>
<ds:datastoreItem xmlns:ds="http://schemas.openxmlformats.org/officeDocument/2006/customXml" ds:itemID="{94AEEB49-1FF7-4848-94DC-D56CBDC3194B}">
  <ds:schemaRefs>
    <ds:schemaRef ds:uri="http://macabacus.com"/>
  </ds:schemaRefs>
</ds:datastoreItem>
</file>

<file path=customXml/itemProps31.xml><?xml version="1.0" encoding="utf-8"?>
<ds:datastoreItem xmlns:ds="http://schemas.openxmlformats.org/officeDocument/2006/customXml" ds:itemID="{5F0E317F-5CDD-4245-AC1A-C47048B1B28A}">
  <ds:schemaRefs>
    <ds:schemaRef ds:uri="http://macabacus.com"/>
  </ds:schemaRefs>
</ds:datastoreItem>
</file>

<file path=customXml/itemProps32.xml><?xml version="1.0" encoding="utf-8"?>
<ds:datastoreItem xmlns:ds="http://schemas.openxmlformats.org/officeDocument/2006/customXml" ds:itemID="{FF53D666-BCA9-4939-B85D-F850F488C154}">
  <ds:schemaRefs>
    <ds:schemaRef ds:uri="http://macabacus.com"/>
  </ds:schemaRefs>
</ds:datastoreItem>
</file>

<file path=customXml/itemProps33.xml><?xml version="1.0" encoding="utf-8"?>
<ds:datastoreItem xmlns:ds="http://schemas.openxmlformats.org/officeDocument/2006/customXml" ds:itemID="{24886683-8F5D-4A66-977D-67B7EB883013}">
  <ds:schemaRefs>
    <ds:schemaRef ds:uri="http://macabacus.com"/>
  </ds:schemaRefs>
</ds:datastoreItem>
</file>

<file path=customXml/itemProps34.xml><?xml version="1.0" encoding="utf-8"?>
<ds:datastoreItem xmlns:ds="http://schemas.openxmlformats.org/officeDocument/2006/customXml" ds:itemID="{D014C11A-0CB9-479C-B3CC-CF3C2287EE75}">
  <ds:schemaRefs>
    <ds:schemaRef ds:uri="http://macabacus.com"/>
  </ds:schemaRefs>
</ds:datastoreItem>
</file>

<file path=customXml/itemProps35.xml><?xml version="1.0" encoding="utf-8"?>
<ds:datastoreItem xmlns:ds="http://schemas.openxmlformats.org/officeDocument/2006/customXml" ds:itemID="{466ACEC2-36CC-405C-ACF5-E6D313DA275E}">
  <ds:schemaRefs>
    <ds:schemaRef ds:uri="http://macabacus.com"/>
  </ds:schemaRefs>
</ds:datastoreItem>
</file>

<file path=customXml/itemProps36.xml><?xml version="1.0" encoding="utf-8"?>
<ds:datastoreItem xmlns:ds="http://schemas.openxmlformats.org/officeDocument/2006/customXml" ds:itemID="{04A274B0-93FC-47F0-870B-502F2F0F7326}">
  <ds:schemaRefs>
    <ds:schemaRef ds:uri="http://macabacus.com"/>
  </ds:schemaRefs>
</ds:datastoreItem>
</file>

<file path=customXml/itemProps37.xml><?xml version="1.0" encoding="utf-8"?>
<ds:datastoreItem xmlns:ds="http://schemas.openxmlformats.org/officeDocument/2006/customXml" ds:itemID="{BEA8E2CE-36C8-4400-AFC6-BBFEFA1698F1}">
  <ds:schemaRefs>
    <ds:schemaRef ds:uri="http://macabacus.com"/>
  </ds:schemaRefs>
</ds:datastoreItem>
</file>

<file path=customXml/itemProps38.xml><?xml version="1.0" encoding="utf-8"?>
<ds:datastoreItem xmlns:ds="http://schemas.openxmlformats.org/officeDocument/2006/customXml" ds:itemID="{026E6971-A25B-4691-B6AB-872A4B216A56}">
  <ds:schemaRefs>
    <ds:schemaRef ds:uri="http://macabacus.com"/>
  </ds:schemaRefs>
</ds:datastoreItem>
</file>

<file path=customXml/itemProps39.xml><?xml version="1.0" encoding="utf-8"?>
<ds:datastoreItem xmlns:ds="http://schemas.openxmlformats.org/officeDocument/2006/customXml" ds:itemID="{84176A60-C5CE-4096-A469-0ABB795F69FC}">
  <ds:schemaRefs>
    <ds:schemaRef ds:uri="http://macabacus.com"/>
  </ds:schemaRefs>
</ds:datastoreItem>
</file>

<file path=customXml/itemProps40.xml><?xml version="1.0" encoding="utf-8"?>
<ds:datastoreItem xmlns:ds="http://schemas.openxmlformats.org/officeDocument/2006/customXml" ds:itemID="{5732FC22-B878-4CD7-A0E5-E150D751F040}">
  <ds:schemaRefs>
    <ds:schemaRef ds:uri="http://macabacus.com"/>
  </ds:schemaRefs>
</ds:datastoreItem>
</file>

<file path=customXml/itemProps41.xml><?xml version="1.0" encoding="utf-8"?>
<ds:datastoreItem xmlns:ds="http://schemas.openxmlformats.org/officeDocument/2006/customXml" ds:itemID="{135AED11-E2E2-48F5-BD3B-9F087132F148}">
  <ds:schemaRefs>
    <ds:schemaRef ds:uri="http://macabacus.com"/>
  </ds:schemaRefs>
</ds:datastoreItem>
</file>

<file path=customXml/itemProps42.xml><?xml version="1.0" encoding="utf-8"?>
<ds:datastoreItem xmlns:ds="http://schemas.openxmlformats.org/officeDocument/2006/customXml" ds:itemID="{5E380FEB-070E-4283-8187-4B93836E0F74}">
  <ds:schemaRefs>
    <ds:schemaRef ds:uri="http://macabacus.com"/>
  </ds:schemaRefs>
</ds:datastoreItem>
</file>

<file path=customXml/itemProps43.xml><?xml version="1.0" encoding="utf-8"?>
<ds:datastoreItem xmlns:ds="http://schemas.openxmlformats.org/officeDocument/2006/customXml" ds:itemID="{CF6370B2-B797-4A92-8D4E-6AB628AD784B}">
  <ds:schemaRefs>
    <ds:schemaRef ds:uri="http://macabacus.com"/>
  </ds:schemaRefs>
</ds:datastoreItem>
</file>

<file path=customXml/itemProps44.xml><?xml version="1.0" encoding="utf-8"?>
<ds:datastoreItem xmlns:ds="http://schemas.openxmlformats.org/officeDocument/2006/customXml" ds:itemID="{6CAD533A-8DBA-4764-8659-BA8A46567EC7}">
  <ds:schemaRefs>
    <ds:schemaRef ds:uri="http://macabacus.com"/>
  </ds:schemaRefs>
</ds:datastoreItem>
</file>

<file path=customXml/itemProps45.xml><?xml version="1.0" encoding="utf-8"?>
<ds:datastoreItem xmlns:ds="http://schemas.openxmlformats.org/officeDocument/2006/customXml" ds:itemID="{8A23D2F2-04A4-4EE7-A793-E0543ECBBCF9}">
  <ds:schemaRefs>
    <ds:schemaRef ds:uri="http://macabacus.com"/>
  </ds:schemaRefs>
</ds:datastoreItem>
</file>

<file path=customXml/itemProps46.xml><?xml version="1.0" encoding="utf-8"?>
<ds:datastoreItem xmlns:ds="http://schemas.openxmlformats.org/officeDocument/2006/customXml" ds:itemID="{E87F85AD-EF6D-4F4B-8AD6-791F8294E1E1}">
  <ds:schemaRefs>
    <ds:schemaRef ds:uri="http://macabacus.com"/>
  </ds:schemaRefs>
</ds:datastoreItem>
</file>

<file path=customXml/itemProps47.xml><?xml version="1.0" encoding="utf-8"?>
<ds:datastoreItem xmlns:ds="http://schemas.openxmlformats.org/officeDocument/2006/customXml" ds:itemID="{21E277FB-74C8-4098-A891-DC180DA11D66}">
  <ds:schemaRefs>
    <ds:schemaRef ds:uri="http://macabacus.com"/>
  </ds:schemaRefs>
</ds:datastoreItem>
</file>

<file path=customXml/itemProps48.xml><?xml version="1.0" encoding="utf-8"?>
<ds:datastoreItem xmlns:ds="http://schemas.openxmlformats.org/officeDocument/2006/customXml" ds:itemID="{828BBFB9-B2F5-4A23-8821-8D98CCD5379F}">
  <ds:schemaRefs>
    <ds:schemaRef ds:uri="http://macabacus.com"/>
  </ds:schemaRefs>
</ds:datastoreItem>
</file>

<file path=customXml/itemProps49.xml><?xml version="1.0" encoding="utf-8"?>
<ds:datastoreItem xmlns:ds="http://schemas.openxmlformats.org/officeDocument/2006/customXml" ds:itemID="{37AC0175-97FD-4709-BFA4-236FDE52EAD6}">
  <ds:schemaRefs>
    <ds:schemaRef ds:uri="http://macabacus.com"/>
  </ds:schemaRefs>
</ds:datastoreItem>
</file>

<file path=customXml/itemProps50.xml><?xml version="1.0" encoding="utf-8"?>
<ds:datastoreItem xmlns:ds="http://schemas.openxmlformats.org/officeDocument/2006/customXml" ds:itemID="{0278805A-B6E0-4ACE-B365-E5FC9EC16178}">
  <ds:schemaRefs>
    <ds:schemaRef ds:uri="http://macabacus.com"/>
  </ds:schemaRefs>
</ds:datastoreItem>
</file>

<file path=customXml/itemProps51.xml><?xml version="1.0" encoding="utf-8"?>
<ds:datastoreItem xmlns:ds="http://schemas.openxmlformats.org/officeDocument/2006/customXml" ds:itemID="{75303608-EDD5-446E-9527-DD37A1396F94}">
  <ds:schemaRefs>
    <ds:schemaRef ds:uri="http://macabacus.com"/>
  </ds:schemaRefs>
</ds:datastoreItem>
</file>

<file path=customXml/itemProps52.xml><?xml version="1.0" encoding="utf-8"?>
<ds:datastoreItem xmlns:ds="http://schemas.openxmlformats.org/officeDocument/2006/customXml" ds:itemID="{3F306767-4664-4B14-B975-A5683092E94C}">
  <ds:schemaRefs>
    <ds:schemaRef ds:uri="http://macabacus.com"/>
  </ds:schemaRefs>
</ds:datastoreItem>
</file>

<file path=customXml/itemProps53.xml><?xml version="1.0" encoding="utf-8"?>
<ds:datastoreItem xmlns:ds="http://schemas.openxmlformats.org/officeDocument/2006/customXml" ds:itemID="{060E31B7-EAAB-4D10-BD59-6966D23424AD}">
  <ds:schemaRefs>
    <ds:schemaRef ds:uri="http://macabacus.com"/>
  </ds:schemaRefs>
</ds:datastoreItem>
</file>

<file path=customXml/itemProps54.xml><?xml version="1.0" encoding="utf-8"?>
<ds:datastoreItem xmlns:ds="http://schemas.openxmlformats.org/officeDocument/2006/customXml" ds:itemID="{1551A933-4240-4E61-A1DD-C587CC4521E9}">
  <ds:schemaRefs>
    <ds:schemaRef ds:uri="http://macabacus.com"/>
  </ds:schemaRefs>
</ds:datastoreItem>
</file>

<file path=customXml/itemProps55.xml><?xml version="1.0" encoding="utf-8"?>
<ds:datastoreItem xmlns:ds="http://schemas.openxmlformats.org/officeDocument/2006/customXml" ds:itemID="{34C00308-DC6B-4312-BC94-0453E0AC4D08}">
  <ds:schemaRefs>
    <ds:schemaRef ds:uri="http://macabacus.com"/>
  </ds:schemaRefs>
</ds:datastoreItem>
</file>

<file path=customXml/itemProps56.xml><?xml version="1.0" encoding="utf-8"?>
<ds:datastoreItem xmlns:ds="http://schemas.openxmlformats.org/officeDocument/2006/customXml" ds:itemID="{ECA05229-FA42-44D7-9C2F-E2408D0994AD}">
  <ds:schemaRefs>
    <ds:schemaRef ds:uri="http://macabacus.com"/>
  </ds:schemaRefs>
</ds:datastoreItem>
</file>

<file path=customXml/itemProps57.xml><?xml version="1.0" encoding="utf-8"?>
<ds:datastoreItem xmlns:ds="http://schemas.openxmlformats.org/officeDocument/2006/customXml" ds:itemID="{8335B9E6-8E9C-4193-B118-B8BCC70B74E9}">
  <ds:schemaRefs>
    <ds:schemaRef ds:uri="http://macabacus.com"/>
  </ds:schemaRefs>
</ds:datastoreItem>
</file>

<file path=customXml/itemProps58.xml><?xml version="1.0" encoding="utf-8"?>
<ds:datastoreItem xmlns:ds="http://schemas.openxmlformats.org/officeDocument/2006/customXml" ds:itemID="{04BC8FFF-6C5B-4312-8C37-24B43E601E01}">
  <ds:schemaRefs>
    <ds:schemaRef ds:uri="http://macabacus.com"/>
  </ds:schemaRefs>
</ds:datastoreItem>
</file>

<file path=customXml/itemProps59.xml><?xml version="1.0" encoding="utf-8"?>
<ds:datastoreItem xmlns:ds="http://schemas.openxmlformats.org/officeDocument/2006/customXml" ds:itemID="{27AA862D-5A85-4E8B-B77F-137484C22EEF}">
  <ds:schemaRefs>
    <ds:schemaRef ds:uri="http://macabacus.com"/>
  </ds:schemaRefs>
</ds:datastoreItem>
</file>

<file path=customXml/itemProps60.xml><?xml version="1.0" encoding="utf-8"?>
<ds:datastoreItem xmlns:ds="http://schemas.openxmlformats.org/officeDocument/2006/customXml" ds:itemID="{193BF2A5-6AC1-41F0-9A65-CE83FA056F80}">
  <ds:schemaRefs>
    <ds:schemaRef ds:uri="http://macabacus.com"/>
  </ds:schemaRefs>
</ds:datastoreItem>
</file>

<file path=customXml/itemProps61.xml><?xml version="1.0" encoding="utf-8"?>
<ds:datastoreItem xmlns:ds="http://schemas.openxmlformats.org/officeDocument/2006/customXml" ds:itemID="{52A03F70-6738-43CD-A349-996DE52D49CF}">
  <ds:schemaRefs>
    <ds:schemaRef ds:uri="http://macabacus.com"/>
  </ds:schemaRefs>
</ds:datastoreItem>
</file>

<file path=customXml/itemProps62.xml><?xml version="1.0" encoding="utf-8"?>
<ds:datastoreItem xmlns:ds="http://schemas.openxmlformats.org/officeDocument/2006/customXml" ds:itemID="{E8EF96AF-4EB1-49DE-907B-BFAE887F46CE}">
  <ds:schemaRefs>
    <ds:schemaRef ds:uri="http://macabacus.com"/>
  </ds:schemaRefs>
</ds:datastoreItem>
</file>

<file path=customXml/itemProps63.xml><?xml version="1.0" encoding="utf-8"?>
<ds:datastoreItem xmlns:ds="http://schemas.openxmlformats.org/officeDocument/2006/customXml" ds:itemID="{D59F5F65-2F5B-4E00-92BD-12AEB232CBFB}">
  <ds:schemaRefs>
    <ds:schemaRef ds:uri="http://macabacus.com"/>
  </ds:schemaRefs>
</ds:datastoreItem>
</file>

<file path=customXml/itemProps64.xml><?xml version="1.0" encoding="utf-8"?>
<ds:datastoreItem xmlns:ds="http://schemas.openxmlformats.org/officeDocument/2006/customXml" ds:itemID="{F8D26A2D-69D9-4420-B593-4E039EC17DF5}">
  <ds:schemaRefs>
    <ds:schemaRef ds:uri="http://macabacus.com"/>
  </ds:schemaRefs>
</ds:datastoreItem>
</file>

<file path=customXml/itemProps65.xml><?xml version="1.0" encoding="utf-8"?>
<ds:datastoreItem xmlns:ds="http://schemas.openxmlformats.org/officeDocument/2006/customXml" ds:itemID="{A336470F-4198-4394-90DE-357AD52A020A}">
  <ds:schemaRefs>
    <ds:schemaRef ds:uri="http://macabacus.com"/>
  </ds:schemaRefs>
</ds:datastoreItem>
</file>

<file path=customXml/itemProps66.xml><?xml version="1.0" encoding="utf-8"?>
<ds:datastoreItem xmlns:ds="http://schemas.openxmlformats.org/officeDocument/2006/customXml" ds:itemID="{6EB3DE9F-BEE9-45D9-BC17-00C3B46DD685}">
  <ds:schemaRefs>
    <ds:schemaRef ds:uri="http://purl.org/dc/dcmitype/"/>
    <ds:schemaRef ds:uri="http://schemas.microsoft.com/office/2006/documentManagement/types"/>
    <ds:schemaRef ds:uri="http://schemas.microsoft.com/office/2006/metadata/properties"/>
    <ds:schemaRef ds:uri="http://www.w3.org/XML/1998/namespace"/>
    <ds:schemaRef ds:uri="http://purl.org/dc/terms/"/>
    <ds:schemaRef ds:uri="http://schemas.microsoft.com/office/infopath/2007/PartnerControls"/>
    <ds:schemaRef ds:uri="32a12548-025c-4113-be0a-5de40f156b7f"/>
    <ds:schemaRef ds:uri="http://schemas.openxmlformats.org/package/2006/metadata/core-properties"/>
    <ds:schemaRef ds:uri="ad0c4147-2d43-4434-966d-a4e58ac9e85a"/>
    <ds:schemaRef ds:uri="http://purl.org/dc/elements/1.1/"/>
  </ds:schemaRefs>
</ds:datastoreItem>
</file>

<file path=customXml/itemProps67.xml><?xml version="1.0" encoding="utf-8"?>
<ds:datastoreItem xmlns:ds="http://schemas.openxmlformats.org/officeDocument/2006/customXml" ds:itemID="{6F74B883-01D0-491F-AC29-F1B1F36A687B}">
  <ds:schemaRefs>
    <ds:schemaRef ds:uri="http://macabacus.com"/>
  </ds:schemaRefs>
</ds:datastoreItem>
</file>

<file path=customXml/itemProps68.xml><?xml version="1.0" encoding="utf-8"?>
<ds:datastoreItem xmlns:ds="http://schemas.openxmlformats.org/officeDocument/2006/customXml" ds:itemID="{DC051E33-C373-49B6-B473-0A96332C9C23}">
  <ds:schemaRefs>
    <ds:schemaRef ds:uri="http://macabacus.com"/>
  </ds:schemaRefs>
</ds:datastoreItem>
</file>

<file path=customXml/itemProps69.xml><?xml version="1.0" encoding="utf-8"?>
<ds:datastoreItem xmlns:ds="http://schemas.openxmlformats.org/officeDocument/2006/customXml" ds:itemID="{4B5CD039-CA50-4F51-B46A-8DED96384D34}">
  <ds:schemaRefs>
    <ds:schemaRef ds:uri="http://macabacus.com"/>
  </ds:schemaRefs>
</ds:datastoreItem>
</file>

<file path=customXml/itemProps70.xml><?xml version="1.0" encoding="utf-8"?>
<ds:datastoreItem xmlns:ds="http://schemas.openxmlformats.org/officeDocument/2006/customXml" ds:itemID="{3C2EE3FF-F903-4F4A-A361-687B89ADBF5D}">
  <ds:schemaRefs>
    <ds:schemaRef ds:uri="http://macabacus.com"/>
  </ds:schemaRefs>
</ds:datastoreItem>
</file>

<file path=customXml/itemProps71.xml><?xml version="1.0" encoding="utf-8"?>
<ds:datastoreItem xmlns:ds="http://schemas.openxmlformats.org/officeDocument/2006/customXml" ds:itemID="{4FD8E487-F81B-4EE6-9364-ED05FF32A0B0}">
  <ds:schemaRefs>
    <ds:schemaRef ds:uri="http://macabacus.com"/>
  </ds:schemaRefs>
</ds:datastoreItem>
</file>

<file path=customXml/itemProps72.xml><?xml version="1.0" encoding="utf-8"?>
<ds:datastoreItem xmlns:ds="http://schemas.openxmlformats.org/officeDocument/2006/customXml" ds:itemID="{A02840BE-FEC0-4982-AC1C-360DB1E54A68}">
  <ds:schemaRefs>
    <ds:schemaRef ds:uri="http://macabacus.com"/>
  </ds:schemaRefs>
</ds:datastoreItem>
</file>

<file path=customXml/itemProps73.xml><?xml version="1.0" encoding="utf-8"?>
<ds:datastoreItem xmlns:ds="http://schemas.openxmlformats.org/officeDocument/2006/customXml" ds:itemID="{777C1E19-D61D-4BD1-A54B-483E91D29678}">
  <ds:schemaRefs>
    <ds:schemaRef ds:uri="http://macabacus.com"/>
  </ds:schemaRefs>
</ds:datastoreItem>
</file>

<file path=customXml/itemProps74.xml><?xml version="1.0" encoding="utf-8"?>
<ds:datastoreItem xmlns:ds="http://schemas.openxmlformats.org/officeDocument/2006/customXml" ds:itemID="{624ADC78-020B-4B98-9193-4D2D1A232A69}">
  <ds:schemaRefs>
    <ds:schemaRef ds:uri="http://macabacus.com"/>
  </ds:schemaRefs>
</ds:datastoreItem>
</file>

<file path=customXml/itemProps75.xml><?xml version="1.0" encoding="utf-8"?>
<ds:datastoreItem xmlns:ds="http://schemas.openxmlformats.org/officeDocument/2006/customXml" ds:itemID="{96A42BE5-0098-4369-B3D2-88BA3C2D62E4}">
  <ds:schemaRefs>
    <ds:schemaRef ds:uri="http://macabacus.com"/>
  </ds:schemaRefs>
</ds:datastoreItem>
</file>

<file path=customXml/itemProps76.xml><?xml version="1.0" encoding="utf-8"?>
<ds:datastoreItem xmlns:ds="http://schemas.openxmlformats.org/officeDocument/2006/customXml" ds:itemID="{6557C92F-E465-4DFF-8A7E-DBA031979CE3}">
  <ds:schemaRefs>
    <ds:schemaRef ds:uri="http://macabacus.com"/>
  </ds:schemaRefs>
</ds:datastoreItem>
</file>

<file path=customXml/itemProps77.xml><?xml version="1.0" encoding="utf-8"?>
<ds:datastoreItem xmlns:ds="http://schemas.openxmlformats.org/officeDocument/2006/customXml" ds:itemID="{0A92F38C-85E9-4AC0-BF0E-E22A4AD79D09}">
  <ds:schemaRefs>
    <ds:schemaRef ds:uri="http://macabacus.com"/>
  </ds:schemaRefs>
</ds:datastoreItem>
</file>

<file path=customXml/itemProps78.xml><?xml version="1.0" encoding="utf-8"?>
<ds:datastoreItem xmlns:ds="http://schemas.openxmlformats.org/officeDocument/2006/customXml" ds:itemID="{B78937B7-6CED-4967-98F1-9C295EB845E6}">
  <ds:schemaRefs>
    <ds:schemaRef ds:uri="http://macabacus.com"/>
  </ds:schemaRefs>
</ds:datastoreItem>
</file>

<file path=customXml/itemProps79.xml><?xml version="1.0" encoding="utf-8"?>
<ds:datastoreItem xmlns:ds="http://schemas.openxmlformats.org/officeDocument/2006/customXml" ds:itemID="{2872A061-3A62-476F-A0A2-FE5B075CE8EF}">
  <ds:schemaRefs>
    <ds:schemaRef ds:uri="http://macabacus.com"/>
  </ds:schemaRefs>
</ds:datastoreItem>
</file>

<file path=customXml/itemProps80.xml><?xml version="1.0" encoding="utf-8"?>
<ds:datastoreItem xmlns:ds="http://schemas.openxmlformats.org/officeDocument/2006/customXml" ds:itemID="{92F0377E-6BE3-4967-93F5-C4476410128A}">
  <ds:schemaRefs>
    <ds:schemaRef ds:uri="http://macabacus.com"/>
  </ds:schemaRefs>
</ds:datastoreItem>
</file>

<file path=customXml/itemProps81.xml><?xml version="1.0" encoding="utf-8"?>
<ds:datastoreItem xmlns:ds="http://schemas.openxmlformats.org/officeDocument/2006/customXml" ds:itemID="{240A18A4-47C8-41F8-907A-BDD48939CB1E}">
  <ds:schemaRefs>
    <ds:schemaRef ds:uri="http://macabacus.com"/>
  </ds:schemaRefs>
</ds:datastoreItem>
</file>

<file path=customXml/itemProps82.xml><?xml version="1.0" encoding="utf-8"?>
<ds:datastoreItem xmlns:ds="http://schemas.openxmlformats.org/officeDocument/2006/customXml" ds:itemID="{CF6CBFF1-1DC0-45B0-9DAA-840B67239381}">
  <ds:schemaRefs>
    <ds:schemaRef ds:uri="http://macabacus.com"/>
  </ds:schemaRefs>
</ds:datastoreItem>
</file>

<file path=customXml/itemProps83.xml><?xml version="1.0" encoding="utf-8"?>
<ds:datastoreItem xmlns:ds="http://schemas.openxmlformats.org/officeDocument/2006/customXml" ds:itemID="{45633EBB-578B-4C7B-93AC-4E29E4D8C720}">
  <ds:schemaRefs>
    <ds:schemaRef ds:uri="http://macabacus.com"/>
  </ds:schemaRefs>
</ds:datastoreItem>
</file>

<file path=customXml/itemProps84.xml><?xml version="1.0" encoding="utf-8"?>
<ds:datastoreItem xmlns:ds="http://schemas.openxmlformats.org/officeDocument/2006/customXml" ds:itemID="{05361EA6-CB62-40B6-9F3E-042F3E4B57AD}">
  <ds:schemaRefs>
    <ds:schemaRef ds:uri="http://macabacus.com"/>
  </ds:schemaRefs>
</ds:datastoreItem>
</file>

<file path=customXml/itemProps85.xml><?xml version="1.0" encoding="utf-8"?>
<ds:datastoreItem xmlns:ds="http://schemas.openxmlformats.org/officeDocument/2006/customXml" ds:itemID="{2485ED8E-DB3A-47DC-8B22-564356DAB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a12548-025c-4113-be0a-5de40f156b7f"/>
    <ds:schemaRef ds:uri="ad0c4147-2d43-4434-966d-a4e58ac9e8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6.xml><?xml version="1.0" encoding="utf-8"?>
<ds:datastoreItem xmlns:ds="http://schemas.openxmlformats.org/officeDocument/2006/customXml" ds:itemID="{6D06D0E4-067B-4C5E-9C1B-EB0284B77838}">
  <ds:schemaRefs>
    <ds:schemaRef ds:uri="http://macabacus.com"/>
  </ds:schemaRefs>
</ds:datastoreItem>
</file>

<file path=customXml/itemProps87.xml><?xml version="1.0" encoding="utf-8"?>
<ds:datastoreItem xmlns:ds="http://schemas.openxmlformats.org/officeDocument/2006/customXml" ds:itemID="{1A046D5D-7BC6-41BE-A417-A350A80DE7B6}">
  <ds:schemaRefs>
    <ds:schemaRef ds:uri="http://macabacus.com"/>
  </ds:schemaRefs>
</ds:datastoreItem>
</file>

<file path=customXml/itemProps88.xml><?xml version="1.0" encoding="utf-8"?>
<ds:datastoreItem xmlns:ds="http://schemas.openxmlformats.org/officeDocument/2006/customXml" ds:itemID="{AC3D7D10-DA7B-4C46-A440-D35FBEEB613C}">
  <ds:schemaRefs>
    <ds:schemaRef ds:uri="http://macabacus.com"/>
  </ds:schemaRefs>
</ds:datastoreItem>
</file>

<file path=customXml/itemProps89.xml><?xml version="1.0" encoding="utf-8"?>
<ds:datastoreItem xmlns:ds="http://schemas.openxmlformats.org/officeDocument/2006/customXml" ds:itemID="{A15087E0-4D39-4D26-957A-F9BF8AB7CD15}">
  <ds:schemaRefs>
    <ds:schemaRef ds:uri="http://macabacus.com"/>
  </ds:schemaRefs>
</ds:datastoreItem>
</file>

<file path=customXml/itemProps90.xml><?xml version="1.0" encoding="utf-8"?>
<ds:datastoreItem xmlns:ds="http://schemas.openxmlformats.org/officeDocument/2006/customXml" ds:itemID="{92A90794-08F0-4B60-A689-04E998DC1D9F}">
  <ds:schemaRefs>
    <ds:schemaRef ds:uri="http://macabacus.com"/>
  </ds:schemaRefs>
</ds:datastoreItem>
</file>

<file path=customXml/itemProps91.xml><?xml version="1.0" encoding="utf-8"?>
<ds:datastoreItem xmlns:ds="http://schemas.openxmlformats.org/officeDocument/2006/customXml" ds:itemID="{263CB93B-A20B-40C7-8137-66B2B7E81A48}">
  <ds:schemaRefs>
    <ds:schemaRef ds:uri="http://macabacus.com"/>
  </ds:schemaRefs>
</ds:datastoreItem>
</file>

<file path=customXml/itemProps92.xml><?xml version="1.0" encoding="utf-8"?>
<ds:datastoreItem xmlns:ds="http://schemas.openxmlformats.org/officeDocument/2006/customXml" ds:itemID="{C9A0195F-520C-464B-A87E-C3BAC10A9A4B}">
  <ds:schemaRefs>
    <ds:schemaRef ds:uri="http://macabacus.com"/>
  </ds:schemaRefs>
</ds:datastoreItem>
</file>

<file path=customXml/itemProps93.xml><?xml version="1.0" encoding="utf-8"?>
<ds:datastoreItem xmlns:ds="http://schemas.openxmlformats.org/officeDocument/2006/customXml" ds:itemID="{C9507455-816F-4254-9CF8-8B9C4EB1431B}">
  <ds:schemaRefs>
    <ds:schemaRef ds:uri="http://macabacus.com"/>
  </ds:schemaRefs>
</ds:datastoreItem>
</file>

<file path=customXml/itemProps94.xml><?xml version="1.0" encoding="utf-8"?>
<ds:datastoreItem xmlns:ds="http://schemas.openxmlformats.org/officeDocument/2006/customXml" ds:itemID="{D395FDE2-DCDA-44FB-99D6-EB6FCC6A5548}">
  <ds:schemaRefs>
    <ds:schemaRef ds:uri="http://macabacus.com"/>
  </ds:schemaRefs>
</ds:datastoreItem>
</file>

<file path=customXml/itemProps95.xml><?xml version="1.0" encoding="utf-8"?>
<ds:datastoreItem xmlns:ds="http://schemas.openxmlformats.org/officeDocument/2006/customXml" ds:itemID="{AEA2C14F-B6ED-4717-8000-5E226EE81752}">
  <ds:schemaRefs>
    <ds:schemaRef ds:uri="http://schemas.microsoft.com/sharepoint/v3/contenttype/forms"/>
  </ds:schemaRefs>
</ds:datastoreItem>
</file>

<file path=customXml/itemProps96.xml><?xml version="1.0" encoding="utf-8"?>
<ds:datastoreItem xmlns:ds="http://schemas.openxmlformats.org/officeDocument/2006/customXml" ds:itemID="{27FD3BE9-08A7-4951-A451-96DA79C01D23}">
  <ds:schemaRefs>
    <ds:schemaRef ds:uri="http://macabacus.com"/>
  </ds:schemaRefs>
</ds:datastoreItem>
</file>

<file path=customXml/itemProps97.xml><?xml version="1.0" encoding="utf-8"?>
<ds:datastoreItem xmlns:ds="http://schemas.openxmlformats.org/officeDocument/2006/customXml" ds:itemID="{9E9D5AF6-EDD7-4950-BDCC-2FED30665885}">
  <ds:schemaRefs>
    <ds:schemaRef ds:uri="http://macabacus.com"/>
  </ds:schemaRefs>
</ds:datastoreItem>
</file>

<file path=customXml/itemProps98.xml><?xml version="1.0" encoding="utf-8"?>
<ds:datastoreItem xmlns:ds="http://schemas.openxmlformats.org/officeDocument/2006/customXml" ds:itemID="{04DEB12B-8F62-49EF-AA9D-6ECE1CD23AA0}">
  <ds:schemaRefs>
    <ds:schemaRef ds:uri="http://macabacus.com"/>
  </ds:schemaRefs>
</ds:datastoreItem>
</file>

<file path=customXml/itemProps99.xml><?xml version="1.0" encoding="utf-8"?>
<ds:datastoreItem xmlns:ds="http://schemas.openxmlformats.org/officeDocument/2006/customXml" ds:itemID="{903AD103-0EE8-4ECE-AAFC-8F6ACF825AC3}">
  <ds:schemaRefs>
    <ds:schemaRef ds:uri="http://macabacus.com"/>
  </ds:schemaRefs>
</ds:datastoreItem>
</file>

<file path=customXml/itemProps100.xml><?xml version="1.0" encoding="utf-8"?>
<ds:datastoreItem xmlns:ds="http://schemas.openxmlformats.org/officeDocument/2006/customXml" ds:itemID="{21E72A72-0F4B-4A03-BBA3-6A27C826890C}">
  <ds:schemaRefs>
    <ds:schemaRef ds:uri="http://macabacus.com"/>
  </ds:schemaRefs>
</ds:datastoreItem>
</file>

<file path=customXml/itemProps101.xml><?xml version="1.0" encoding="utf-8"?>
<ds:datastoreItem xmlns:ds="http://schemas.openxmlformats.org/officeDocument/2006/customXml" ds:itemID="{F0D091EA-36EC-42F8-A919-8F43F0BFC2C2}">
  <ds:schemaRefs>
    <ds:schemaRef ds:uri="http://macabacus.com"/>
  </ds:schemaRefs>
</ds:datastoreItem>
</file>

<file path=customXml/itemProps102.xml><?xml version="1.0" encoding="utf-8"?>
<ds:datastoreItem xmlns:ds="http://schemas.openxmlformats.org/officeDocument/2006/customXml" ds:itemID="{A8C7D7F7-ECFD-4E99-B9F0-75E068103563}">
  <ds:schemaRefs>
    <ds:schemaRef ds:uri="http://macabacus.com"/>
  </ds:schemaRefs>
</ds:datastoreItem>
</file>

<file path=customXml/itemProps103.xml><?xml version="1.0" encoding="utf-8"?>
<ds:datastoreItem xmlns:ds="http://schemas.openxmlformats.org/officeDocument/2006/customXml" ds:itemID="{4DB1A4AD-FB36-45D2-93DE-E792E1C1DE15}">
  <ds:schemaRefs>
    <ds:schemaRef ds:uri="http://macabacus.com"/>
  </ds:schemaRefs>
</ds:datastoreItem>
</file>

<file path=customXml/itemProps104.xml><?xml version="1.0" encoding="utf-8"?>
<ds:datastoreItem xmlns:ds="http://schemas.openxmlformats.org/officeDocument/2006/customXml" ds:itemID="{61CAF986-50B4-4EEB-B960-EA6507E45A95}">
  <ds:schemaRefs>
    <ds:schemaRef ds:uri="http://macabacus.com"/>
  </ds:schemaRefs>
</ds:datastoreItem>
</file>

<file path=customXml/itemProps105.xml><?xml version="1.0" encoding="utf-8"?>
<ds:datastoreItem xmlns:ds="http://schemas.openxmlformats.org/officeDocument/2006/customXml" ds:itemID="{99387AD8-6435-4031-AED1-B765E693B6D8}">
  <ds:schemaRefs>
    <ds:schemaRef ds:uri="http://macabacus.com"/>
  </ds:schemaRefs>
</ds:datastoreItem>
</file>

<file path=customXml/itemProps106.xml><?xml version="1.0" encoding="utf-8"?>
<ds:datastoreItem xmlns:ds="http://schemas.openxmlformats.org/officeDocument/2006/customXml" ds:itemID="{A2C983DD-E8B1-49FB-BF06-72675BD1246C}">
  <ds:schemaRefs>
    <ds:schemaRef ds:uri="http://macabacus.com"/>
  </ds:schemaRefs>
</ds:datastoreItem>
</file>

<file path=customXml/itemProps107.xml><?xml version="1.0" encoding="utf-8"?>
<ds:datastoreItem xmlns:ds="http://schemas.openxmlformats.org/officeDocument/2006/customXml" ds:itemID="{C9D376EA-5B2C-48DC-ADAC-7A4A4950557F}">
  <ds:schemaRefs>
    <ds:schemaRef ds:uri="http://macabacus.com"/>
  </ds:schemaRefs>
</ds:datastoreItem>
</file>

<file path=customXml/itemProps108.xml><?xml version="1.0" encoding="utf-8"?>
<ds:datastoreItem xmlns:ds="http://schemas.openxmlformats.org/officeDocument/2006/customXml" ds:itemID="{8EC9C2FB-156C-4C94-9EA1-947D106A7A1C}">
  <ds:schemaRefs>
    <ds:schemaRef ds:uri="http://macabacus.com"/>
  </ds:schemaRefs>
</ds:datastoreItem>
</file>

<file path=customXml/itemProps109.xml><?xml version="1.0" encoding="utf-8"?>
<ds:datastoreItem xmlns:ds="http://schemas.openxmlformats.org/officeDocument/2006/customXml" ds:itemID="{5CF2C4E1-6B68-45AA-A6FD-42AB4E713F35}">
  <ds:schemaRefs>
    <ds:schemaRef ds:uri="http://macabacus.com"/>
  </ds:schemaRefs>
</ds:datastoreItem>
</file>

<file path=customXml/itemProps110.xml><?xml version="1.0" encoding="utf-8"?>
<ds:datastoreItem xmlns:ds="http://schemas.openxmlformats.org/officeDocument/2006/customXml" ds:itemID="{DAE1DB7B-35E0-4ECA-93EC-ECC5FE3E17EE}">
  <ds:schemaRefs>
    <ds:schemaRef ds:uri="http://macabacus.com"/>
  </ds:schemaRefs>
</ds:datastoreItem>
</file>

<file path=customXml/itemProps111.xml><?xml version="1.0" encoding="utf-8"?>
<ds:datastoreItem xmlns:ds="http://schemas.openxmlformats.org/officeDocument/2006/customXml" ds:itemID="{737BA18B-C454-4325-855B-35E89164B159}">
  <ds:schemaRefs>
    <ds:schemaRef ds:uri="http://macabacus.com"/>
  </ds:schemaRefs>
</ds:datastoreItem>
</file>

<file path=customXml/itemProps112.xml><?xml version="1.0" encoding="utf-8"?>
<ds:datastoreItem xmlns:ds="http://schemas.openxmlformats.org/officeDocument/2006/customXml" ds:itemID="{5A0E3FFC-BC1B-4313-8A6D-8AE2AE15BF53}">
  <ds:schemaRefs>
    <ds:schemaRef ds:uri="http://macabacus.com"/>
  </ds:schemaRefs>
</ds:datastoreItem>
</file>

<file path=customXml/itemProps113.xml><?xml version="1.0" encoding="utf-8"?>
<ds:datastoreItem xmlns:ds="http://schemas.openxmlformats.org/officeDocument/2006/customXml" ds:itemID="{2A3C6A2B-B501-483D-8B09-45B406E80EB6}">
  <ds:schemaRefs>
    <ds:schemaRef ds:uri="http://macabacus.com"/>
  </ds:schemaRefs>
</ds:datastoreItem>
</file>

<file path=customXml/itemProps114.xml><?xml version="1.0" encoding="utf-8"?>
<ds:datastoreItem xmlns:ds="http://schemas.openxmlformats.org/officeDocument/2006/customXml" ds:itemID="{96315420-B635-4BA3-AD64-ED3197249883}">
  <ds:schemaRefs>
    <ds:schemaRef ds:uri="http://macabacus.com"/>
  </ds:schemaRefs>
</ds:datastoreItem>
</file>

<file path=customXml/itemProps115.xml><?xml version="1.0" encoding="utf-8"?>
<ds:datastoreItem xmlns:ds="http://schemas.openxmlformats.org/officeDocument/2006/customXml" ds:itemID="{695A3544-8374-4B68-8B56-9376732D7327}">
  <ds:schemaRefs>
    <ds:schemaRef ds:uri="http://macabacus.com"/>
  </ds:schemaRefs>
</ds:datastoreItem>
</file>

<file path=customXml/itemProps116.xml><?xml version="1.0" encoding="utf-8"?>
<ds:datastoreItem xmlns:ds="http://schemas.openxmlformats.org/officeDocument/2006/customXml" ds:itemID="{2EA9E129-ED27-466E-BF86-590A6D772B04}">
  <ds:schemaRefs>
    <ds:schemaRef ds:uri="http://macabacus.com"/>
  </ds:schemaRefs>
</ds:datastoreItem>
</file>

<file path=customXml/itemProps117.xml><?xml version="1.0" encoding="utf-8"?>
<ds:datastoreItem xmlns:ds="http://schemas.openxmlformats.org/officeDocument/2006/customXml" ds:itemID="{8A14217F-6C52-425C-B096-1E1D2690959E}">
  <ds:schemaRefs>
    <ds:schemaRef ds:uri="http://macabacus.com"/>
  </ds:schemaRefs>
</ds:datastoreItem>
</file>

<file path=customXml/itemProps118.xml><?xml version="1.0" encoding="utf-8"?>
<ds:datastoreItem xmlns:ds="http://schemas.openxmlformats.org/officeDocument/2006/customXml" ds:itemID="{B9979C64-7404-453B-8375-CBD269CA82DF}">
  <ds:schemaRefs>
    <ds:schemaRef ds:uri="http://macabacus.com"/>
  </ds:schemaRefs>
</ds:datastoreItem>
</file>

<file path=customXml/itemProps119.xml><?xml version="1.0" encoding="utf-8"?>
<ds:datastoreItem xmlns:ds="http://schemas.openxmlformats.org/officeDocument/2006/customXml" ds:itemID="{F1E614D4-EFE9-43AE-9DE1-D0A67D6BB1F4}">
  <ds:schemaRefs>
    <ds:schemaRef ds:uri="http://macabacus.com"/>
  </ds:schemaRefs>
</ds:datastoreItem>
</file>

<file path=customXml/itemProps120.xml><?xml version="1.0" encoding="utf-8"?>
<ds:datastoreItem xmlns:ds="http://schemas.openxmlformats.org/officeDocument/2006/customXml" ds:itemID="{8F3F4184-DC13-4E48-BF95-83D24BFDCB59}">
  <ds:schemaRefs>
    <ds:schemaRef ds:uri="http://macabacus.com"/>
  </ds:schemaRefs>
</ds:datastoreItem>
</file>

<file path=customXml/itemProps121.xml><?xml version="1.0" encoding="utf-8"?>
<ds:datastoreItem xmlns:ds="http://schemas.openxmlformats.org/officeDocument/2006/customXml" ds:itemID="{9066CBFA-1D84-48FB-8F84-9A0C96FA636D}">
  <ds:schemaRefs>
    <ds:schemaRef ds:uri="http://macabacus.com"/>
  </ds:schemaRefs>
</ds:datastoreItem>
</file>

<file path=customXml/itemProps122.xml><?xml version="1.0" encoding="utf-8"?>
<ds:datastoreItem xmlns:ds="http://schemas.openxmlformats.org/officeDocument/2006/customXml" ds:itemID="{3C45D92A-2DFF-480C-9B58-A1E452909B84}">
  <ds:schemaRefs>
    <ds:schemaRef ds:uri="http://macabacus.com"/>
  </ds:schemaRefs>
</ds:datastoreItem>
</file>

<file path=customXml/itemProps123.xml><?xml version="1.0" encoding="utf-8"?>
<ds:datastoreItem xmlns:ds="http://schemas.openxmlformats.org/officeDocument/2006/customXml" ds:itemID="{326E4EF2-6C1C-4D86-9022-5819E0A56E05}">
  <ds:schemaRefs>
    <ds:schemaRef ds:uri="http://macabacus.com"/>
  </ds:schemaRefs>
</ds:datastoreItem>
</file>

<file path=customXml/itemProps124.xml><?xml version="1.0" encoding="utf-8"?>
<ds:datastoreItem xmlns:ds="http://schemas.openxmlformats.org/officeDocument/2006/customXml" ds:itemID="{6186ECD5-0432-4595-91D3-DE1C10DE85B0}">
  <ds:schemaRefs>
    <ds:schemaRef ds:uri="http://macabacus.com"/>
  </ds:schemaRefs>
</ds:datastoreItem>
</file>

<file path=customXml/itemProps125.xml><?xml version="1.0" encoding="utf-8"?>
<ds:datastoreItem xmlns:ds="http://schemas.openxmlformats.org/officeDocument/2006/customXml" ds:itemID="{69ED915A-16BA-4162-AB93-F9B3D20274A1}">
  <ds:schemaRefs>
    <ds:schemaRef ds:uri="http://macabacus.com"/>
  </ds:schemaRefs>
</ds:datastoreItem>
</file>

<file path=customXml/itemProps126.xml><?xml version="1.0" encoding="utf-8"?>
<ds:datastoreItem xmlns:ds="http://schemas.openxmlformats.org/officeDocument/2006/customXml" ds:itemID="{8224CE37-2AC9-4E57-A290-E612B28B1E29}">
  <ds:schemaRefs>
    <ds:schemaRef ds:uri="http://macabacus.com"/>
  </ds:schemaRefs>
</ds:datastoreItem>
</file>

<file path=customXml/itemProps127.xml><?xml version="1.0" encoding="utf-8"?>
<ds:datastoreItem xmlns:ds="http://schemas.openxmlformats.org/officeDocument/2006/customXml" ds:itemID="{0EE1E98B-F3F6-4C3A-B3F4-D56F144C0ED1}">
  <ds:schemaRefs>
    <ds:schemaRef ds:uri="http://macabacus.com"/>
  </ds:schemaRefs>
</ds:datastoreItem>
</file>

<file path=customXml/itemProps128.xml><?xml version="1.0" encoding="utf-8"?>
<ds:datastoreItem xmlns:ds="http://schemas.openxmlformats.org/officeDocument/2006/customXml" ds:itemID="{75E58F22-32D1-473D-873C-6F981620686F}">
  <ds:schemaRefs>
    <ds:schemaRef ds:uri="http://macabacus.com"/>
  </ds:schemaRefs>
</ds:datastoreItem>
</file>

<file path=customXml/itemProps129.xml><?xml version="1.0" encoding="utf-8"?>
<ds:datastoreItem xmlns:ds="http://schemas.openxmlformats.org/officeDocument/2006/customXml" ds:itemID="{4E7DBD33-61D1-40AC-854D-8450BED07E7A}">
  <ds:schemaRefs>
    <ds:schemaRef ds:uri="http://macabacus.com"/>
  </ds:schemaRefs>
</ds:datastoreItem>
</file>

<file path=customXml/itemProps130.xml><?xml version="1.0" encoding="utf-8"?>
<ds:datastoreItem xmlns:ds="http://schemas.openxmlformats.org/officeDocument/2006/customXml" ds:itemID="{21D6C46F-170C-4F46-AF8C-B5348FCFC490}">
  <ds:schemaRefs>
    <ds:schemaRef ds:uri="http://macabacus.com"/>
  </ds:schemaRefs>
</ds:datastoreItem>
</file>

<file path=customXml/itemProps131.xml><?xml version="1.0" encoding="utf-8"?>
<ds:datastoreItem xmlns:ds="http://schemas.openxmlformats.org/officeDocument/2006/customXml" ds:itemID="{52778C26-298A-42D0-A002-BFD67249CC89}">
  <ds:schemaRefs>
    <ds:schemaRef ds:uri="http://macabacus.com"/>
  </ds:schemaRefs>
</ds:datastoreItem>
</file>

<file path=customXml/itemProps132.xml><?xml version="1.0" encoding="utf-8"?>
<ds:datastoreItem xmlns:ds="http://schemas.openxmlformats.org/officeDocument/2006/customXml" ds:itemID="{6C499524-575A-4CC8-BB3E-4BD9850A135B}">
  <ds:schemaRefs>
    <ds:schemaRef ds:uri="http://macabacus.com"/>
  </ds:schemaRefs>
</ds:datastoreItem>
</file>

<file path=docProps/app.xml><?xml version="1.0" encoding="utf-8"?>
<Properties xmlns="http://schemas.openxmlformats.org/officeDocument/2006/extended-properties" xmlns:vt="http://schemas.openxmlformats.org/officeDocument/2006/docPropsVTypes">
  <Template/>
  <TotalTime>1647</TotalTime>
  <Words>1480</Words>
  <Application>Microsoft Office PowerPoint</Application>
  <PresentationFormat>On-screen Show (4:3)</PresentationFormat>
  <Paragraphs>313</Paragraphs>
  <Slides>15</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15</vt:i4>
      </vt:variant>
    </vt:vector>
  </HeadingPairs>
  <TitlesOfParts>
    <vt:vector size="25" baseType="lpstr">
      <vt:lpstr>Wingdings</vt:lpstr>
      <vt:lpstr>Aharoni</vt:lpstr>
      <vt:lpstr>Segoe UI</vt:lpstr>
      <vt:lpstr>Arial</vt:lpstr>
      <vt:lpstr>Palatino Linotype</vt:lpstr>
      <vt:lpstr>Century Gothic</vt:lpstr>
      <vt:lpstr>Calibri</vt:lpstr>
      <vt:lpstr>Corbel</vt:lpstr>
      <vt:lpstr>Office Theme</vt:lpstr>
      <vt:lpstr>4_Custom Design</vt:lpstr>
      <vt:lpstr>PowerPoint Presentation</vt:lpstr>
      <vt:lpstr>Executive Summary</vt:lpstr>
      <vt:lpstr>INFOR Financial Inc. Overview </vt:lpstr>
      <vt:lpstr>Canada’s Top Independent M&amp;A Advisor</vt:lpstr>
      <vt:lpstr>INFOR Key Highlights</vt:lpstr>
      <vt:lpstr>PowerPoint Presentation</vt:lpstr>
      <vt:lpstr>Introduction to [Client Name]</vt:lpstr>
      <vt:lpstr>Open Text Corporation Q3 FY2026 Earnings Summary</vt:lpstr>
      <vt:lpstr>PowerPoint Presentation</vt:lpstr>
      <vt:lpstr>Potential Perceived Acquiror Considerations and Mitigants</vt:lpstr>
      <vt:lpstr>Comparable Companies Financial Analysis</vt:lpstr>
      <vt:lpstr>Key Investment Highlights</vt:lpstr>
      <vt:lpstr>Potential [x] Market Entry Targets</vt:lpstr>
      <vt:lpstr>Disclaimer</vt:lpstr>
      <vt:lpstr>Contact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Joey Shaw</dc:creator>
  <cp:lastModifiedBy>Tate Wilson</cp:lastModifiedBy>
  <cp:revision>66</cp:revision>
  <cp:lastPrinted>2022-07-27T14:27:48Z</cp:lastPrinted>
  <dcterms:created xsi:type="dcterms:W3CDTF">2017-07-31T13:36:44Z</dcterms:created>
  <dcterms:modified xsi:type="dcterms:W3CDTF">2026-05-28T23:57:21Z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0x0101001CC90450323BF944A056C05D9632F2E1</vt:lpwstr>
  </property>
</Properties>
</file>